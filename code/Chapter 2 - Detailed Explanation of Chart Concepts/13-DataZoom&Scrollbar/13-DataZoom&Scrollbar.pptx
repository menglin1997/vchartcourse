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1"/>
  </p:notesMasterIdLst>
  <p:sldIdLst>
    <p:sldId id="262" r:id="rId3"/>
    <p:sldId id="284" r:id="rId4"/>
    <p:sldId id="286" r:id="rId5"/>
    <p:sldId id="298" r:id="rId6"/>
    <p:sldId id="299" r:id="rId7"/>
    <p:sldId id="292" r:id="rId8"/>
    <p:sldId id="283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 err="1"/>
              <a:t>DataZoom</a:t>
            </a:r>
            <a:r>
              <a:rPr lang="zh-CN" altLang="en-US" dirty="0"/>
              <a:t>和</a:t>
            </a:r>
            <a:r>
              <a:rPr lang="en-US" altLang="zh-CN" dirty="0"/>
              <a:t>Scrollbar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组成</a:t>
            </a:r>
            <a:endParaRPr lang="en-US" altLang="zh-CN" dirty="0"/>
          </a:p>
          <a:p>
            <a:r>
              <a:rPr lang="zh-CN" altLang="en-US" dirty="0"/>
              <a:t>配置</a:t>
            </a:r>
          </a:p>
          <a:p>
            <a:r>
              <a:rPr lang="zh-CN" altLang="en-US" dirty="0"/>
              <a:t>示例</a:t>
            </a:r>
          </a:p>
          <a:p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DataZoom</a:t>
            </a:r>
            <a:r>
              <a:rPr lang="en-US" altLang="zh-CN" dirty="0"/>
              <a:t>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 descr="日程表&#10;&#10;AI 生成的内容可能不正确。">
            <a:extLst>
              <a:ext uri="{FF2B5EF4-FFF2-40B4-BE49-F238E27FC236}">
                <a16:creationId xmlns:a16="http://schemas.microsoft.com/office/drawing/2014/main" id="{8EBC090A-ED01-FC97-1640-B3A06E939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5" y="4442003"/>
            <a:ext cx="10401300" cy="2247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92519FC-F03A-4075-5032-93A3EA0C16B6}"/>
              </a:ext>
            </a:extLst>
          </p:cNvPr>
          <p:cNvSpPr txBox="1"/>
          <p:nvPr/>
        </p:nvSpPr>
        <p:spPr>
          <a:xfrm>
            <a:off x="5199855" y="1133321"/>
            <a:ext cx="4928395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startText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起点文字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endText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终点文字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background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缩略轴的背景矩形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backgroundChart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缩略轴的预览图表， 目前支持折线图及面积图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selectedBackgroundChart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缩略轴的选中部分预览图表。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dragMask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缩略轴的拖拽轨迹图元。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8DE07F-1929-72A6-3F05-9489B7948408}"/>
              </a:ext>
            </a:extLst>
          </p:cNvPr>
          <p:cNvSpPr txBox="1"/>
          <p:nvPr/>
        </p:nvSpPr>
        <p:spPr>
          <a:xfrm>
            <a:off x="669924" y="1133321"/>
            <a:ext cx="4352926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background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背景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selectedBackground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选中背景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startHandler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起点手柄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endHandler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终点手柄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middleHandler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中间手柄</a:t>
            </a:r>
          </a:p>
          <a:p>
            <a:pPr marL="742950" lvl="1" indent="-28575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icon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中间手柄图标</a:t>
            </a:r>
          </a:p>
          <a:p>
            <a:pPr marL="742950" lvl="1" indent="-28575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background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中间手柄背景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68F8-7527-CB40-019C-50CD032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076B-5544-6FFB-70FD-E5CC2CDC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Scrollbar 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CE0CE44-3573-D731-9C01-074F0D33FD1F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6F9A08-BE32-F371-73DD-6C965E4D879E}"/>
              </a:ext>
            </a:extLst>
          </p:cNvPr>
          <p:cNvSpPr txBox="1"/>
          <p:nvPr/>
        </p:nvSpPr>
        <p:spPr>
          <a:xfrm>
            <a:off x="833438" y="1174223"/>
            <a:ext cx="10687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Scrollbar </a:t>
            </a:r>
            <a:r>
              <a:rPr lang="zh-CN" altLang="en-US" dirty="0"/>
              <a:t>滚动条是 </a:t>
            </a:r>
            <a:r>
              <a:rPr lang="en-US" altLang="zh-CN" dirty="0" err="1"/>
              <a:t>VChart</a:t>
            </a:r>
            <a:r>
              <a:rPr lang="en-US" altLang="zh-CN" dirty="0"/>
              <a:t> </a:t>
            </a:r>
            <a:r>
              <a:rPr lang="zh-CN" altLang="en-US" dirty="0"/>
              <a:t>图表提供的一个交互组件，它和普通的 </a:t>
            </a:r>
            <a:r>
              <a:rPr lang="en-US" altLang="zh-CN" dirty="0" err="1"/>
              <a:t>dom</a:t>
            </a:r>
            <a:r>
              <a:rPr lang="en-US" altLang="zh-CN" dirty="0"/>
              <a:t> </a:t>
            </a:r>
            <a:r>
              <a:rPr lang="zh-CN" altLang="en-US" dirty="0"/>
              <a:t>滚动条类似，当图表的内容区域大于显示区域时，可以通过配置滚动条，来辅助查看图表</a:t>
            </a:r>
          </a:p>
        </p:txBody>
      </p:sp>
      <p:pic>
        <p:nvPicPr>
          <p:cNvPr id="5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516ADF4C-9598-C4D8-5395-0803292A5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2165195"/>
            <a:ext cx="6529387" cy="41228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0634BB6-9532-413F-A9DB-A2D5D78377E3}"/>
              </a:ext>
            </a:extLst>
          </p:cNvPr>
          <p:cNvSpPr txBox="1"/>
          <p:nvPr/>
        </p:nvSpPr>
        <p:spPr>
          <a:xfrm>
            <a:off x="736600" y="21651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Scrollbar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组件主要由两部分组成：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BDD1FC-D55C-3BCC-EA24-28DDE89663FA}"/>
              </a:ext>
            </a:extLst>
          </p:cNvPr>
          <p:cNvSpPr txBox="1"/>
          <p:nvPr/>
        </p:nvSpPr>
        <p:spPr>
          <a:xfrm>
            <a:off x="833438" y="26800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滚动块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(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slider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)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轨道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(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rail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)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725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A04D6-35AD-4418-0523-396A9A4E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9C54D-FBE6-79D9-4A47-787469E3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Scrollbar –</a:t>
            </a:r>
            <a:r>
              <a:rPr lang="zh-CN" altLang="en-US" dirty="0"/>
              <a:t>配置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716863-04F8-EA4B-A5C3-29B9F5261DE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orient</a:t>
            </a:r>
            <a:r>
              <a:rPr lang="zh-CN" altLang="en-US" dirty="0"/>
              <a:t>：滚动条的方向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BDB949-FD7B-4438-B932-E9A040968165}"/>
              </a:ext>
            </a:extLst>
          </p:cNvPr>
          <p:cNvSpPr txBox="1"/>
          <p:nvPr/>
        </p:nvSpPr>
        <p:spPr>
          <a:xfrm>
            <a:off x="6931024" y="2163093"/>
            <a:ext cx="35750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const spec = { </a:t>
            </a:r>
            <a:b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</a:b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... </a:t>
            </a:r>
            <a:b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</a:b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    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Menlo"/>
              </a:rPr>
              <a:t>scrollBar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: [ </a:t>
            </a:r>
          </a:p>
          <a:p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{ orient: 'right’, 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Menlo"/>
              </a:rPr>
              <a:t>startValue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: '2011', 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Menlo"/>
              </a:rPr>
              <a:t>endValue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: '2014’, roam: true } ],</a:t>
            </a:r>
            <a:b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</a:b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 ... </a:t>
            </a:r>
            <a:b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</a:b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};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D7F857-FAE3-A14A-A275-DCBA4AD6D473}"/>
              </a:ext>
            </a:extLst>
          </p:cNvPr>
          <p:cNvSpPr txBox="1"/>
          <p:nvPr/>
        </p:nvSpPr>
        <p:spPr>
          <a:xfrm>
            <a:off x="669924" y="18155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424E66"/>
                </a:solidFill>
                <a:latin typeface="ui-monospace"/>
              </a:rPr>
              <a:t>startValue</a:t>
            </a:r>
            <a:r>
              <a:rPr lang="zh-CN" altLang="en-US" dirty="0">
                <a:solidFill>
                  <a:srgbClr val="424E66"/>
                </a:solidFill>
                <a:latin typeface="ui-monospace"/>
              </a:rPr>
              <a:t> ：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滚动条初始范围的起始值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038D1B-2EA7-5C91-0A94-B3129589FC6E}"/>
              </a:ext>
            </a:extLst>
          </p:cNvPr>
          <p:cNvSpPr txBox="1"/>
          <p:nvPr/>
        </p:nvSpPr>
        <p:spPr>
          <a:xfrm>
            <a:off x="669924" y="2257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424E66"/>
                </a:solidFill>
                <a:latin typeface="ui-monospace"/>
              </a:rPr>
              <a:t>endValue</a:t>
            </a:r>
            <a:r>
              <a:rPr lang="zh-CN" altLang="en-US" dirty="0">
                <a:solidFill>
                  <a:srgbClr val="424E66"/>
                </a:solidFill>
                <a:latin typeface="ui-monospace"/>
              </a:rPr>
              <a:t>：</a:t>
            </a:r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滚动条初始范围的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结束值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CD3A31-30AE-B187-6A9C-78B20E1FEDC0}"/>
              </a:ext>
            </a:extLst>
          </p:cNvPr>
          <p:cNvSpPr txBox="1"/>
          <p:nvPr/>
        </p:nvSpPr>
        <p:spPr>
          <a:xfrm>
            <a:off x="669924" y="27619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Nunito for Arco"/>
              </a:rPr>
              <a:t>roam:</a:t>
            </a:r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：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是否开启鼠标缩放和平移漫游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C92D89-3DC4-913B-88EA-9A2B82F3AA22}"/>
              </a:ext>
            </a:extLst>
          </p:cNvPr>
          <p:cNvSpPr txBox="1"/>
          <p:nvPr/>
        </p:nvSpPr>
        <p:spPr>
          <a:xfrm>
            <a:off x="5851524" y="1594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滚动条配置是一个数组：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00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AE41-8DF1-FA66-B3B7-48BC1C73FC8D}"/>
              </a:ext>
            </a:extLst>
          </p:cNvPr>
          <p:cNvSpPr txBox="1"/>
          <p:nvPr/>
        </p:nvSpPr>
        <p:spPr>
          <a:xfrm>
            <a:off x="669924" y="13769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DataZoom</a:t>
            </a:r>
            <a:r>
              <a:rPr lang="zh-CN" altLang="en-US" dirty="0"/>
              <a:t>的使用和介绍</a:t>
            </a:r>
            <a:endParaRPr lang="en-US" altLang="zh-CN" dirty="0"/>
          </a:p>
          <a:p>
            <a:r>
              <a:rPr lang="zh-CN" altLang="en-US"/>
              <a:t>滚动条的使用和介绍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305</Words>
  <Application>Microsoft Office PowerPoint</Application>
  <PresentationFormat>宽屏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-apple-system</vt:lpstr>
      <vt:lpstr>Menlo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DataZoom-组成</vt:lpstr>
      <vt:lpstr>Scrollbar -组成</vt:lpstr>
      <vt:lpstr>Scrollbar –配置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220</cp:revision>
  <dcterms:created xsi:type="dcterms:W3CDTF">2025-10-28T10:07:16Z</dcterms:created>
  <dcterms:modified xsi:type="dcterms:W3CDTF">2026-01-06T14:26:54Z</dcterms:modified>
</cp:coreProperties>
</file>