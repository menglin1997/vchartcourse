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4"/>
  </p:notesMasterIdLst>
  <p:sldIdLst>
    <p:sldId id="262" r:id="rId3"/>
    <p:sldId id="284" r:id="rId4"/>
    <p:sldId id="286" r:id="rId5"/>
    <p:sldId id="287" r:id="rId6"/>
    <p:sldId id="288" r:id="rId7"/>
    <p:sldId id="289" r:id="rId8"/>
    <p:sldId id="290" r:id="rId9"/>
    <p:sldId id="291" r:id="rId10"/>
    <p:sldId id="285" r:id="rId11"/>
    <p:sldId id="28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4" y="376251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系列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Label</a:t>
            </a:r>
            <a:r>
              <a:rPr lang="zh-CN" altLang="en-US" dirty="0"/>
              <a:t>数据标签</a:t>
            </a:r>
          </a:p>
          <a:p>
            <a:r>
              <a:rPr lang="zh-CN" altLang="en-US" dirty="0"/>
              <a:t>图元</a:t>
            </a:r>
          </a:p>
          <a:p>
            <a:r>
              <a:rPr lang="zh-CN" altLang="en-US" dirty="0"/>
              <a:t>系列的概念</a:t>
            </a:r>
          </a:p>
          <a:p>
            <a:r>
              <a:rPr lang="zh-CN" altLang="en-US" dirty="0"/>
              <a:t>系列的组成和使用</a:t>
            </a:r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数据标签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标签样式</a:t>
            </a:r>
          </a:p>
          <a:p>
            <a:r>
              <a:rPr lang="zh-CN" altLang="en-US" dirty="0"/>
              <a:t>自定义标签</a:t>
            </a:r>
            <a:endParaRPr lang="en-US" altLang="zh-CN" dirty="0"/>
          </a:p>
          <a:p>
            <a:r>
              <a:rPr lang="zh-CN" altLang="en-US" dirty="0"/>
              <a:t>标签躲避</a:t>
            </a:r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8E09821-A6A1-3A59-2710-C47D14D8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67" y="1373340"/>
            <a:ext cx="7793854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EE2B-65B9-C9C2-6CFE-D6801FAB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0BA75-BDD1-B335-F3E1-24BBF552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数据标签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656AD4-F569-A2B6-86CB-BF02F6ED2852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583AD32E-4DA6-5CAB-574D-F9E4FF07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76" y="1373341"/>
            <a:ext cx="95440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0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32B3-3B3B-25B1-E797-0083544B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5BE09-9679-D346-1F22-B875234E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数据标签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A0C0C28-DA07-E84B-F2C2-D0CBB224344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DC1846F5-761B-12F7-9B7D-88897399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462087"/>
            <a:ext cx="904875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0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6CFD0-88D6-DBC5-F76D-0BBD8CA7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88FEB-0298-E47A-46AC-0050C466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图元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1D90D6E-7E1B-DBFA-2D90-AD3E04E0DAA0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图元的样式属性</a:t>
            </a:r>
          </a:p>
          <a:p>
            <a:r>
              <a:rPr lang="zh-CN" altLang="en-US" b="1" dirty="0"/>
              <a:t>图元的</a:t>
            </a:r>
            <a:r>
              <a:rPr lang="zh-CN" altLang="en-US" dirty="0"/>
              <a:t>状态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F91A6AC-F37C-F462-E505-925918ED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62" y="2310581"/>
            <a:ext cx="5535877" cy="3566805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B10EA75-F9DF-E0E4-F7BD-0FE59E5B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09" y="2389239"/>
            <a:ext cx="4479390" cy="39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8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6654-80ED-355B-AA40-29921E08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EE523-0910-9B64-7212-0CB52DA0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系列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6EBAA2-3B7B-1BE9-6D84-8A585055FB11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基本概念</a:t>
            </a:r>
            <a:endParaRPr lang="en-US" altLang="zh-CN" dirty="0"/>
          </a:p>
          <a:p>
            <a:r>
              <a:rPr lang="zh-CN" altLang="en-US" dirty="0"/>
              <a:t>系列的组成</a:t>
            </a:r>
            <a:endParaRPr lang="en-US" altLang="zh-CN" dirty="0"/>
          </a:p>
          <a:p>
            <a:r>
              <a:rPr lang="zh-CN" altLang="en-US" dirty="0"/>
              <a:t>系列的使用</a:t>
            </a:r>
          </a:p>
        </p:txBody>
      </p:sp>
    </p:spTree>
    <p:extLst>
      <p:ext uri="{BB962C8B-B14F-4D97-AF65-F5344CB8AC3E}">
        <p14:creationId xmlns:p14="http://schemas.microsoft.com/office/powerpoint/2010/main" val="197414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73F9-205A-9464-5019-18790635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F735C-DBC4-80B5-8321-A2FDF162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289B6CE-4A6A-1B54-7D1C-22C2173F6B1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创建有图元、数据标签应用</a:t>
            </a:r>
            <a:r>
              <a:rPr lang="zh-CN" altLang="en-US"/>
              <a:t>的图表、线条渐变色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通过 </a:t>
            </a:r>
            <a:r>
              <a:rPr lang="en-US" altLang="zh-CN" dirty="0"/>
              <a:t>series </a:t>
            </a:r>
            <a:r>
              <a:rPr lang="zh-CN" altLang="en-US" dirty="0"/>
              <a:t>配置两个系列， </a:t>
            </a:r>
            <a:r>
              <a:rPr lang="en-US" altLang="zh-CN" dirty="0"/>
              <a:t>bar </a:t>
            </a:r>
            <a:r>
              <a:rPr lang="zh-CN" altLang="en-US" dirty="0"/>
              <a:t>系列，</a:t>
            </a:r>
            <a:r>
              <a:rPr lang="en-US" altLang="zh-CN" dirty="0"/>
              <a:t>line </a:t>
            </a:r>
            <a:r>
              <a:rPr lang="zh-CN" altLang="en-US" dirty="0"/>
              <a:t>系列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显示柱状图和折线图标签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折线图线条渐变色</a:t>
            </a:r>
            <a:endParaRPr lang="en-US" altLang="zh-CN" dirty="0"/>
          </a:p>
          <a:p>
            <a:pPr>
              <a:buFontTx/>
              <a:buChar char="-"/>
            </a:pPr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92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BF46-D927-2A5B-CCAC-A0FA104B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01BE5-15A7-23B6-89EC-C6D606A6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A402DD8-95CB-A982-6AD4-132EAC13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掌握系列的使用</a:t>
            </a:r>
          </a:p>
          <a:p>
            <a:r>
              <a:rPr lang="zh-CN" altLang="en-US" dirty="0"/>
              <a:t>掌握图元和</a:t>
            </a:r>
            <a:r>
              <a:rPr lang="en-US" altLang="zh-CN" dirty="0"/>
              <a:t>Label</a:t>
            </a:r>
            <a:r>
              <a:rPr lang="zh-CN" altLang="en-US" dirty="0"/>
              <a:t>数据标签的使用</a:t>
            </a:r>
          </a:p>
        </p:txBody>
      </p:sp>
    </p:spTree>
    <p:extLst>
      <p:ext uri="{BB962C8B-B14F-4D97-AF65-F5344CB8AC3E}">
        <p14:creationId xmlns:p14="http://schemas.microsoft.com/office/powerpoint/2010/main" val="272469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183</Words>
  <Application>Microsoft Office PowerPoint</Application>
  <PresentationFormat>宽屏</PresentationFormat>
  <Paragraphs>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Label数据标签</vt:lpstr>
      <vt:lpstr>Label数据标签</vt:lpstr>
      <vt:lpstr>Label数据标签</vt:lpstr>
      <vt:lpstr>图元</vt:lpstr>
      <vt:lpstr>系列</vt:lpstr>
      <vt:lpstr>案例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125</cp:revision>
  <dcterms:created xsi:type="dcterms:W3CDTF">2025-10-28T10:07:16Z</dcterms:created>
  <dcterms:modified xsi:type="dcterms:W3CDTF">2025-12-16T14:46:23Z</dcterms:modified>
</cp:coreProperties>
</file>