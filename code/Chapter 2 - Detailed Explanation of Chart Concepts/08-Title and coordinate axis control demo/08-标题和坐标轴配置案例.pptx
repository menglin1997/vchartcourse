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7"/>
  </p:notesMasterIdLst>
  <p:sldIdLst>
    <p:sldId id="262" r:id="rId3"/>
    <p:sldId id="284" r:id="rId4"/>
    <p:sldId id="283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4" y="376251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标题和坐标轴配置案例</a:t>
            </a:r>
          </a:p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创建一个带有标题和坐标轴的折线图，具体如下：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标题：月度销售额趋势</a:t>
            </a:r>
            <a:r>
              <a:rPr lang="en-US" altLang="zh-CN" dirty="0"/>
              <a:t>,</a:t>
            </a:r>
            <a:r>
              <a:rPr lang="zh-CN" altLang="en-US" dirty="0"/>
              <a:t>居中显示</a:t>
            </a:r>
            <a:endParaRPr lang="en-US" altLang="zh-CN" dirty="0"/>
          </a:p>
          <a:p>
            <a:r>
              <a:rPr lang="zh-CN" altLang="en-US" dirty="0"/>
              <a:t>副标题：</a:t>
            </a:r>
            <a:r>
              <a:rPr lang="en-US" altLang="zh-CN" dirty="0"/>
              <a:t>2024</a:t>
            </a:r>
            <a:r>
              <a:rPr lang="zh-CN" altLang="en-US" dirty="0"/>
              <a:t>年第一季度</a:t>
            </a:r>
            <a:r>
              <a:rPr lang="en-US" altLang="zh-CN" dirty="0"/>
              <a:t>,</a:t>
            </a:r>
            <a:r>
              <a:rPr lang="zh-CN" altLang="en-US" dirty="0"/>
              <a:t>居中显示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轴、</a:t>
            </a:r>
            <a:r>
              <a:rPr lang="en-US" altLang="zh-CN" dirty="0"/>
              <a:t>y</a:t>
            </a:r>
            <a:r>
              <a:rPr lang="zh-CN" altLang="en-US" dirty="0"/>
              <a:t>轴鼠标经过时候字体变黑色，背景红色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轴、</a:t>
            </a:r>
            <a:r>
              <a:rPr lang="en-US" altLang="zh-CN" dirty="0"/>
              <a:t>y</a:t>
            </a:r>
            <a:r>
              <a:rPr lang="zh-CN" altLang="en-US" dirty="0"/>
              <a:t>轴选中时字体变白色，背景蓝色</a:t>
            </a:r>
          </a:p>
          <a:p>
            <a:r>
              <a:rPr lang="en-US" altLang="zh-CN" dirty="0"/>
              <a:t>0 </a:t>
            </a:r>
            <a:r>
              <a:rPr lang="zh-CN" altLang="en-US" dirty="0"/>
              <a:t>刻度轴线配置</a:t>
            </a:r>
          </a:p>
          <a:p>
            <a:r>
              <a:rPr lang="zh-CN" altLang="en-US" dirty="0"/>
              <a:t>斑马线配置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151</Words>
  <Application>Microsoft Office PowerPoint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案例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106</cp:revision>
  <dcterms:created xsi:type="dcterms:W3CDTF">2025-10-28T10:07:16Z</dcterms:created>
  <dcterms:modified xsi:type="dcterms:W3CDTF">2025-12-06T13:44:11Z</dcterms:modified>
</cp:coreProperties>
</file>