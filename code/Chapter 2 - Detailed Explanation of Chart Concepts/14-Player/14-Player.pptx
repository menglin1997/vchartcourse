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0"/>
  </p:notesMasterIdLst>
  <p:sldIdLst>
    <p:sldId id="262" r:id="rId3"/>
    <p:sldId id="284" r:id="rId4"/>
    <p:sldId id="286" r:id="rId5"/>
    <p:sldId id="300" r:id="rId6"/>
    <p:sldId id="292" r:id="rId7"/>
    <p:sldId id="283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2026/1/11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14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en-US" altLang="zh-CN" dirty="0"/>
              <a:t>Player</a:t>
            </a:r>
            <a:r>
              <a:rPr lang="zh-CN" altLang="en-US"/>
              <a:t>播放器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B2085-6C1E-0D15-1DC2-CA199408F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277A5-6950-9361-2308-058A1A234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大纲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D18CE36-D0B6-BE5D-D94C-E68C10F8B31B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组成</a:t>
            </a:r>
            <a:endParaRPr lang="en-US" altLang="zh-CN" dirty="0"/>
          </a:p>
          <a:p>
            <a:r>
              <a:rPr lang="zh-CN" altLang="en-US" dirty="0"/>
              <a:t>配置</a:t>
            </a:r>
          </a:p>
          <a:p>
            <a:r>
              <a:rPr lang="zh-CN" altLang="en-US" dirty="0"/>
              <a:t>示例</a:t>
            </a:r>
          </a:p>
          <a:p>
            <a:endParaRPr lang="zh-CN" altLang="en-US" dirty="0"/>
          </a:p>
          <a:p>
            <a:pPr marL="0" indent="0"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752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Player-</a:t>
            </a:r>
            <a:r>
              <a:rPr lang="zh-CN" altLang="en-US" dirty="0"/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435C45-836D-101F-FE2B-A24A0E0C214C}"/>
              </a:ext>
            </a:extLst>
          </p:cNvPr>
          <p:cNvSpPr txBox="1"/>
          <p:nvPr/>
        </p:nvSpPr>
        <p:spPr>
          <a:xfrm>
            <a:off x="603249" y="1194485"/>
            <a:ext cx="10917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增强动态叙事能力，支持播放、暂停播放、前进、后退等基本功能，帮助用户动态地展示序列数据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939B6BA-A393-3C4C-085F-404FC78DAA58}"/>
              </a:ext>
            </a:extLst>
          </p:cNvPr>
          <p:cNvSpPr txBox="1"/>
          <p:nvPr/>
        </p:nvSpPr>
        <p:spPr>
          <a:xfrm>
            <a:off x="669924" y="2091452"/>
            <a:ext cx="7915276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根据播放器的展示类型，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Player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播放器可以分为两类：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离散型：数据按照离散的时间点播放，例如某一个季度的销售数据。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连续型：数据在时间轴上连续播放，例如股票价格的实时变化。</a:t>
            </a:r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9F029-6E39-4061-BD60-98B89F889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5F0FD-CC01-89D2-925C-5BE835C2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Player-</a:t>
            </a:r>
            <a:r>
              <a:rPr lang="zh-CN" altLang="en-US" dirty="0"/>
              <a:t>组成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0A6984C-68CA-F736-277A-FE340597C393}"/>
              </a:ext>
            </a:extLst>
          </p:cNvPr>
          <p:cNvSpPr txBox="1">
            <a:spLocks/>
          </p:cNvSpPr>
          <p:nvPr/>
        </p:nvSpPr>
        <p:spPr>
          <a:xfrm>
            <a:off x="669924" y="1373341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0E72C8E-0A5D-F3D7-6801-CAC404B3FF85}"/>
              </a:ext>
            </a:extLst>
          </p:cNvPr>
          <p:cNvSpPr txBox="1"/>
          <p:nvPr/>
        </p:nvSpPr>
        <p:spPr>
          <a:xfrm>
            <a:off x="596900" y="1133321"/>
            <a:ext cx="609600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Player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组件由 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2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个模块组成：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控制器</a:t>
            </a:r>
          </a:p>
          <a:p>
            <a:pPr marL="742950" lvl="1" indent="-28575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播放按钮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/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暂停按钮</a:t>
            </a:r>
          </a:p>
          <a:p>
            <a:pPr marL="742950" lvl="1" indent="-28575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前进按钮</a:t>
            </a:r>
          </a:p>
          <a:p>
            <a:pPr marL="742950" lvl="1" indent="-28575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后退按钮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滑动条</a:t>
            </a:r>
          </a:p>
          <a:p>
            <a:pPr marL="742950" lvl="1" indent="-285750"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轨道</a:t>
            </a:r>
          </a:p>
          <a:p>
            <a:pPr marL="742950" lvl="1" indent="-28575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滑动轨迹</a:t>
            </a:r>
          </a:p>
          <a:p>
            <a:pPr marL="742950" lvl="1" indent="-285750"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手柄</a:t>
            </a:r>
          </a:p>
        </p:txBody>
      </p:sp>
      <p:pic>
        <p:nvPicPr>
          <p:cNvPr id="9" name="图片 8" descr="图形用户界面, 应用程序, Teams&#10;&#10;AI 生成的内容可能不正确。">
            <a:extLst>
              <a:ext uri="{FF2B5EF4-FFF2-40B4-BE49-F238E27FC236}">
                <a16:creationId xmlns:a16="http://schemas.microsoft.com/office/drawing/2014/main" id="{3E2D6BD1-4524-2449-452A-84C9971A5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150" y="1642603"/>
            <a:ext cx="6665327" cy="367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0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E0140-3436-1DBB-A433-3271041C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DBEF2-709C-597C-DAB2-51C9270CD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总结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DAAE41-8DF1-FA66-B3B7-48BC1C73FC8D}"/>
              </a:ext>
            </a:extLst>
          </p:cNvPr>
          <p:cNvSpPr txBox="1"/>
          <p:nvPr/>
        </p:nvSpPr>
        <p:spPr>
          <a:xfrm>
            <a:off x="669924" y="13769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Player</a:t>
            </a:r>
            <a:r>
              <a:rPr lang="zh-CN" altLang="en-US" dirty="0"/>
              <a:t>播放器的介绍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0FCBAD-D77F-91E6-F8B2-A1F2DA06EEA4}"/>
              </a:ext>
            </a:extLst>
          </p:cNvPr>
          <p:cNvSpPr txBox="1"/>
          <p:nvPr/>
        </p:nvSpPr>
        <p:spPr>
          <a:xfrm>
            <a:off x="669924" y="18214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Player</a:t>
            </a:r>
            <a:r>
              <a:rPr lang="zh-CN" altLang="en-US" dirty="0"/>
              <a:t>播放器的组成和</a:t>
            </a:r>
            <a:r>
              <a:rPr lang="en-US" altLang="zh-CN" dirty="0"/>
              <a:t>API</a:t>
            </a:r>
            <a:r>
              <a:rPr lang="zh-CN" altLang="en-US"/>
              <a:t>介绍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6619D9-E5A0-B1EC-2DB2-8DD0583D62D9}"/>
              </a:ext>
            </a:extLst>
          </p:cNvPr>
          <p:cNvSpPr txBox="1"/>
          <p:nvPr/>
        </p:nvSpPr>
        <p:spPr>
          <a:xfrm>
            <a:off x="669924" y="23167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Player</a:t>
            </a:r>
            <a:r>
              <a:rPr lang="zh-CN" altLang="en-US" dirty="0"/>
              <a:t>播放器的使用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22630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502" y="1825625"/>
            <a:ext cx="2431473" cy="249679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027324" y="4428156"/>
            <a:ext cx="3174076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u="sng" dirty="0" err="1">
                <a:latin typeface="+mn-ea"/>
              </a:rPr>
              <a:t>微信</a:t>
            </a: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207</Words>
  <Application>Microsoft Office PowerPoint</Application>
  <PresentationFormat>宽屏</PresentationFormat>
  <Paragraphs>37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-apple-system</vt:lpstr>
      <vt:lpstr>Nunito for Arco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大纲</vt:lpstr>
      <vt:lpstr>Player-介绍</vt:lpstr>
      <vt:lpstr>Player-组成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230</cp:revision>
  <dcterms:created xsi:type="dcterms:W3CDTF">2025-10-28T10:07:16Z</dcterms:created>
  <dcterms:modified xsi:type="dcterms:W3CDTF">2026-01-11T06:28:59Z</dcterms:modified>
</cp:coreProperties>
</file>