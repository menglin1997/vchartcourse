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2"/>
  </p:notesMasterIdLst>
  <p:sldIdLst>
    <p:sldId id="262" r:id="rId3"/>
    <p:sldId id="284" r:id="rId4"/>
    <p:sldId id="286" r:id="rId5"/>
    <p:sldId id="298" r:id="rId6"/>
    <p:sldId id="299" r:id="rId7"/>
    <p:sldId id="300" r:id="rId8"/>
    <p:sldId id="292" r:id="rId9"/>
    <p:sldId id="28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336" y="49524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0334" y="376251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十字准星和指标卡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组成</a:t>
            </a:r>
            <a:endParaRPr lang="en-US" altLang="zh-CN" dirty="0"/>
          </a:p>
          <a:p>
            <a:r>
              <a:rPr lang="zh-CN" altLang="en-US" dirty="0"/>
              <a:t>配置</a:t>
            </a:r>
          </a:p>
          <a:p>
            <a:r>
              <a:rPr lang="zh-CN" altLang="en-US" dirty="0"/>
              <a:t>示例</a:t>
            </a:r>
          </a:p>
          <a:p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Crosshair-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9926EC98-FA6C-9763-6FFE-066D1BCAA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4" y="1803400"/>
            <a:ext cx="10848975" cy="44577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19F05C0-F007-8A0E-2070-F40B6F57FF43}"/>
              </a:ext>
            </a:extLst>
          </p:cNvPr>
          <p:cNvSpPr txBox="1"/>
          <p:nvPr/>
        </p:nvSpPr>
        <p:spPr>
          <a:xfrm>
            <a:off x="831850" y="1265205"/>
            <a:ext cx="671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在直角坐标系下，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crosshair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由一组垂直水平线或矩形框组成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68F8-7527-CB40-019C-50CD032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9076B-5544-6FFB-70FD-E5CC2CDC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Crosshair-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CE0CE44-3573-D731-9C01-074F0D33FD1F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6F9A08-BE32-F371-73DD-6C965E4D879E}"/>
              </a:ext>
            </a:extLst>
          </p:cNvPr>
          <p:cNvSpPr txBox="1"/>
          <p:nvPr/>
        </p:nvSpPr>
        <p:spPr>
          <a:xfrm>
            <a:off x="831849" y="1265205"/>
            <a:ext cx="10687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极坐标系下，</a:t>
            </a:r>
            <a:r>
              <a:rPr lang="en-US" altLang="zh-CN" dirty="0"/>
              <a:t>crosshair </a:t>
            </a:r>
            <a:r>
              <a:rPr lang="zh-CN" altLang="en-US" dirty="0"/>
              <a:t>以一组圆弧线、射线或者扇形组成，用于标注鼠标所在位置的数据点</a:t>
            </a:r>
          </a:p>
        </p:txBody>
      </p:sp>
      <p:pic>
        <p:nvPicPr>
          <p:cNvPr id="6" name="图片 5" descr="图表, 雷达图&#10;&#10;AI 生成的内容可能不正确。">
            <a:extLst>
              <a:ext uri="{FF2B5EF4-FFF2-40B4-BE49-F238E27FC236}">
                <a16:creationId xmlns:a16="http://schemas.microsoft.com/office/drawing/2014/main" id="{C84A690A-00C6-90E3-F1E5-4354FA43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49" y="1979178"/>
            <a:ext cx="10287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5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C5FF-95EC-9835-D8A8-DE8DEA7D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20614-0C6B-AFF1-1651-CEE0C507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Indicator </a:t>
            </a:r>
            <a:r>
              <a:rPr lang="zh-CN" altLang="en-US" dirty="0"/>
              <a:t>指标卡</a:t>
            </a:r>
            <a:r>
              <a:rPr lang="en-US" altLang="zh-CN" dirty="0"/>
              <a:t>-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9B16CE7-3A38-876A-0F6A-6C53863319AF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F2928-3580-9286-FF39-9652B6579B43}"/>
              </a:ext>
            </a:extLst>
          </p:cNvPr>
          <p:cNvSpPr txBox="1"/>
          <p:nvPr/>
        </p:nvSpPr>
        <p:spPr>
          <a:xfrm>
            <a:off x="584199" y="1133321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标题（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Title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）：用于展示标卡的主要信息。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内容（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Content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）：用于展示指标卡的详细数据。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交互触发器（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Trigger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）：用于配置指标卡更新的触发方式。</a:t>
            </a:r>
          </a:p>
        </p:txBody>
      </p:sp>
      <p:pic>
        <p:nvPicPr>
          <p:cNvPr id="9" name="图片 8" descr="图表, 旭日形&#10;&#10;AI 生成的内容可能不正确。">
            <a:extLst>
              <a:ext uri="{FF2B5EF4-FFF2-40B4-BE49-F238E27FC236}">
                <a16:creationId xmlns:a16="http://schemas.microsoft.com/office/drawing/2014/main" id="{02AAAADF-F5B2-1A2D-E6D7-578C9739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900" y="2542892"/>
            <a:ext cx="6864350" cy="400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4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2C4C1-83A7-D296-E63A-BF9A87CE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1AD48-FECE-10B2-0E1A-700606C32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Indicator </a:t>
            </a:r>
            <a:r>
              <a:rPr lang="zh-CN" altLang="en-US" dirty="0"/>
              <a:t>指标卡</a:t>
            </a:r>
            <a:r>
              <a:rPr lang="en-US" altLang="zh-CN" dirty="0"/>
              <a:t>-</a:t>
            </a:r>
            <a:r>
              <a:rPr lang="zh-CN" altLang="en-US" dirty="0"/>
              <a:t>交互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EB81366-C2BA-1544-9E94-DACC066029C3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9EF84D-FD7E-33BC-BC1D-0CE5947AF150}"/>
              </a:ext>
            </a:extLst>
          </p:cNvPr>
          <p:cNvSpPr txBox="1"/>
          <p:nvPr/>
        </p:nvSpPr>
        <p:spPr>
          <a:xfrm>
            <a:off x="669924" y="1321138"/>
            <a:ext cx="108045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通过配置触发方式，你可以定制指标卡在图表元素被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Nunito for Arco"/>
              </a:rPr>
              <a:t>鼠标悬停或点击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等操作时的变化。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24292F"/>
                </a:solidFill>
                <a:effectLst/>
                <a:latin typeface="Menlo"/>
              </a:rPr>
            </a:b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86EF47-5642-DD48-1836-80944AECD096}"/>
              </a:ext>
            </a:extLst>
          </p:cNvPr>
          <p:cNvSpPr txBox="1"/>
          <p:nvPr/>
        </p:nvSpPr>
        <p:spPr>
          <a:xfrm>
            <a:off x="844550" y="2182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{</a:t>
            </a:r>
          </a:p>
          <a:p>
            <a:r>
              <a:rPr lang="zh-CN" altLang="en-US" dirty="0"/>
              <a:t>  indicator: {</a:t>
            </a:r>
          </a:p>
          <a:p>
            <a:r>
              <a:rPr lang="zh-CN" altLang="en-US" dirty="0"/>
              <a:t>    trigger: 'hover',</a:t>
            </a:r>
          </a:p>
          <a:p>
            <a:r>
              <a:rPr lang="zh-CN" altLang="en-US" dirty="0"/>
              <a:t>  }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681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AE41-8DF1-FA66-B3B7-48BC1C73FC8D}"/>
              </a:ext>
            </a:extLst>
          </p:cNvPr>
          <p:cNvSpPr txBox="1"/>
          <p:nvPr/>
        </p:nvSpPr>
        <p:spPr>
          <a:xfrm>
            <a:off x="669924" y="137696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十字准星的组成和配置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十字准星直角坐标系、极坐标系、多</a:t>
            </a:r>
            <a:r>
              <a:rPr lang="en-US" altLang="zh-CN" dirty="0"/>
              <a:t>region</a:t>
            </a:r>
            <a:r>
              <a:rPr lang="zh-CN" altLang="en-US" dirty="0"/>
              <a:t>关联的使用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指标卡的组成和交互</a:t>
            </a:r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250</Words>
  <Application>Microsoft Office PowerPoint</Application>
  <PresentationFormat>宽屏</PresentationFormat>
  <Paragraphs>40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-apple-system</vt:lpstr>
      <vt:lpstr>Menlo</vt:lpstr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Crosshair-组成</vt:lpstr>
      <vt:lpstr>Crosshair-组成</vt:lpstr>
      <vt:lpstr>Indicator 指标卡-组成</vt:lpstr>
      <vt:lpstr>Indicator 指标卡-交互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208</cp:revision>
  <dcterms:created xsi:type="dcterms:W3CDTF">2025-10-28T10:07:16Z</dcterms:created>
  <dcterms:modified xsi:type="dcterms:W3CDTF">2025-12-28T06:40:36Z</dcterms:modified>
</cp:coreProperties>
</file>