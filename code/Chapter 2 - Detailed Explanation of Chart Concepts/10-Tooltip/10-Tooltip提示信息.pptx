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9"/>
  </p:notesMasterIdLst>
  <p:sldIdLst>
    <p:sldId id="262" r:id="rId3"/>
    <p:sldId id="284" r:id="rId4"/>
    <p:sldId id="286" r:id="rId5"/>
    <p:sldId id="287" r:id="rId6"/>
    <p:sldId id="283" r:id="rId7"/>
    <p:sldId id="26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336" y="49524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0334" y="376251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10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en-US" altLang="zh-CN" dirty="0"/>
              <a:t>Tooltip</a:t>
            </a:r>
            <a:r>
              <a:rPr lang="zh-CN" altLang="en-US" dirty="0"/>
              <a:t>的运用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大纲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Tooltip</a:t>
            </a:r>
            <a:r>
              <a:rPr lang="zh-CN" altLang="en-US" dirty="0"/>
              <a:t>提示信息的组成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提示信息的配置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自定义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样式配置</a:t>
            </a:r>
          </a:p>
          <a:p>
            <a:pPr marL="0" indent="0"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tooltip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 descr="图形用户界面, 图表, 折线图&#10;&#10;AI 生成的内容可能不正确。">
            <a:extLst>
              <a:ext uri="{FF2B5EF4-FFF2-40B4-BE49-F238E27FC236}">
                <a16:creationId xmlns:a16="http://schemas.microsoft.com/office/drawing/2014/main" id="{2EBDCB96-7153-161D-2CFD-73ECE96CB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993" y="1301199"/>
            <a:ext cx="7343688" cy="4769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BEE2B-65B9-C9C2-6CFE-D6801FABB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80BA75-BDD1-B335-F3E1-24BBF5521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Tooltip</a:t>
            </a:r>
            <a:r>
              <a:rPr lang="zh-CN" altLang="en-US" dirty="0"/>
              <a:t>组成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A656AD4-F569-A2B6-86CB-BF02F6ED2852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6" name="图片 5" descr="图表, 条形图&#10;&#10;AI 生成的内容可能不正确。">
            <a:extLst>
              <a:ext uri="{FF2B5EF4-FFF2-40B4-BE49-F238E27FC236}">
                <a16:creationId xmlns:a16="http://schemas.microsoft.com/office/drawing/2014/main" id="{5779ACBA-84E4-2746-C1B6-CC3809306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48" y="1886133"/>
            <a:ext cx="11830452" cy="39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08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105</Words>
  <Application>Microsoft Office PowerPoint</Application>
  <PresentationFormat>宽屏</PresentationFormat>
  <Paragraphs>20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大纲</vt:lpstr>
      <vt:lpstr>tooltip</vt:lpstr>
      <vt:lpstr>Tooltip组成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135</cp:revision>
  <dcterms:created xsi:type="dcterms:W3CDTF">2025-10-28T10:07:16Z</dcterms:created>
  <dcterms:modified xsi:type="dcterms:W3CDTF">2025-12-17T12:28:22Z</dcterms:modified>
</cp:coreProperties>
</file>