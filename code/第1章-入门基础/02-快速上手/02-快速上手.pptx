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44" r:id="rId2"/>
    <p:sldMasterId id="2147483736" r:id="rId3"/>
  </p:sldMasterIdLst>
  <p:notesMasterIdLst>
    <p:notesMasterId r:id="rId8"/>
  </p:notesMasterIdLst>
  <p:sldIdLst>
    <p:sldId id="262" r:id="rId4"/>
    <p:sldId id="263" r:id="rId5"/>
    <p:sldId id="268" r:id="rId6"/>
    <p:sldId id="267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4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958176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852156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990689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3834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57787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5563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9604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/>
            </a:gs>
            <a:gs pos="0">
              <a:schemeClr val="accent1">
                <a:lumMod val="30000"/>
                <a:lumOff val="70000"/>
              </a:schemeClr>
            </a:gs>
          </a:gsLst>
          <a:path path="circle">
            <a:fillToRect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/>
            </a:gs>
            <a:gs pos="0">
              <a:schemeClr val="accent1">
                <a:lumMod val="30000"/>
                <a:lumOff val="70000"/>
              </a:schemeClr>
            </a:gs>
          </a:gsLst>
          <a:path path="circle">
            <a:fillToRect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3238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/>
            </a:gs>
            <a:gs pos="0">
              <a:schemeClr val="accent1">
                <a:lumMod val="30000"/>
                <a:lumOff val="70000"/>
              </a:schemeClr>
            </a:gs>
          </a:gsLst>
          <a:path path="circle">
            <a:fillToRect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BF2E5EB-C231-D8D1-08E4-FE0506F88F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097" y="3938461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latin typeface="Arial" panose="020B0604020202020204" pitchFamily="34" charset="0"/>
                <a:ea typeface="微软雅黑" panose="020B0503020204020204" pitchFamily="34" charset="-122"/>
              </a:rPr>
              <a:t>从零开始创建你的第一个</a:t>
            </a:r>
            <a:r>
              <a:rPr lang="en-US" altLang="zh-CN" sz="2400" dirty="0" err="1">
                <a:latin typeface="Arial" panose="020B0604020202020204" pitchFamily="34" charset="0"/>
                <a:ea typeface="微软雅黑" panose="020B0503020204020204" pitchFamily="34" charset="-122"/>
              </a:rPr>
              <a:t>VChart</a:t>
            </a:r>
            <a:r>
              <a:rPr lang="zh-CN" altLang="en-US" sz="2400" dirty="0">
                <a:latin typeface="Arial" panose="020B0604020202020204" pitchFamily="34" charset="0"/>
                <a:ea typeface="微软雅黑" panose="020B0503020204020204" pitchFamily="34" charset="-122"/>
              </a:rPr>
              <a:t>图表</a:t>
            </a: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673096" y="3278323"/>
            <a:ext cx="5579403" cy="6601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课：快速上手</a:t>
            </a:r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主要内容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077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 dirty="0">
                <a:latin typeface="+mn-ea"/>
              </a:rPr>
              <a:t>在项目中引用 </a:t>
            </a:r>
            <a:r>
              <a:rPr lang="en-US" altLang="zh-CN" sz="1800" dirty="0" err="1">
                <a:latin typeface="+mn-ea"/>
              </a:rPr>
              <a:t>VChart</a:t>
            </a:r>
            <a:endParaRPr lang="en-US" altLang="zh-CN" sz="1800" dirty="0">
              <a:latin typeface="+mn-ea"/>
            </a:endParaRPr>
          </a:p>
          <a:p>
            <a:pPr marL="800077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 dirty="0">
                <a:latin typeface="+mn-ea"/>
              </a:rPr>
              <a:t>从零开始创建柱状图</a:t>
            </a:r>
          </a:p>
        </p:txBody>
      </p:sp>
    </p:spTree>
    <p:extLst>
      <p:ext uri="{BB962C8B-B14F-4D97-AF65-F5344CB8AC3E}">
        <p14:creationId xmlns:p14="http://schemas.microsoft.com/office/powerpoint/2010/main" val="1861083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8030D-E972-D10D-1C44-306FED81A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1E12D8-FCB3-972C-6D55-5C3DE136E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在项目中引用 </a:t>
            </a:r>
            <a:r>
              <a:rPr lang="en-US" altLang="zh-CN" dirty="0" err="1">
                <a:latin typeface="+mn-ea"/>
              </a:rPr>
              <a:t>VChart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8414F2D8-6678-2592-CEFE-FE1889C9C98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077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 err="1">
                <a:latin typeface="+mn-ea"/>
              </a:rPr>
              <a:t>cdn</a:t>
            </a:r>
            <a:r>
              <a:rPr lang="en-US" altLang="zh-CN" sz="1800" dirty="0">
                <a:latin typeface="+mn-ea"/>
              </a:rPr>
              <a:t> </a:t>
            </a:r>
            <a:r>
              <a:rPr lang="zh-CN" altLang="en-US" sz="1800" dirty="0">
                <a:latin typeface="+mn-ea"/>
              </a:rPr>
              <a:t>使用</a:t>
            </a:r>
            <a:endParaRPr lang="en-US" altLang="zh-CN" sz="1800" dirty="0">
              <a:latin typeface="+mn-ea"/>
            </a:endParaRPr>
          </a:p>
          <a:p>
            <a:pPr marL="800077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 err="1">
                <a:latin typeface="+mn-ea"/>
              </a:rPr>
              <a:t>npm</a:t>
            </a:r>
            <a:r>
              <a:rPr lang="en-US" altLang="zh-CN" sz="1800" dirty="0">
                <a:latin typeface="+mn-ea"/>
              </a:rPr>
              <a:t> </a:t>
            </a:r>
            <a:r>
              <a:rPr lang="zh-CN" altLang="en-US" sz="1800" dirty="0">
                <a:latin typeface="+mn-ea"/>
              </a:rPr>
              <a:t>使用</a:t>
            </a:r>
            <a:endParaRPr lang="en-US" altLang="zh-CN" sz="1800" dirty="0">
              <a:latin typeface="+mn-ea"/>
            </a:endParaRPr>
          </a:p>
          <a:p>
            <a:pPr marL="800077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 dirty="0">
                <a:latin typeface="+mn-ea"/>
              </a:rPr>
              <a:t>按需引入</a:t>
            </a:r>
          </a:p>
        </p:txBody>
      </p:sp>
    </p:spTree>
    <p:extLst>
      <p:ext uri="{BB962C8B-B14F-4D97-AF65-F5344CB8AC3E}">
        <p14:creationId xmlns:p14="http://schemas.microsoft.com/office/powerpoint/2010/main" val="3968143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80042-20AE-284F-B0EA-1EDB28ED7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>
            <a:extLst>
              <a:ext uri="{FF2B5EF4-FFF2-40B4-BE49-F238E27FC236}">
                <a16:creationId xmlns:a16="http://schemas.microsoft.com/office/drawing/2014/main" id="{1FF20D7F-76DA-03FF-E023-9A6D419E85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DE5D7EA-F3E5-2EB9-F811-59A1A07E37B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 algn="ctr">
              <a:lnSpc>
                <a:spcPct val="150000"/>
              </a:lnSpc>
              <a:buNone/>
            </a:pPr>
            <a:endParaRPr lang="zh-CN" altLang="en-US" sz="1800" dirty="0">
              <a:solidFill>
                <a:srgbClr val="0070C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2115359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54</Words>
  <Application>Microsoft Office PowerPoint</Application>
  <PresentationFormat>宽屏</PresentationFormat>
  <Paragraphs>11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Arial</vt:lpstr>
      <vt:lpstr>Impact</vt:lpstr>
      <vt:lpstr>1_Office 主题​​</vt:lpstr>
      <vt:lpstr>5_OfficePLUS-V2-ee79b56c-44bf-4999-8350-9727f0739207</vt:lpstr>
      <vt:lpstr>OfficePLUS-V2-ee79b56c-44bf-4999-8350-9727f0739207</vt:lpstr>
      <vt:lpstr>从零开始创建你的第一个VChart图表</vt:lpstr>
      <vt:lpstr>主要内容</vt:lpstr>
      <vt:lpstr>在项目中引用 VChart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i y</cp:lastModifiedBy>
  <cp:revision>83</cp:revision>
  <dcterms:created xsi:type="dcterms:W3CDTF">2025-10-28T10:07:16Z</dcterms:created>
  <dcterms:modified xsi:type="dcterms:W3CDTF">2025-11-01T07:51:51Z</dcterms:modified>
</cp:coreProperties>
</file>