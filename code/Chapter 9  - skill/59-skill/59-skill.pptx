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7"/>
  </p:notesMasterIdLst>
  <p:sldIdLst>
    <p:sldId id="262" r:id="rId3"/>
    <p:sldId id="284" r:id="rId4"/>
    <p:sldId id="285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59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skill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20D44-1B56-3B3D-D5DD-A541AC95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C017A-2B68-F967-9B6A-7D0BA614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微软雅黑" panose="020B0503020204020204" pitchFamily="34" charset="-122"/>
              </a:rPr>
              <a:t>安装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AF8748-1733-8149-882E-D8238A8B3CE2}"/>
              </a:ext>
            </a:extLst>
          </p:cNvPr>
          <p:cNvSpPr txBox="1"/>
          <p:nvPr/>
        </p:nvSpPr>
        <p:spPr>
          <a:xfrm>
            <a:off x="669924" y="1613426"/>
            <a:ext cx="6097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npx skills add VisActor/VChart</a:t>
            </a:r>
          </a:p>
          <a:p>
            <a:br>
              <a:rPr lang="zh-CN" altLang="zh-CN" dirty="0"/>
            </a:br>
            <a:endParaRPr lang="zh-CN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37D164-62C0-736A-CE80-715E81066363}"/>
              </a:ext>
            </a:extLst>
          </p:cNvPr>
          <p:cNvSpPr txBox="1"/>
          <p:nvPr/>
        </p:nvSpPr>
        <p:spPr>
          <a:xfrm>
            <a:off x="669924" y="2145689"/>
            <a:ext cx="9530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npx skills add VisActor/VChart --skill vchart-development-assistant</a:t>
            </a:r>
          </a:p>
          <a:p>
            <a:br>
              <a:rPr lang="zh-CN" altLang="zh-CN" dirty="0"/>
            </a:b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7943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1043-5387-BD2C-DFFC-E3B0CCD2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2A817-83E1-7E74-434B-CEE86BE1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968C34D-862B-5F8F-0275-3D515239EFB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145C81-F621-4DAE-5140-8AAECA3B0668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85F78E-7CDC-158D-E92F-C6A4AAAE6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6F6A6B6-8336-EF46-2168-A39FDCE7E483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35045785-D7C1-476C-059E-6CFBDB76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0D8357D-C298-4F49-547B-F2FF4D248CE0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796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2419</TotalTime>
  <Words>191</Words>
  <Application>Microsoft Office PowerPoint</Application>
  <PresentationFormat>宽屏</PresentationFormat>
  <Paragraphs>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安装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zhang</cp:lastModifiedBy>
  <cp:revision>865</cp:revision>
  <dcterms:created xsi:type="dcterms:W3CDTF">2025-10-28T10:07:16Z</dcterms:created>
  <dcterms:modified xsi:type="dcterms:W3CDTF">2026-09-29T12:16:02Z</dcterms:modified>
</cp:coreProperties>
</file>