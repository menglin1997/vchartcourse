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课：散点相关性图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F7CEB7-675C-95AB-0FA3-F27E2C2AF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4" y="1771650"/>
            <a:ext cx="7856196" cy="342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zh-CN" dirty="0"/>
              <a:t>散点相关性图</a:t>
            </a:r>
            <a:r>
              <a:rPr lang="zh-CN" altLang="en-US" dirty="0"/>
              <a:t>配置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95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722</cp:revision>
  <dcterms:created xsi:type="dcterms:W3CDTF">2025-10-28T10:07:16Z</dcterms:created>
  <dcterms:modified xsi:type="dcterms:W3CDTF">2026-06-14T07:11:55Z</dcterms:modified>
</cp:coreProperties>
</file>