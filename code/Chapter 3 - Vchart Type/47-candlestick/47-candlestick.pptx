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5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47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课：蜡烛图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8FBB27B-469A-AEFC-EBAD-0954F5FB5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408" y="1542095"/>
            <a:ext cx="5833993" cy="428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746090" y="1938471"/>
            <a:ext cx="6094324" cy="38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b="0" i="0" dirty="0">
                <a:effectLst/>
                <a:latin typeface="Nunito for Arco"/>
              </a:rPr>
              <a:t>导入方式</a:t>
            </a:r>
            <a:endParaRPr lang="en-US" altLang="zh-CN" b="0" i="0" dirty="0">
              <a:effectLst/>
              <a:latin typeface="Nunito for Arc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09EF14-E7CC-2C8C-18DA-25F1273EA488}"/>
              </a:ext>
            </a:extLst>
          </p:cNvPr>
          <p:cNvSpPr txBox="1"/>
          <p:nvPr/>
        </p:nvSpPr>
        <p:spPr>
          <a:xfrm>
            <a:off x="746090" y="2511692"/>
            <a:ext cx="6094324" cy="84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>
                <a:latin typeface="Nunito for Arco"/>
              </a:rPr>
              <a:t>字段配置</a:t>
            </a:r>
            <a:endParaRPr lang="en-US" altLang="zh-CN" dirty="0">
              <a:latin typeface="Nunito for Arco"/>
            </a:endParaRP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b="0" i="0" dirty="0">
                <a:effectLst/>
                <a:latin typeface="Nunito for Arco"/>
              </a:rPr>
              <a:t>样式配置</a:t>
            </a:r>
            <a:endParaRPr lang="en-US" altLang="zh-CN" b="0" i="0" dirty="0"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95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758</cp:revision>
  <dcterms:created xsi:type="dcterms:W3CDTF">2025-10-28T10:07:16Z</dcterms:created>
  <dcterms:modified xsi:type="dcterms:W3CDTF">2026-07-25T14:07:56Z</dcterms:modified>
</cp:coreProperties>
</file>