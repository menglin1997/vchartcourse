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课：组合图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5DDCC9-B70D-88E8-F2AE-284EAE287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664" y="1301749"/>
            <a:ext cx="4637364" cy="459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746090" y="1938471"/>
            <a:ext cx="6094324" cy="69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/>
              <a:t>组合图特性</a:t>
            </a:r>
            <a:br>
              <a:rPr lang="en-US" altLang="zh-CN" dirty="0"/>
            </a:b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B4363B-57F9-1435-0FD5-85304443569B}"/>
              </a:ext>
            </a:extLst>
          </p:cNvPr>
          <p:cNvSpPr txBox="1"/>
          <p:nvPr/>
        </p:nvSpPr>
        <p:spPr>
          <a:xfrm>
            <a:off x="744414" y="2741671"/>
            <a:ext cx="6096000" cy="1222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zh-CN" sz="1200" b="1" i="0" dirty="0">
                <a:solidFill>
                  <a:srgbClr val="1A2233"/>
                </a:solidFill>
                <a:effectLst/>
                <a:latin typeface="-apple-system"/>
              </a:rPr>
              <a:t>关键配置</a:t>
            </a:r>
          </a:p>
          <a:p>
            <a:pPr marL="0" marR="0" indent="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type: 'common'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声明为组合图类型</a:t>
            </a:r>
          </a:p>
          <a:p>
            <a:pPr marL="0" marR="0" indent="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layout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属性中配置多个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region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 的布局</a:t>
            </a: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113</Words>
  <Application>Microsoft Office PowerPoint</Application>
  <PresentationFormat>宽屏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-apple-system</vt:lpstr>
      <vt:lpstr>Nunito for Arco</vt:lpstr>
      <vt:lpstr>ui-monospace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745</cp:revision>
  <dcterms:created xsi:type="dcterms:W3CDTF">2025-10-28T10:07:16Z</dcterms:created>
  <dcterms:modified xsi:type="dcterms:W3CDTF">2026-07-12T08:36:58Z</dcterms:modified>
</cp:coreProperties>
</file>