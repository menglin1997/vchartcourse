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80D2DA-60B9-82B0-452C-C508219D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476331"/>
            <a:ext cx="10796587" cy="497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746090" y="193847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/>
              <a:t>3D</a:t>
            </a:r>
            <a:r>
              <a:rPr lang="zh-CN" altLang="en-US" dirty="0"/>
              <a:t>图特征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91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741</cp:revision>
  <dcterms:created xsi:type="dcterms:W3CDTF">2025-10-28T10:07:16Z</dcterms:created>
  <dcterms:modified xsi:type="dcterms:W3CDTF">2026-07-12T07:40:31Z</dcterms:modified>
</cp:coreProperties>
</file>