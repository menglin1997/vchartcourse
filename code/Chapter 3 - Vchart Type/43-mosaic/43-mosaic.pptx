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课：马赛克图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0AD1F8-C5F8-DF8A-FA78-7582A6356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33" y="1324238"/>
            <a:ext cx="10533333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/>
              <a:t>马赛克图构成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746090" y="1938471"/>
            <a:ext cx="609432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/>
              <a:t>马赛克图特征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92</Words>
  <Application>Microsoft Office PowerPoint</Application>
  <PresentationFormat>宽屏</PresentationFormat>
  <Paragraphs>17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728</cp:revision>
  <dcterms:created xsi:type="dcterms:W3CDTF">2025-10-28T10:07:16Z</dcterms:created>
  <dcterms:modified xsi:type="dcterms:W3CDTF">2026-06-28T13:37:21Z</dcterms:modified>
</cp:coreProperties>
</file>