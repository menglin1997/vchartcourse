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b="0" dirty="0"/>
              <a:t>矩形树图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8F6E24-11C3-917B-1E34-ABBF5A5E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93" y="1190256"/>
            <a:ext cx="8940008" cy="543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68E9D3-08A8-0D2F-4C16-1621F81B0946}"/>
              </a:ext>
            </a:extLst>
          </p:cNvPr>
          <p:cNvSpPr txBox="1"/>
          <p:nvPr/>
        </p:nvSpPr>
        <p:spPr>
          <a:xfrm>
            <a:off x="669924" y="1298406"/>
            <a:ext cx="9159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关键配置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5709B8-E4FF-947C-BAAD-1FC6EAEDEFF2}"/>
              </a:ext>
            </a:extLst>
          </p:cNvPr>
          <p:cNvSpPr txBox="1"/>
          <p:nvPr/>
        </p:nvSpPr>
        <p:spPr>
          <a:xfrm>
            <a:off x="669924" y="1828799"/>
            <a:ext cx="11242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布局</a:t>
            </a:r>
            <a:endParaRPr lang="zh-CN" altLang="en-US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CD6148-9818-CEEA-D799-C99BDF962942}"/>
              </a:ext>
            </a:extLst>
          </p:cNvPr>
          <p:cNvSpPr txBox="1"/>
          <p:nvPr/>
        </p:nvSpPr>
        <p:spPr>
          <a:xfrm>
            <a:off x="669924" y="2378757"/>
            <a:ext cx="11242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交互</a:t>
            </a:r>
            <a:endParaRPr lang="zh-CN" altLang="en-US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1972</TotalTime>
  <Words>92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689</cp:revision>
  <dcterms:created xsi:type="dcterms:W3CDTF">2025-10-28T10:07:16Z</dcterms:created>
  <dcterms:modified xsi:type="dcterms:W3CDTF">2026-05-10T08:37:00Z</dcterms:modified>
</cp:coreProperties>
</file>