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8"/>
  </p:notesMasterIdLst>
  <p:sldIdLst>
    <p:sldId id="262" r:id="rId3"/>
    <p:sldId id="285" r:id="rId4"/>
    <p:sldId id="286" r:id="rId5"/>
    <p:sldId id="283" r:id="rId6"/>
    <p:sldId id="26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2026/7/12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44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课：象形图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F3ED4-EAEA-6458-7FD4-948C89DF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0DE6E-FCA2-403E-F993-620B49F9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介绍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5315052-04B2-5E70-7C53-3E5013F18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450" y="2250533"/>
            <a:ext cx="10325100" cy="276863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972C392-8916-1F51-6558-C3198B5A42A2}"/>
              </a:ext>
            </a:extLst>
          </p:cNvPr>
          <p:cNvSpPr txBox="1"/>
          <p:nvPr/>
        </p:nvSpPr>
        <p:spPr>
          <a:xfrm>
            <a:off x="669924" y="1615445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zh-CN" altLang="zh-C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zh-CN" altLang="zh-CN" sz="105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zh-CN" altLang="zh-CN" sz="105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zh-CN" altLang="zh-CN" sz="105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'pictogram'</a:t>
            </a:r>
            <a:endParaRPr lang="zh-CN" altLang="zh-CN" sz="105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60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4AF-1431-D9E9-0982-A706A97E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4FB7D-7A45-FCB6-18B7-572E3506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319DDF-8321-1E95-C392-F1F15926AF12}"/>
              </a:ext>
            </a:extLst>
          </p:cNvPr>
          <p:cNvSpPr txBox="1"/>
          <p:nvPr/>
        </p:nvSpPr>
        <p:spPr>
          <a:xfrm>
            <a:off x="746090" y="1449521"/>
            <a:ext cx="6094324" cy="382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zh-CN" altLang="en-US" dirty="0"/>
              <a:t>象形图构成</a:t>
            </a:r>
            <a:endParaRPr lang="en-US" altLang="zh-CN" b="0" i="0" dirty="0">
              <a:solidFill>
                <a:srgbClr val="424E66"/>
              </a:solidFill>
              <a:effectLst/>
              <a:latin typeface="Nunito for Arco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E6BA475-8C27-0E2B-43D3-9E6334E0B0F1}"/>
              </a:ext>
            </a:extLst>
          </p:cNvPr>
          <p:cNvSpPr txBox="1"/>
          <p:nvPr/>
        </p:nvSpPr>
        <p:spPr>
          <a:xfrm>
            <a:off x="746090" y="1938471"/>
            <a:ext cx="6094324" cy="382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zh-CN" altLang="en-US" dirty="0"/>
              <a:t>象形图特征</a:t>
            </a:r>
            <a:endParaRPr lang="en-US" altLang="zh-CN" b="0" i="0" dirty="0">
              <a:solidFill>
                <a:srgbClr val="424E66"/>
              </a:solidFill>
              <a:effectLst/>
              <a:latin typeface="Nunito for Arco"/>
            </a:endParaRPr>
          </a:p>
        </p:txBody>
      </p:sp>
    </p:spTree>
    <p:extLst>
      <p:ext uri="{BB962C8B-B14F-4D97-AF65-F5344CB8AC3E}">
        <p14:creationId xmlns:p14="http://schemas.microsoft.com/office/powerpoint/2010/main" val="291930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2024</TotalTime>
  <Words>100</Words>
  <Application>Microsoft Office PowerPoint</Application>
  <PresentationFormat>宽屏</PresentationFormat>
  <Paragraphs>18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Nunito for Arco</vt:lpstr>
      <vt:lpstr>等线</vt:lpstr>
      <vt:lpstr>Arial</vt:lpstr>
      <vt:lpstr>Consolas</vt:lpstr>
      <vt:lpstr>Impact</vt:lpstr>
      <vt:lpstr>1_Office 主题​​</vt:lpstr>
      <vt:lpstr>OfficePLUS-V2-ee79b56c-44bf-4999-8350-9727f0739207</vt:lpstr>
      <vt:lpstr>PowerPoint 演示文稿</vt:lpstr>
      <vt:lpstr>介绍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738</cp:revision>
  <dcterms:created xsi:type="dcterms:W3CDTF">2025-10-28T10:07:16Z</dcterms:created>
  <dcterms:modified xsi:type="dcterms:W3CDTF">2026-07-12T06:34:51Z</dcterms:modified>
</cp:coreProperties>
</file>