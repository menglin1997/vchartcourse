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37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zh-CN" dirty="0"/>
              <a:t>Circle Packing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7B0D4F-AF63-5C6F-B09E-32C0EB4C2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62" y="1363662"/>
            <a:ext cx="89058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1306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数据特征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图标构成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>
                <a:solidFill>
                  <a:srgbClr val="424E66"/>
                </a:solidFill>
                <a:latin typeface="-apple-system"/>
              </a:rPr>
              <a:t>交互和下钻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95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-apple-system</vt:lpstr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zhang</cp:lastModifiedBy>
  <cp:revision>703</cp:revision>
  <dcterms:created xsi:type="dcterms:W3CDTF">2025-10-28T10:07:16Z</dcterms:created>
  <dcterms:modified xsi:type="dcterms:W3CDTF">2026-06-06T03:45:00Z</dcterms:modified>
</cp:coreProperties>
</file>