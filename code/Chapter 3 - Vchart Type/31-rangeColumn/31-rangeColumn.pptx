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6"/>
  </p:notesMasterIdLst>
  <p:sldIdLst>
    <p:sldId id="262" r:id="rId3"/>
    <p:sldId id="283" r:id="rId4"/>
    <p:sldId id="265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45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2026/4/19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31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课：区间柱</a:t>
            </a:r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</a:rPr>
              <a:t>状</a:t>
            </a:r>
            <a:r>
              <a:rPr lang="zh-CN" altLang="en-US"/>
              <a:t>图和区间面积图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1820</TotalTime>
  <Words>92</Words>
  <Application>Microsoft Office PowerPoint</Application>
  <PresentationFormat>宽屏</PresentationFormat>
  <Paragraphs>13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8" baseType="lpstr"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668</cp:revision>
  <dcterms:created xsi:type="dcterms:W3CDTF">2025-10-28T10:07:16Z</dcterms:created>
  <dcterms:modified xsi:type="dcterms:W3CDTF">2026-04-19T08:18:13Z</dcterms:modified>
</cp:coreProperties>
</file>