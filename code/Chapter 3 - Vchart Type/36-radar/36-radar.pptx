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36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b="0" dirty="0">
                <a:latin typeface="Arial" panose="020B0604020202020204" pitchFamily="34" charset="0"/>
                <a:ea typeface="微软雅黑" panose="020B0503020204020204" pitchFamily="34" charset="-122"/>
              </a:rPr>
              <a:t>雷达</a:t>
            </a:r>
            <a:r>
              <a:rPr lang="zh-CN" altLang="en-US" b="0" dirty="0"/>
              <a:t>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A3FA90-C070-9F6B-7000-08A1A62CA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021" y="1280812"/>
            <a:ext cx="6677957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数据特征</a:t>
            </a:r>
            <a:endParaRPr lang="en-US" altLang="zh-CN" b="0" i="0" u="none" strike="noStrike" dirty="0">
              <a:solidFill>
                <a:srgbClr val="424E66"/>
              </a:solidFill>
              <a:effectLst/>
              <a:latin typeface="Nunito for Arco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图标布局：分组雷达图、堆叠雷达图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</a:pPr>
            <a:r>
              <a:rPr lang="zh-CN" altLang="en-US">
                <a:solidFill>
                  <a:srgbClr val="424E66"/>
                </a:solidFill>
                <a:latin typeface="Nunito for Arco"/>
              </a:rPr>
              <a:t>百分比堆叠雷达图</a:t>
            </a:r>
            <a:endParaRPr lang="zh-CN" altLang="en-US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</TotalTime>
  <Words>104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-apple-system</vt:lpstr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696</cp:revision>
  <dcterms:created xsi:type="dcterms:W3CDTF">2025-10-28T10:07:16Z</dcterms:created>
  <dcterms:modified xsi:type="dcterms:W3CDTF">2026-05-30T02:02:35Z</dcterms:modified>
</cp:coreProperties>
</file>