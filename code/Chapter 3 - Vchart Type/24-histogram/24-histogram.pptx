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3"/>
  </p:notesMasterIdLst>
  <p:sldIdLst>
    <p:sldId id="262" r:id="rId3"/>
    <p:sldId id="286" r:id="rId4"/>
    <p:sldId id="303" r:id="rId5"/>
    <p:sldId id="295" r:id="rId6"/>
    <p:sldId id="307" r:id="rId7"/>
    <p:sldId id="309" r:id="rId8"/>
    <p:sldId id="302" r:id="rId9"/>
    <p:sldId id="304" r:id="rId10"/>
    <p:sldId id="283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直方图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直方图简介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7ABB85-61C9-4D7F-EB10-746107A285CF}"/>
              </a:ext>
            </a:extLst>
          </p:cNvPr>
          <p:cNvSpPr txBox="1"/>
          <p:nvPr/>
        </p:nvSpPr>
        <p:spPr>
          <a:xfrm>
            <a:off x="669923" y="1271208"/>
            <a:ext cx="6096000" cy="263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核心内容：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又称质量分布图，用于表示数据的分布情况。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结构：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横轴：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数据区间（连续数值轴）。</a:t>
            </a:r>
          </a:p>
          <a:p>
            <a:pPr marL="1143000" lvl="2" indent="-2286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纵轴：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分布情况（频率或频数）。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特点：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柱子越高，代表落在该区间的数据点越多。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1D0072-F257-C742-526F-E6EAA27C1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550" y="4012525"/>
            <a:ext cx="5399087" cy="235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核心配置项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881C4E-4648-4A8C-7B48-731C9316901E}"/>
              </a:ext>
            </a:extLst>
          </p:cNvPr>
          <p:cNvSpPr txBox="1"/>
          <p:nvPr/>
        </p:nvSpPr>
        <p:spPr>
          <a:xfrm>
            <a:off x="656784" y="1464898"/>
            <a:ext cx="9522266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类型声明：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type: 'histogram'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数据映射（垂直直方图）：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var(--ds-font-family-code)"/>
              </a:rPr>
              <a:t>xField</a:t>
            </a:r>
            <a:r>
              <a:rPr lang="zh-CN" altLang="en-US" dirty="0">
                <a:solidFill>
                  <a:srgbClr val="0F1115"/>
                </a:solidFill>
                <a:latin typeface="var(--ds-font-family-code)"/>
              </a:rPr>
              <a:t> 属性声明为频率统计左区间字段</a:t>
            </a:r>
            <a:endParaRPr lang="en-US" altLang="zh-CN" dirty="0">
              <a:solidFill>
                <a:srgbClr val="0F1115"/>
              </a:solidFill>
              <a:latin typeface="var(--ds-font-family-code)"/>
            </a:endParaRPr>
          </a:p>
          <a:p>
            <a:pPr marL="1143000" lvl="2" indent="-2286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F1115"/>
                </a:solidFill>
                <a:latin typeface="var(--ds-font-family-code)"/>
              </a:rPr>
              <a:t>x2Field</a:t>
            </a:r>
            <a:r>
              <a:rPr lang="zh-CN" altLang="en-US" dirty="0">
                <a:solidFill>
                  <a:srgbClr val="0F1115"/>
                </a:solidFill>
                <a:latin typeface="var(--ds-font-family-code)"/>
              </a:rPr>
              <a:t> 属性声明为频率统计右区间字段</a:t>
            </a:r>
          </a:p>
          <a:p>
            <a:pPr marL="1143000" lvl="2" indent="-2286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zh-CN" altLang="en-US" dirty="0"/>
              <a:t>属性声明为频率数值字段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方向切换：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direction: 'horizontal'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：此时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y1Field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映射上下边界，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映射宽度。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44CCCA-DFE2-6347-2193-E8D323815AE6}"/>
              </a:ext>
            </a:extLst>
          </p:cNvPr>
          <p:cNvSpPr txBox="1"/>
          <p:nvPr/>
        </p:nvSpPr>
        <p:spPr>
          <a:xfrm>
            <a:off x="1047750" y="50352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重点提示：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直方图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不支持离散轴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，主轴必须是数值区间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快速上手：数据结构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1FFDB0-CD63-BDC1-5473-33BA0CE5E6B5}"/>
              </a:ext>
            </a:extLst>
          </p:cNvPr>
          <p:cNvSpPr txBox="1"/>
          <p:nvPr/>
        </p:nvSpPr>
        <p:spPr>
          <a:xfrm>
            <a:off x="669924" y="12080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标准结构：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需要两个数值字段表示区间，一个数值字段表示高度。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49F754-C4DB-9BAA-9B7A-45FA98DF2CCA}"/>
              </a:ext>
            </a:extLst>
          </p:cNvPr>
          <p:cNvSpPr txBox="1"/>
          <p:nvPr/>
        </p:nvSpPr>
        <p:spPr>
          <a:xfrm>
            <a:off x="669924" y="221935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values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x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x1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10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value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区间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[0,10)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，频率为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1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x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10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x1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20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value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5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x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20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x1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30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value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2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D9FAB3-0497-1311-6068-1E56FFAA724E}"/>
              </a:ext>
            </a:extLst>
          </p:cNvPr>
          <p:cNvSpPr txBox="1"/>
          <p:nvPr/>
        </p:nvSpPr>
        <p:spPr>
          <a:xfrm>
            <a:off x="669924" y="4986658"/>
            <a:ext cx="6096000" cy="144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关键配置对应：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xField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: 'x' (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左区间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742950" lvl="1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x1Field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x2Field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: 'x1' (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右区间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742950" lvl="1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: 'value' (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频率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D72C-16AB-E3A5-6096-0817AAFB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CFF0F-4432-C3B9-CBD9-803EAA19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直方折线组合图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430F231-4733-A19F-2A17-659A97AF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912" y="29984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BAF927-AA95-242B-BA1B-6D457E457FAB}"/>
              </a:ext>
            </a:extLst>
          </p:cNvPr>
          <p:cNvSpPr txBox="1"/>
          <p:nvPr/>
        </p:nvSpPr>
        <p:spPr>
          <a:xfrm>
            <a:off x="615950" y="1395849"/>
            <a:ext cx="6096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场景：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直方图搭配折线图，在展示分布的同时强调数据趋势。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配置方式：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type: 'common'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组合图。</a:t>
            </a:r>
          </a:p>
          <a:p>
            <a:pPr marL="742950" lvl="1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数据层共用或分别定义。</a:t>
            </a:r>
          </a:p>
          <a:p>
            <a:pPr marL="742950" lvl="1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效果：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柱子显示分布，折线显示密度曲线或趋势变化。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7EA4AE-D176-5B1C-1C88-0F4D0A016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912" y="1141335"/>
            <a:ext cx="4389438" cy="489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C9939-42C2-407F-97E8-8C1896D73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E5D7A-41F5-735B-E7C4-F5D11694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不同频率分布直方图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26CA086-7D37-1302-0B58-2C3A21364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912" y="29984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A2A639-7FC8-218B-DC0E-AACC05929A4E}"/>
              </a:ext>
            </a:extLst>
          </p:cNvPr>
          <p:cNvSpPr txBox="1"/>
          <p:nvPr/>
        </p:nvSpPr>
        <p:spPr>
          <a:xfrm>
            <a:off x="609600" y="179815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场景：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 由于决定柱子左右边界位置的是不同的数据字段，也就意味着数据的数值间隔决定了柱子的宽度（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direction: 'horizontal'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时决定柱子的高度）。 而数据间隔不同，就可以绘制出不同频率分布的直方图。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642EFEA-545C-1C71-4EF0-C6153F775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132" y="1581150"/>
            <a:ext cx="3647480" cy="397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20A-B3C7-9E37-34B6-B6C92B3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9F7F-78D2-0F7F-ACC5-5A5C9D3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堆叠直方图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DC537BF-F86C-D07B-06C4-E6A8AA355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15" y="1388777"/>
            <a:ext cx="4402609" cy="479901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25B74CE-0A17-F34B-848B-6E733D308B4F}"/>
              </a:ext>
            </a:extLst>
          </p:cNvPr>
          <p:cNvSpPr txBox="1"/>
          <p:nvPr/>
        </p:nvSpPr>
        <p:spPr>
          <a:xfrm>
            <a:off x="187324" y="1469174"/>
            <a:ext cx="609600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配置项：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stack: true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必要搭配：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必须指定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seriesField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，用于区分堆叠的色块。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作用：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展示各部分在整体中的占比和累积分布。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注意：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 确保系列字段（</a:t>
            </a: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seriesField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）的值有明确的类别含义。</a:t>
            </a:r>
          </a:p>
        </p:txBody>
      </p:sp>
    </p:spTree>
    <p:extLst>
      <p:ext uri="{BB962C8B-B14F-4D97-AF65-F5344CB8AC3E}">
        <p14:creationId xmlns:p14="http://schemas.microsoft.com/office/powerpoint/2010/main" val="4169164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DD32-0A03-BB0C-4FEE-9F330BCD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BF0CD-E99B-FD26-0A54-03C26F68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D4241D-C36C-1278-2A85-111ABDC8479F}"/>
              </a:ext>
            </a:extLst>
          </p:cNvPr>
          <p:cNvSpPr txBox="1"/>
          <p:nvPr/>
        </p:nvSpPr>
        <p:spPr>
          <a:xfrm>
            <a:off x="746124" y="1605980"/>
            <a:ext cx="6096000" cy="2403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核心三要素：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xField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x1Field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x2Field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),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数据分析：查看数据是否符合正态分布。</a:t>
            </a:r>
          </a:p>
          <a:p>
            <a:pPr marL="742950" lvl="1" indent="-285750"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质量控制：监控生产过程中的波动范围。</a:t>
            </a:r>
          </a:p>
          <a:p>
            <a:pPr marL="742950" lvl="1" indent="-285750"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人群画像：年龄分布、收入分段等。</a:t>
            </a:r>
          </a:p>
          <a:p>
            <a:pPr algn="l">
              <a:spcBef>
                <a:spcPts val="450"/>
              </a:spcBef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对比柱状图：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直方图看“分布”（连续），柱状图看“对比”（离散）。</a:t>
            </a:r>
          </a:p>
        </p:txBody>
      </p:sp>
    </p:spTree>
    <p:extLst>
      <p:ext uri="{BB962C8B-B14F-4D97-AF65-F5344CB8AC3E}">
        <p14:creationId xmlns:p14="http://schemas.microsoft.com/office/powerpoint/2010/main" val="341508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564</Words>
  <Application>Microsoft Office PowerPoint</Application>
  <PresentationFormat>宽屏</PresentationFormat>
  <Paragraphs>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Nunito for Arco</vt:lpstr>
      <vt:lpstr>quote-cjk-patch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直方图简介</vt:lpstr>
      <vt:lpstr>核心配置项</vt:lpstr>
      <vt:lpstr>快速上手：数据结构</vt:lpstr>
      <vt:lpstr>直方折线组合图</vt:lpstr>
      <vt:lpstr>不同频率分布直方图</vt:lpstr>
      <vt:lpstr>堆叠直方图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508</cp:revision>
  <dcterms:created xsi:type="dcterms:W3CDTF">2025-10-28T10:07:16Z</dcterms:created>
  <dcterms:modified xsi:type="dcterms:W3CDTF">2026-03-21T10:46:54Z</dcterms:modified>
</cp:coreProperties>
</file>