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39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dirty="0"/>
              <a:t>进度图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ACE8AC-8B2A-6A30-6A35-5213FE7A3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03" y="1366773"/>
            <a:ext cx="9983593" cy="9240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4B66F77-ACBC-1D60-E88C-C9D9F1BFA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4" y="2874443"/>
            <a:ext cx="6787236" cy="323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319DDF-8321-1E95-C392-F1F15926AF12}"/>
              </a:ext>
            </a:extLst>
          </p:cNvPr>
          <p:cNvSpPr txBox="1"/>
          <p:nvPr/>
        </p:nvSpPr>
        <p:spPr>
          <a:xfrm>
            <a:off x="746090" y="1449521"/>
            <a:ext cx="6094324" cy="844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条形进度图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dirty="0">
                <a:solidFill>
                  <a:srgbClr val="424E66"/>
                </a:solidFill>
                <a:latin typeface="Nunito for Arco"/>
              </a:rPr>
              <a:t>环形进度图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2000</TotalTime>
  <Words>94</Words>
  <Application>Microsoft Office PowerPoint</Application>
  <PresentationFormat>宽屏</PresentationFormat>
  <Paragraphs>17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710</cp:revision>
  <dcterms:created xsi:type="dcterms:W3CDTF">2025-10-28T10:07:16Z</dcterms:created>
  <dcterms:modified xsi:type="dcterms:W3CDTF">2026-06-13T13:46:22Z</dcterms:modified>
</cp:coreProperties>
</file>