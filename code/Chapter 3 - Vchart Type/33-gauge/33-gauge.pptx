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8"/>
  </p:notesMasterIdLst>
  <p:sldIdLst>
    <p:sldId id="262" r:id="rId3"/>
    <p:sldId id="285" r:id="rId4"/>
    <p:sldId id="286" r:id="rId5"/>
    <p:sldId id="283" r:id="rId6"/>
    <p:sldId id="26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>
                <a:latin typeface="Arial" panose="020B0604020202020204" pitchFamily="34" charset="0"/>
                <a:ea typeface="微软雅黑" panose="020B0503020204020204" pitchFamily="34" charset="-122"/>
              </a:rPr>
              <a:t>33</a:t>
            </a:r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课：仪表图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F3ED4-EAEA-6458-7FD4-948C89DF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70DE6E-FCA2-403E-F993-620B49F9B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介绍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DFE46F9-EF47-BAF4-5BA0-215A2F038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537" y="1306512"/>
            <a:ext cx="9077325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60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AD4AF-1431-D9E9-0982-A706A97E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4FB7D-7A45-FCB6-18B7-572E35062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总结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468E9D3-08A8-0D2F-4C16-1621F81B0946}"/>
              </a:ext>
            </a:extLst>
          </p:cNvPr>
          <p:cNvSpPr txBox="1"/>
          <p:nvPr/>
        </p:nvSpPr>
        <p:spPr>
          <a:xfrm>
            <a:off x="669924" y="1298406"/>
            <a:ext cx="91598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1A2233"/>
                </a:solidFill>
                <a:effectLst/>
                <a:latin typeface="-apple-system"/>
              </a:rPr>
              <a:t>关键配置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424E66"/>
                </a:solidFill>
                <a:effectLst/>
                <a:latin typeface="ui-monospace"/>
              </a:rPr>
              <a:t>categoryField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、</a:t>
            </a:r>
            <a:r>
              <a:rPr lang="en-US" altLang="zh-CN" b="0" i="0" dirty="0" err="1">
                <a:solidFill>
                  <a:srgbClr val="424E66"/>
                </a:solidFill>
                <a:effectLst/>
                <a:latin typeface="ui-monospace"/>
              </a:rPr>
              <a:t>valueField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 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属性分别用于指定数据类别与指针角度字段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424E66"/>
                </a:solidFill>
                <a:effectLst/>
                <a:latin typeface="ui-monospace"/>
              </a:rPr>
              <a:t>innerRadius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、</a:t>
            </a:r>
            <a:r>
              <a:rPr lang="en-US" altLang="zh-CN" b="0" i="0" dirty="0" err="1">
                <a:solidFill>
                  <a:srgbClr val="424E66"/>
                </a:solidFill>
                <a:effectLst/>
                <a:latin typeface="ui-monospace"/>
              </a:rPr>
              <a:t>outerRadius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 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属性用于指定仪表盘的内外半径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424E66"/>
                </a:solidFill>
                <a:effectLst/>
                <a:latin typeface="ui-monospace"/>
              </a:rPr>
              <a:t>startAngle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、</a:t>
            </a:r>
            <a:r>
              <a:rPr lang="en-US" altLang="zh-CN" b="0" i="0" dirty="0" err="1">
                <a:solidFill>
                  <a:srgbClr val="424E66"/>
                </a:solidFill>
                <a:effectLst/>
                <a:latin typeface="ui-monospace"/>
              </a:rPr>
              <a:t>endAngle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 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属性用于指定仪表盘的开始、结束角度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C5709B8-E4FF-947C-BAAD-1FC6EAEDEFF2}"/>
              </a:ext>
            </a:extLst>
          </p:cNvPr>
          <p:cNvSpPr txBox="1"/>
          <p:nvPr/>
        </p:nvSpPr>
        <p:spPr>
          <a:xfrm>
            <a:off x="669924" y="3835399"/>
            <a:ext cx="11242676" cy="1788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1A2233"/>
                </a:solidFill>
                <a:effectLst/>
                <a:latin typeface="-apple-system"/>
              </a:rPr>
              <a:t>数据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一个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ui-monospace"/>
              </a:rPr>
              <a:t>离散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 字段，如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: 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ui-monospace"/>
              </a:rPr>
              <a:t>type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 ，表示数据类别，也可以理解为仪表盘所展示的是何种项目的进度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一个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ui-monospace"/>
              </a:rPr>
              <a:t>数值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字段，如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: 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ui-monospace"/>
              </a:rPr>
              <a:t>value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 ，表示指针角度，也可以理解为要展示的进度值</a:t>
            </a:r>
          </a:p>
          <a:p>
            <a:pPr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由于一个仪表盘通常只展示一个项目的进度，所以数据通常只有一条。</a:t>
            </a:r>
          </a:p>
        </p:txBody>
      </p:sp>
    </p:spTree>
    <p:extLst>
      <p:ext uri="{BB962C8B-B14F-4D97-AF65-F5344CB8AC3E}">
        <p14:creationId xmlns:p14="http://schemas.microsoft.com/office/powerpoint/2010/main" val="2919309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1839</TotalTime>
  <Words>194</Words>
  <Application>Microsoft Office PowerPoint</Application>
  <PresentationFormat>宽屏</PresentationFormat>
  <Paragraphs>23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-apple-system</vt:lpstr>
      <vt:lpstr>Nunito for Arco</vt:lpstr>
      <vt:lpstr>ui-monospace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介绍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685</cp:revision>
  <dcterms:created xsi:type="dcterms:W3CDTF">2025-10-28T10:07:16Z</dcterms:created>
  <dcterms:modified xsi:type="dcterms:W3CDTF">2026-05-10T05:49:09Z</dcterms:modified>
</cp:coreProperties>
</file>