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9"/>
  </p:notesMasterIdLst>
  <p:sldIdLst>
    <p:sldId id="262" r:id="rId3"/>
    <p:sldId id="285" r:id="rId4"/>
    <p:sldId id="284" r:id="rId5"/>
    <p:sldId id="286" r:id="rId6"/>
    <p:sldId id="283" r:id="rId7"/>
    <p:sldId id="2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课：词云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8DEC149-F786-5E77-FAE1-3A8BE746C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061" y="1158205"/>
            <a:ext cx="7485823" cy="561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7B95-1B87-25B1-2EF0-3710147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F9847-F1A1-237A-E732-5B90E8212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图表构成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7E038C-5834-844E-42DD-2726DE681C74}"/>
              </a:ext>
            </a:extLst>
          </p:cNvPr>
          <p:cNvSpPr txBox="1"/>
          <p:nvPr/>
        </p:nvSpPr>
        <p:spPr>
          <a:xfrm>
            <a:off x="669924" y="1400406"/>
            <a:ext cx="60943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词云由文字图元、提示信息及其他组件构成。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</a:b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E48705-287C-3658-6073-320A00397851}"/>
              </a:ext>
            </a:extLst>
          </p:cNvPr>
          <p:cNvSpPr txBox="1"/>
          <p:nvPr/>
        </p:nvSpPr>
        <p:spPr>
          <a:xfrm>
            <a:off x="669924" y="2090148"/>
            <a:ext cx="8403738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wordCloudChart.type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图表类型，词云的类型为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wordCloud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</a:t>
            </a:r>
            <a:endParaRPr lang="en-US" altLang="zh-CN" b="0" i="0" dirty="0">
              <a:solidFill>
                <a:srgbClr val="424E66"/>
              </a:solidFill>
              <a:effectLst/>
              <a:latin typeface="-apple-system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wordCloudChart.data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图表绘制的数据源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wordCloudChart.nameField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文本字段，映射文字图元的文本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wordCloudChart.valueField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数值字段，映射文字图元的大小</a:t>
            </a:r>
          </a:p>
        </p:txBody>
      </p:sp>
    </p:spTree>
    <p:extLst>
      <p:ext uri="{BB962C8B-B14F-4D97-AF65-F5344CB8AC3E}">
        <p14:creationId xmlns:p14="http://schemas.microsoft.com/office/powerpoint/2010/main" val="253207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420B20-B22E-0BD1-2FF7-1480722B843F}"/>
              </a:ext>
            </a:extLst>
          </p:cNvPr>
          <p:cNvSpPr txBox="1"/>
          <p:nvPr/>
        </p:nvSpPr>
        <p:spPr>
          <a:xfrm>
            <a:off x="669924" y="1510056"/>
            <a:ext cx="6094324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dirty="0">
                <a:solidFill>
                  <a:srgbClr val="0F1115"/>
                </a:solidFill>
                <a:latin typeface="var(--ds-font-family-code)"/>
              </a:rPr>
              <a:t>关键配置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zh-CN" altLang="en-US" dirty="0">
                <a:solidFill>
                  <a:srgbClr val="0F1115"/>
                </a:solidFill>
                <a:latin typeface="var(--ds-font-family-code)"/>
              </a:rPr>
              <a:t>词云特性</a:t>
            </a:r>
            <a:endParaRPr lang="en-US" altLang="zh-CN" dirty="0">
              <a:solidFill>
                <a:srgbClr val="0F1115"/>
              </a:solidFill>
              <a:latin typeface="var(--ds-font-family-code)"/>
            </a:endParaRPr>
          </a:p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文字的操作、</a:t>
            </a:r>
            <a:r>
              <a:rPr lang="zh-CN" altLang="en-US">
                <a:solidFill>
                  <a:srgbClr val="0F1115"/>
                </a:solidFill>
                <a:latin typeface="quote-cjk-patch"/>
              </a:rPr>
              <a:t>布局模式</a:t>
            </a:r>
            <a:r>
              <a:rPr lang="zh-CN" altLang="en-US">
                <a:solidFill>
                  <a:srgbClr val="0F1115"/>
                </a:solidFill>
                <a:latin typeface="var(--ds-font-family-code)"/>
              </a:rPr>
              <a:t>、颜色映射</a:t>
            </a:r>
            <a:endParaRPr lang="en-US" altLang="zh-CN">
              <a:solidFill>
                <a:srgbClr val="0F1115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166</Words>
  <Application>Microsoft Office PowerPoint</Application>
  <PresentationFormat>宽屏</PresentationFormat>
  <Paragraphs>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-apple-system</vt:lpstr>
      <vt:lpstr>Nunito for Arco</vt:lpstr>
      <vt:lpstr>quote-cjk-patch</vt:lpstr>
      <vt:lpstr>ui-monospace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图表构成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680</cp:revision>
  <dcterms:created xsi:type="dcterms:W3CDTF">2025-10-28T10:07:16Z</dcterms:created>
  <dcterms:modified xsi:type="dcterms:W3CDTF">2026-04-25T01:39:26Z</dcterms:modified>
</cp:coreProperties>
</file>