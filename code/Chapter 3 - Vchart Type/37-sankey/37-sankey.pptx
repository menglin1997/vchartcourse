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37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b="0" dirty="0">
                <a:latin typeface="Arial" panose="020B0604020202020204" pitchFamily="34" charset="0"/>
                <a:ea typeface="微软雅黑" panose="020B0503020204020204" pitchFamily="34" charset="-122"/>
              </a:rPr>
              <a:t>桑葚</a:t>
            </a:r>
            <a:r>
              <a:rPr lang="zh-CN" altLang="en-US" b="0" dirty="0"/>
              <a:t>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7B7D0A-784F-AFBF-7583-C2F748966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98" y="1297350"/>
            <a:ext cx="8309857" cy="511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319DDF-8321-1E95-C392-F1F15926AF12}"/>
              </a:ext>
            </a:extLst>
          </p:cNvPr>
          <p:cNvSpPr txBox="1"/>
          <p:nvPr/>
        </p:nvSpPr>
        <p:spPr>
          <a:xfrm>
            <a:off x="746090" y="1449521"/>
            <a:ext cx="609432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数据特征和图表构成</a:t>
            </a:r>
            <a:endParaRPr lang="en-US" altLang="zh-CN" b="0" i="0" u="none" strike="noStrike" dirty="0">
              <a:solidFill>
                <a:srgbClr val="424E66"/>
              </a:solidFill>
              <a:effectLst/>
              <a:latin typeface="Nunito for Arco"/>
            </a:endParaRPr>
          </a:p>
          <a:p>
            <a:pPr algn="l">
              <a:lnSpc>
                <a:spcPts val="1950"/>
              </a:lnSpc>
              <a:spcAft>
                <a:spcPts val="1200"/>
              </a:spcAft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图表布局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  <a:p>
            <a:pPr algn="l">
              <a:lnSpc>
                <a:spcPts val="1950"/>
              </a:lnSpc>
              <a:spcAft>
                <a:spcPts val="1200"/>
              </a:spcAft>
            </a:pPr>
            <a:r>
              <a:rPr lang="zh-CN" altLang="en-US" dirty="0">
                <a:solidFill>
                  <a:srgbClr val="424E66"/>
                </a:solidFill>
                <a:latin typeface="Nunito for Arco"/>
              </a:rPr>
              <a:t>标签</a:t>
            </a:r>
            <a:endParaRPr lang="en-US" altLang="zh-CN" dirty="0">
              <a:solidFill>
                <a:srgbClr val="424E66"/>
              </a:solidFill>
              <a:latin typeface="Nunito for Arco"/>
            </a:endParaRPr>
          </a:p>
          <a:p>
            <a:pPr algn="l">
              <a:lnSpc>
                <a:spcPts val="1950"/>
              </a:lnSpc>
              <a:spcAft>
                <a:spcPts val="1200"/>
              </a:spcAft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交互</a:t>
            </a:r>
            <a:endParaRPr lang="zh-CN" altLang="en-US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96</Words>
  <Application>Microsoft Office PowerPoint</Application>
  <PresentationFormat>宽屏</PresentationFormat>
  <Paragraphs>19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-apple-system</vt:lpstr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699</cp:revision>
  <dcterms:created xsi:type="dcterms:W3CDTF">2025-10-28T10:07:16Z</dcterms:created>
  <dcterms:modified xsi:type="dcterms:W3CDTF">2026-05-30T07:55:43Z</dcterms:modified>
</cp:coreProperties>
</file>