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736" r:id="rId2"/>
  </p:sldMasterIdLst>
  <p:notesMasterIdLst>
    <p:notesMasterId r:id="rId8"/>
  </p:notesMasterIdLst>
  <p:sldIdLst>
    <p:sldId id="262" r:id="rId3"/>
    <p:sldId id="285" r:id="rId4"/>
    <p:sldId id="286" r:id="rId5"/>
    <p:sldId id="283" r:id="rId6"/>
    <p:sldId id="265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456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656D83-8A9A-44A3-8DF8-A2089DA75AD7}" type="datetimeFigureOut">
              <a:rPr lang="zh-CN" altLang="en-US" smtClean="0"/>
              <a:t>2026/6/6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1CF908-1C26-48E2-87DA-1AF51B1E77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5397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5A074C-FC59-1687-EF38-E58D64A9D4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85E2F59-0152-88EF-849C-6DDEE08A8E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CE55B4D-E731-6FF6-ECA5-568013753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2026/6/6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EDA09C3-C7EA-BFC5-8E9D-A7FEDA452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CC8C91-7EA7-3405-4F3E-6BB0C708A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6260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59F9D3-E97E-9A97-724B-7617CC601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9959AE-85FC-18D0-1C99-4B434B5155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E87162-02C5-AA26-372F-F080D16A7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2026/6/6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66A089-BFC7-961B-7A6F-F4579EFF4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A83054-F8C1-9D22-FEB6-A7D56CE71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0400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2C26E5-68DD-199A-C9DB-0DCB330EB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5131F37-860D-F188-71DD-C910534ABE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B4F94C4-CAAB-641B-EDEF-E610923E0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2026/6/6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F86C9A-35CA-A3AA-D38A-BE842C293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6063D8-7146-85BC-2C4F-4D1AC930F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6405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A9DD69-D641-5506-6EAD-7547482F3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25C0F0-9F27-F36B-C76C-D035B59C6F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A9DD2C5-C67F-899A-67FE-60393AA27C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8680EE8-C0A8-DF63-4E4F-AAEF5ED7C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2026/6/6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3AE1E17-08B5-BA85-37A7-4D73A7A9E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2BABAEA-8CDE-4BBA-7953-E0EAB5E18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8841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F1C3F3-35FB-3EFD-E50F-E91969C72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FD08565-CE8C-25C2-F502-577BD6A453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3CA03FA-D079-05A3-77E3-1F7A7C9F2D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A6AE57E-0D55-EF96-BE76-FAAFD586D7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0C70729-A9D1-7B9C-2A67-540A156066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2106C07-AE7B-BB2B-B1A4-318A9E26E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2026/6/6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D70B1EC-6E58-4DBC-4E4D-824C46C8A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067DDE0-E5BC-E402-1D39-BA434C70B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6483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CDC668-B104-9549-9F37-7C0BE6840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57C1EC8-D095-CFCC-06D0-AB93F871A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2026/6/6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8DA2B43-0F9A-3A1F-AFD7-E88DD978C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13D36DA-BC6A-0193-9084-B4977B6A4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0953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8D5AA3B-61EA-3739-09D8-F75C59389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2026/6/6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05B13EC-F704-2CB9-6407-601C12FDA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E45C8CF-BB62-33BF-D0D6-FFBEDF769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6608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5C1573-3232-2085-CEC9-4D0F158D1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5ECDB6-16D7-B8FA-82F2-190EC99F82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EDC45E2-6F54-277E-B223-080369AB65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72B1A6A-BD86-1AC6-FF55-671E4B215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2026/6/6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B59237D-544C-30D0-6399-57F3293C7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0658955-F589-0F92-6FB1-3874BB789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0793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966253-757C-5E12-8FC5-69C37414A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5BC2C7D-0F28-AB90-4C67-0A3476E91A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8BD7C4B-B874-23C3-EEEE-D40ADF1E01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95494BB-803A-5732-6664-782BE09F4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2026/6/6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166B5F3-3770-1FF2-3A43-532EA58AF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802D97D-7D1E-92A7-B62E-17598B7C5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0004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F3661F-EA66-E168-CB21-1B982A7C4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E73E507-4B83-A7CA-8415-9B8510D279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E7E8E0-DD64-9A4B-F7BA-C5E422997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2026/6/6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5F26AC7-F6B9-1DDF-92A0-C2F390360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10527A7-E0D4-0F85-1FEB-81288C014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3342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2EA09A4-C5E1-B719-9BFB-DF36BCA0C8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9E93829-DAF3-DD7D-646F-3B8C5FA423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B8ADFE-4FAE-898B-E5D9-8E73B5EEB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2026/6/6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89CA8BC-06D0-4B00-5097-AA534037E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6A6F4D4-EF63-B01B-0F7A-27957C456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77327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fficePLUSCoverBackgroundShape">
            <a:extLst>
              <a:ext uri="{FF2B5EF4-FFF2-40B4-BE49-F238E27FC236}">
                <a16:creationId xmlns:a16="http://schemas.microsoft.com/office/drawing/2014/main" id="{97FA10A7-CD1D-46B5-62CE-B6728815E66E}"/>
              </a:ext>
            </a:extLst>
          </p:cNvPr>
          <p:cNvGrpSpPr/>
          <p:nvPr/>
        </p:nvGrpSpPr>
        <p:grpSpPr>
          <a:xfrm>
            <a:off x="-221275" y="2"/>
            <a:ext cx="12422743" cy="6857999"/>
            <a:chOff x="-221275" y="2"/>
            <a:chExt cx="12422743" cy="6857999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69A5A75F-E592-4541-B75B-71DCE8E0E228}"/>
                </a:ext>
              </a:extLst>
            </p:cNvPr>
            <p:cNvSpPr/>
            <p:nvPr/>
          </p:nvSpPr>
          <p:spPr>
            <a:xfrm>
              <a:off x="0" y="2"/>
              <a:ext cx="12192000" cy="6857999"/>
            </a:xfrm>
            <a:custGeom>
              <a:avLst/>
              <a:gdLst>
                <a:gd name="connsiteX0" fmla="*/ 5884559 w 12192000"/>
                <a:gd name="connsiteY0" fmla="*/ 0 h 6857999"/>
                <a:gd name="connsiteX1" fmla="*/ 12192000 w 12192000"/>
                <a:gd name="connsiteY1" fmla="*/ 0 h 6857999"/>
                <a:gd name="connsiteX2" fmla="*/ 12192000 w 12192000"/>
                <a:gd name="connsiteY2" fmla="*/ 5646939 h 6857999"/>
                <a:gd name="connsiteX3" fmla="*/ 9619733 w 12192000"/>
                <a:gd name="connsiteY3" fmla="*/ 6857999 h 6857999"/>
                <a:gd name="connsiteX4" fmla="*/ 4809867 w 12192000"/>
                <a:gd name="connsiteY4" fmla="*/ 6857999 h 6857999"/>
                <a:gd name="connsiteX5" fmla="*/ 0 w 12192000"/>
                <a:gd name="connsiteY5" fmla="*/ 6857999 h 6857999"/>
                <a:gd name="connsiteX6" fmla="*/ 0 w 12192000"/>
                <a:gd name="connsiteY6" fmla="*/ 6040507 h 6857999"/>
                <a:gd name="connsiteX7" fmla="*/ 1 w 12192000"/>
                <a:gd name="connsiteY7" fmla="*/ 2770534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6857999">
                  <a:moveTo>
                    <a:pt x="5884559" y="0"/>
                  </a:moveTo>
                  <a:lnTo>
                    <a:pt x="12192000" y="0"/>
                  </a:lnTo>
                  <a:lnTo>
                    <a:pt x="12192000" y="5646939"/>
                  </a:lnTo>
                  <a:lnTo>
                    <a:pt x="9619733" y="6857999"/>
                  </a:lnTo>
                  <a:lnTo>
                    <a:pt x="4809867" y="6857999"/>
                  </a:lnTo>
                  <a:lnTo>
                    <a:pt x="0" y="6857999"/>
                  </a:lnTo>
                  <a:lnTo>
                    <a:pt x="0" y="6040507"/>
                  </a:lnTo>
                  <a:lnTo>
                    <a:pt x="1" y="277053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7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1A9124B-C02C-4642-A042-37F8ADBDD887}"/>
                </a:ext>
              </a:extLst>
            </p:cNvPr>
            <p:cNvSpPr/>
            <p:nvPr/>
          </p:nvSpPr>
          <p:spPr>
            <a:xfrm>
              <a:off x="673099" y="755393"/>
              <a:ext cx="816067" cy="81606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dirty="0">
                  <a:solidFill>
                    <a:schemeClr val="bg1">
                      <a:lumMod val="65000"/>
                    </a:schemeClr>
                  </a:solidFill>
                  <a:latin typeface="Impact" panose="020B0806030902050204" pitchFamily="34" charset="0"/>
                </a:rPr>
                <a:t>LOGO</a:t>
              </a: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D3F352F-49A8-461D-952E-E67DB6EF1813}"/>
                </a:ext>
              </a:extLst>
            </p:cNvPr>
            <p:cNvSpPr/>
            <p:nvPr/>
          </p:nvSpPr>
          <p:spPr>
            <a:xfrm rot="20065552">
              <a:off x="7882183" y="6158123"/>
              <a:ext cx="3122229" cy="530260"/>
            </a:xfrm>
            <a:custGeom>
              <a:avLst/>
              <a:gdLst>
                <a:gd name="connsiteX0" fmla="*/ 2960299 w 3122229"/>
                <a:gd name="connsiteY0" fmla="*/ 20835 h 530260"/>
                <a:gd name="connsiteX1" fmla="*/ 3122229 w 3122229"/>
                <a:gd name="connsiteY1" fmla="*/ 265130 h 530260"/>
                <a:gd name="connsiteX2" fmla="*/ 3122228 w 3122229"/>
                <a:gd name="connsiteY2" fmla="*/ 265130 h 530260"/>
                <a:gd name="connsiteX3" fmla="*/ 2857098 w 3122229"/>
                <a:gd name="connsiteY3" fmla="*/ 530260 h 530260"/>
                <a:gd name="connsiteX4" fmla="*/ 1108021 w 3122229"/>
                <a:gd name="connsiteY4" fmla="*/ 530259 h 530260"/>
                <a:gd name="connsiteX5" fmla="*/ 0 w 3122229"/>
                <a:gd name="connsiteY5" fmla="*/ 0 h 530260"/>
                <a:gd name="connsiteX6" fmla="*/ 2857099 w 3122229"/>
                <a:gd name="connsiteY6" fmla="*/ 0 h 530260"/>
                <a:gd name="connsiteX7" fmla="*/ 2960299 w 3122229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22229" h="530260">
                  <a:moveTo>
                    <a:pt x="2960299" y="20835"/>
                  </a:moveTo>
                  <a:cubicBezTo>
                    <a:pt x="3055458" y="61084"/>
                    <a:pt x="3122229" y="155310"/>
                    <a:pt x="3122229" y="265130"/>
                  </a:cubicBezTo>
                  <a:lnTo>
                    <a:pt x="3122228" y="265130"/>
                  </a:lnTo>
                  <a:cubicBezTo>
                    <a:pt x="3122228" y="411557"/>
                    <a:pt x="3003525" y="530260"/>
                    <a:pt x="2857098" y="530260"/>
                  </a:cubicBezTo>
                  <a:lnTo>
                    <a:pt x="1108021" y="530259"/>
                  </a:lnTo>
                  <a:lnTo>
                    <a:pt x="0" y="0"/>
                  </a:lnTo>
                  <a:lnTo>
                    <a:pt x="2857099" y="0"/>
                  </a:lnTo>
                  <a:cubicBezTo>
                    <a:pt x="2893705" y="0"/>
                    <a:pt x="2928579" y="7419"/>
                    <a:pt x="2960299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29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BFB0759-EAF1-470B-A594-76D0E20D9DE1}"/>
                </a:ext>
              </a:extLst>
            </p:cNvPr>
            <p:cNvSpPr/>
            <p:nvPr/>
          </p:nvSpPr>
          <p:spPr>
            <a:xfrm rot="20065552">
              <a:off x="-221275" y="2687845"/>
              <a:ext cx="2180707" cy="530260"/>
            </a:xfrm>
            <a:custGeom>
              <a:avLst/>
              <a:gdLst>
                <a:gd name="connsiteX0" fmla="*/ 2018777 w 2180707"/>
                <a:gd name="connsiteY0" fmla="*/ 20835 h 530260"/>
                <a:gd name="connsiteX1" fmla="*/ 2180707 w 2180707"/>
                <a:gd name="connsiteY1" fmla="*/ 265130 h 530260"/>
                <a:gd name="connsiteX2" fmla="*/ 2180706 w 2180707"/>
                <a:gd name="connsiteY2" fmla="*/ 265130 h 530260"/>
                <a:gd name="connsiteX3" fmla="*/ 1915576 w 2180707"/>
                <a:gd name="connsiteY3" fmla="*/ 530260 h 530260"/>
                <a:gd name="connsiteX4" fmla="*/ 0 w 2180707"/>
                <a:gd name="connsiteY4" fmla="*/ 530259 h 530260"/>
                <a:gd name="connsiteX5" fmla="*/ 253764 w 2180707"/>
                <a:gd name="connsiteY5" fmla="*/ 0 h 530260"/>
                <a:gd name="connsiteX6" fmla="*/ 1915577 w 2180707"/>
                <a:gd name="connsiteY6" fmla="*/ 0 h 530260"/>
                <a:gd name="connsiteX7" fmla="*/ 2018777 w 2180707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0707" h="530260">
                  <a:moveTo>
                    <a:pt x="2018777" y="20835"/>
                  </a:moveTo>
                  <a:cubicBezTo>
                    <a:pt x="2113936" y="61084"/>
                    <a:pt x="2180707" y="155310"/>
                    <a:pt x="2180707" y="265130"/>
                  </a:cubicBezTo>
                  <a:lnTo>
                    <a:pt x="2180706" y="265130"/>
                  </a:lnTo>
                  <a:cubicBezTo>
                    <a:pt x="2180706" y="411557"/>
                    <a:pt x="2062003" y="530260"/>
                    <a:pt x="1915576" y="530260"/>
                  </a:cubicBezTo>
                  <a:lnTo>
                    <a:pt x="0" y="530259"/>
                  </a:lnTo>
                  <a:lnTo>
                    <a:pt x="253764" y="0"/>
                  </a:lnTo>
                  <a:lnTo>
                    <a:pt x="1915577" y="0"/>
                  </a:lnTo>
                  <a:cubicBezTo>
                    <a:pt x="1952184" y="0"/>
                    <a:pt x="1987058" y="7419"/>
                    <a:pt x="2018777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61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C0613B5-66EC-4223-8A42-223BD4423CD3}"/>
                </a:ext>
              </a:extLst>
            </p:cNvPr>
            <p:cNvGrpSpPr/>
            <p:nvPr/>
          </p:nvGrpSpPr>
          <p:grpSpPr>
            <a:xfrm>
              <a:off x="2654209" y="1878118"/>
              <a:ext cx="7890819" cy="4011902"/>
              <a:chOff x="238125" y="1038125"/>
              <a:chExt cx="7146800" cy="3633625"/>
            </a:xfrm>
            <a:solidFill>
              <a:schemeClr val="accent1">
                <a:lumMod val="20000"/>
                <a:lumOff val="80000"/>
                <a:alpha val="10000"/>
              </a:schemeClr>
            </a:solidFill>
          </p:grpSpPr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A2CDEB4A-00EA-4551-8871-18045B175D4C}"/>
                  </a:ext>
                </a:extLst>
              </p:cNvPr>
              <p:cNvSpPr/>
              <p:nvPr/>
            </p:nvSpPr>
            <p:spPr>
              <a:xfrm>
                <a:off x="62561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9BED8C24-CBAA-48B8-8CFB-CBEFAE26368D}"/>
                  </a:ext>
                </a:extLst>
              </p:cNvPr>
              <p:cNvSpPr/>
              <p:nvPr/>
            </p:nvSpPr>
            <p:spPr>
              <a:xfrm>
                <a:off x="62561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E464C0E7-1FA4-4B9C-A24D-5DD997CA96AB}"/>
                  </a:ext>
                </a:extLst>
              </p:cNvPr>
              <p:cNvSpPr/>
              <p:nvPr/>
            </p:nvSpPr>
            <p:spPr>
              <a:xfrm>
                <a:off x="625615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403B6542-74C7-4B13-A324-580F94F172D0}"/>
                  </a:ext>
                </a:extLst>
              </p:cNvPr>
              <p:cNvSpPr/>
              <p:nvPr/>
            </p:nvSpPr>
            <p:spPr>
              <a:xfrm>
                <a:off x="63323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FD93F210-7764-4853-B03E-3A5527A1A7FA}"/>
                  </a:ext>
                </a:extLst>
              </p:cNvPr>
              <p:cNvSpPr/>
              <p:nvPr/>
            </p:nvSpPr>
            <p:spPr>
              <a:xfrm>
                <a:off x="63323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49E50BE3-B560-440E-9C38-FDE7DC1D6C09}"/>
                  </a:ext>
                </a:extLst>
              </p:cNvPr>
              <p:cNvSpPr/>
              <p:nvPr/>
            </p:nvSpPr>
            <p:spPr>
              <a:xfrm>
                <a:off x="64083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E4831193-CBB4-4366-91A2-C20A26F7A231}"/>
                  </a:ext>
                </a:extLst>
              </p:cNvPr>
              <p:cNvSpPr/>
              <p:nvPr/>
            </p:nvSpPr>
            <p:spPr>
              <a:xfrm>
                <a:off x="64083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62E81546-69E5-40AC-A9FC-7FFC5CB7A617}"/>
                  </a:ext>
                </a:extLst>
              </p:cNvPr>
              <p:cNvSpPr/>
              <p:nvPr/>
            </p:nvSpPr>
            <p:spPr>
              <a:xfrm>
                <a:off x="64083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76624F1A-86AA-4157-8B0F-5A50F8E42649}"/>
                  </a:ext>
                </a:extLst>
              </p:cNvPr>
              <p:cNvSpPr/>
              <p:nvPr/>
            </p:nvSpPr>
            <p:spPr>
              <a:xfrm>
                <a:off x="64845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37857054-1642-4621-9085-BE378C772117}"/>
                  </a:ext>
                </a:extLst>
              </p:cNvPr>
              <p:cNvSpPr/>
              <p:nvPr/>
            </p:nvSpPr>
            <p:spPr>
              <a:xfrm>
                <a:off x="64845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6B8A5E81-3B07-4F5F-8188-539DB7DC1DA4}"/>
                  </a:ext>
                </a:extLst>
              </p:cNvPr>
              <p:cNvSpPr/>
              <p:nvPr/>
            </p:nvSpPr>
            <p:spPr>
              <a:xfrm>
                <a:off x="648457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3F329D74-FE9E-48F0-9C62-A9BA095C9D7B}"/>
                  </a:ext>
                </a:extLst>
              </p:cNvPr>
              <p:cNvSpPr/>
              <p:nvPr/>
            </p:nvSpPr>
            <p:spPr>
              <a:xfrm>
                <a:off x="64845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F120EFEA-49F8-4A7D-8E2A-175F86B6C7BE}"/>
                  </a:ext>
                </a:extLst>
              </p:cNvPr>
              <p:cNvSpPr/>
              <p:nvPr/>
            </p:nvSpPr>
            <p:spPr>
              <a:xfrm>
                <a:off x="64845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ABBA9A21-F58C-43D2-9991-B8F861C684B0}"/>
                  </a:ext>
                </a:extLst>
              </p:cNvPr>
              <p:cNvSpPr/>
              <p:nvPr/>
            </p:nvSpPr>
            <p:spPr>
              <a:xfrm>
                <a:off x="663842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D6D3E158-D269-44D2-A146-16F762F0F90A}"/>
                  </a:ext>
                </a:extLst>
              </p:cNvPr>
              <p:cNvSpPr/>
              <p:nvPr/>
            </p:nvSpPr>
            <p:spPr>
              <a:xfrm>
                <a:off x="66384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F90AB9B3-974F-4F51-86B9-E3F5E2222CE6}"/>
                  </a:ext>
                </a:extLst>
              </p:cNvPr>
              <p:cNvSpPr/>
              <p:nvPr/>
            </p:nvSpPr>
            <p:spPr>
              <a:xfrm>
                <a:off x="6638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B590983B-ED36-4F57-9E16-42EBD46B69FB}"/>
                  </a:ext>
                </a:extLst>
              </p:cNvPr>
              <p:cNvSpPr/>
              <p:nvPr/>
            </p:nvSpPr>
            <p:spPr>
              <a:xfrm>
                <a:off x="6638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AB74E26E-7CDC-4884-8C3F-49C1BEAED985}"/>
                  </a:ext>
                </a:extLst>
              </p:cNvPr>
              <p:cNvSpPr/>
              <p:nvPr/>
            </p:nvSpPr>
            <p:spPr>
              <a:xfrm>
                <a:off x="6638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45393609-F891-44C8-9439-4DEB8CBEE8B3}"/>
                  </a:ext>
                </a:extLst>
              </p:cNvPr>
              <p:cNvSpPr/>
              <p:nvPr/>
            </p:nvSpPr>
            <p:spPr>
              <a:xfrm>
                <a:off x="67154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3C0DD7BC-E920-4CAA-860C-A168A15D7DC5}"/>
                  </a:ext>
                </a:extLst>
              </p:cNvPr>
              <p:cNvSpPr/>
              <p:nvPr/>
            </p:nvSpPr>
            <p:spPr>
              <a:xfrm>
                <a:off x="67154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615B4ECC-984C-49FD-A766-96184EE7255E}"/>
                  </a:ext>
                </a:extLst>
              </p:cNvPr>
              <p:cNvSpPr/>
              <p:nvPr/>
            </p:nvSpPr>
            <p:spPr>
              <a:xfrm>
                <a:off x="67154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0CA73FA0-2DA0-44DF-A656-69C9659661CB}"/>
                  </a:ext>
                </a:extLst>
              </p:cNvPr>
              <p:cNvSpPr/>
              <p:nvPr/>
            </p:nvSpPr>
            <p:spPr>
              <a:xfrm>
                <a:off x="64083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703206CC-59B8-4B9D-ADAE-10C0E7BBDC55}"/>
                  </a:ext>
                </a:extLst>
              </p:cNvPr>
              <p:cNvSpPr/>
              <p:nvPr/>
            </p:nvSpPr>
            <p:spPr>
              <a:xfrm>
                <a:off x="63323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1A33C47A-8E93-4362-B0C7-4CB343DB1A2B}"/>
                  </a:ext>
                </a:extLst>
              </p:cNvPr>
              <p:cNvSpPr/>
              <p:nvPr/>
            </p:nvSpPr>
            <p:spPr>
              <a:xfrm>
                <a:off x="625615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A8D06128-5D39-4A04-A300-6F4ED1B40094}"/>
                  </a:ext>
                </a:extLst>
              </p:cNvPr>
              <p:cNvSpPr/>
              <p:nvPr/>
            </p:nvSpPr>
            <p:spPr>
              <a:xfrm>
                <a:off x="59514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000E643C-FB13-4CED-9A99-93D9FB897821}"/>
                  </a:ext>
                </a:extLst>
              </p:cNvPr>
              <p:cNvSpPr/>
              <p:nvPr/>
            </p:nvSpPr>
            <p:spPr>
              <a:xfrm>
                <a:off x="59514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B854A4E8-0D57-4409-A25E-9009B48C4703}"/>
                  </a:ext>
                </a:extLst>
              </p:cNvPr>
              <p:cNvSpPr/>
              <p:nvPr/>
            </p:nvSpPr>
            <p:spPr>
              <a:xfrm>
                <a:off x="602750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07570374-B1D6-4CD1-BCD4-B6E461DB4647}"/>
                  </a:ext>
                </a:extLst>
              </p:cNvPr>
              <p:cNvSpPr/>
              <p:nvPr/>
            </p:nvSpPr>
            <p:spPr>
              <a:xfrm>
                <a:off x="602750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5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5C184A34-F437-4E8F-B5EC-40606EBC052C}"/>
                  </a:ext>
                </a:extLst>
              </p:cNvPr>
              <p:cNvSpPr/>
              <p:nvPr/>
            </p:nvSpPr>
            <p:spPr>
              <a:xfrm>
                <a:off x="60275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298763CB-ECF6-474A-ACC1-8B075FDD3BA4}"/>
                  </a:ext>
                </a:extLst>
              </p:cNvPr>
              <p:cNvSpPr/>
              <p:nvPr/>
            </p:nvSpPr>
            <p:spPr>
              <a:xfrm>
                <a:off x="61037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848B5C08-B14E-43C0-BA8E-08E09DB254D7}"/>
                  </a:ext>
                </a:extLst>
              </p:cNvPr>
              <p:cNvSpPr/>
              <p:nvPr/>
            </p:nvSpPr>
            <p:spPr>
              <a:xfrm>
                <a:off x="6103700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0573BA59-2EC5-4F3B-BEC5-1E0F915C7197}"/>
                  </a:ext>
                </a:extLst>
              </p:cNvPr>
              <p:cNvSpPr/>
              <p:nvPr/>
            </p:nvSpPr>
            <p:spPr>
              <a:xfrm>
                <a:off x="610370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B6CD3A8F-CE87-4215-BBD2-815FE4376ED2}"/>
                  </a:ext>
                </a:extLst>
              </p:cNvPr>
              <p:cNvSpPr/>
              <p:nvPr/>
            </p:nvSpPr>
            <p:spPr>
              <a:xfrm>
                <a:off x="61037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607C0EFF-EB10-47BA-B73B-C10C875C49B4}"/>
                  </a:ext>
                </a:extLst>
              </p:cNvPr>
              <p:cNvSpPr/>
              <p:nvPr/>
            </p:nvSpPr>
            <p:spPr>
              <a:xfrm>
                <a:off x="6179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CAA5E95E-352E-4C7C-9022-234F577F6CB0}"/>
                  </a:ext>
                </a:extLst>
              </p:cNvPr>
              <p:cNvSpPr/>
              <p:nvPr/>
            </p:nvSpPr>
            <p:spPr>
              <a:xfrm>
                <a:off x="61799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399C7A70-2F26-443B-A5EE-A222301DFBB7}"/>
                  </a:ext>
                </a:extLst>
              </p:cNvPr>
              <p:cNvSpPr/>
              <p:nvPr/>
            </p:nvSpPr>
            <p:spPr>
              <a:xfrm>
                <a:off x="61799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618DFE40-EC6D-43BE-BFA0-07E426358428}"/>
                  </a:ext>
                </a:extLst>
              </p:cNvPr>
              <p:cNvSpPr/>
              <p:nvPr/>
            </p:nvSpPr>
            <p:spPr>
              <a:xfrm>
                <a:off x="61799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F5650D3B-23AD-413E-92FD-C17407DCF889}"/>
                  </a:ext>
                </a:extLst>
              </p:cNvPr>
              <p:cNvSpPr/>
              <p:nvPr/>
            </p:nvSpPr>
            <p:spPr>
              <a:xfrm>
                <a:off x="61799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5AF459C3-F932-43BB-BAD3-237A0844B610}"/>
                  </a:ext>
                </a:extLst>
              </p:cNvPr>
              <p:cNvSpPr/>
              <p:nvPr/>
            </p:nvSpPr>
            <p:spPr>
              <a:xfrm>
                <a:off x="71703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5935A554-8B22-429F-9330-DA313132CF74}"/>
                  </a:ext>
                </a:extLst>
              </p:cNvPr>
              <p:cNvSpPr/>
              <p:nvPr/>
            </p:nvSpPr>
            <p:spPr>
              <a:xfrm>
                <a:off x="68656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DD5EEB37-D494-4B8C-B7AC-104C405298B9}"/>
                  </a:ext>
                </a:extLst>
              </p:cNvPr>
              <p:cNvSpPr/>
              <p:nvPr/>
            </p:nvSpPr>
            <p:spPr>
              <a:xfrm>
                <a:off x="68656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9829BD33-4B0A-4858-9C8D-7022A973A68F}"/>
                  </a:ext>
                </a:extLst>
              </p:cNvPr>
              <p:cNvSpPr/>
              <p:nvPr/>
            </p:nvSpPr>
            <p:spPr>
              <a:xfrm>
                <a:off x="69418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E54FCAD5-39E3-4BBE-8396-3381BECF7EFC}"/>
                  </a:ext>
                </a:extLst>
              </p:cNvPr>
              <p:cNvSpPr/>
              <p:nvPr/>
            </p:nvSpPr>
            <p:spPr>
              <a:xfrm>
                <a:off x="67892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AF0BF8E6-40C0-4F23-A069-B4E6E9CE8CCA}"/>
                  </a:ext>
                </a:extLst>
              </p:cNvPr>
              <p:cNvSpPr/>
              <p:nvPr/>
            </p:nvSpPr>
            <p:spPr>
              <a:xfrm>
                <a:off x="6637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3C62CAE0-CCE2-4B7B-A371-1EE943DD7C21}"/>
                  </a:ext>
                </a:extLst>
              </p:cNvPr>
              <p:cNvSpPr/>
              <p:nvPr/>
            </p:nvSpPr>
            <p:spPr>
              <a:xfrm>
                <a:off x="625615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D882D827-3BE1-467F-9624-132D1AE5938A}"/>
                  </a:ext>
                </a:extLst>
              </p:cNvPr>
              <p:cNvSpPr/>
              <p:nvPr/>
            </p:nvSpPr>
            <p:spPr>
              <a:xfrm>
                <a:off x="64845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981C9DEC-D177-4BF0-967D-8751031065AE}"/>
                  </a:ext>
                </a:extLst>
              </p:cNvPr>
              <p:cNvSpPr/>
              <p:nvPr/>
            </p:nvSpPr>
            <p:spPr>
              <a:xfrm>
                <a:off x="64845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EA02D2E3-D847-4A97-B02D-B364A94763F8}"/>
                  </a:ext>
                </a:extLst>
              </p:cNvPr>
              <p:cNvSpPr/>
              <p:nvPr/>
            </p:nvSpPr>
            <p:spPr>
              <a:xfrm>
                <a:off x="64083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01D9FC85-F99B-4D56-A920-BCF9BB10A87B}"/>
                  </a:ext>
                </a:extLst>
              </p:cNvPr>
              <p:cNvSpPr/>
              <p:nvPr/>
            </p:nvSpPr>
            <p:spPr>
              <a:xfrm>
                <a:off x="64083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58F2F4C8-7D6D-485F-9128-725757D99DE2}"/>
                  </a:ext>
                </a:extLst>
              </p:cNvPr>
              <p:cNvSpPr/>
              <p:nvPr/>
            </p:nvSpPr>
            <p:spPr>
              <a:xfrm>
                <a:off x="63323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4C74F84F-EA31-499E-8368-0265C38746A2}"/>
                  </a:ext>
                </a:extLst>
              </p:cNvPr>
              <p:cNvSpPr/>
              <p:nvPr/>
            </p:nvSpPr>
            <p:spPr>
              <a:xfrm>
                <a:off x="63323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681CF892-C366-423D-9F32-71EFE159A6C1}"/>
                  </a:ext>
                </a:extLst>
              </p:cNvPr>
              <p:cNvSpPr/>
              <p:nvPr/>
            </p:nvSpPr>
            <p:spPr>
              <a:xfrm>
                <a:off x="70940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2D7F9090-FF1B-4A32-9658-405693C3749F}"/>
                  </a:ext>
                </a:extLst>
              </p:cNvPr>
              <p:cNvSpPr/>
              <p:nvPr/>
            </p:nvSpPr>
            <p:spPr>
              <a:xfrm>
                <a:off x="7017875" y="43898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8A26323A-E028-4B5D-A88E-1B6593909C66}"/>
                  </a:ext>
                </a:extLst>
              </p:cNvPr>
              <p:cNvSpPr/>
              <p:nvPr/>
            </p:nvSpPr>
            <p:spPr>
              <a:xfrm>
                <a:off x="7017875" y="43136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D84A810E-9E5B-4A87-9D5F-EA58BFC9BDC8}"/>
                  </a:ext>
                </a:extLst>
              </p:cNvPr>
              <p:cNvSpPr/>
              <p:nvPr/>
            </p:nvSpPr>
            <p:spPr>
              <a:xfrm>
                <a:off x="69418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F43F3440-CE36-4DB3-BF63-4266FB129F37}"/>
                  </a:ext>
                </a:extLst>
              </p:cNvPr>
              <p:cNvSpPr/>
              <p:nvPr/>
            </p:nvSpPr>
            <p:spPr>
              <a:xfrm>
                <a:off x="648457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22F0A95F-23A6-43CC-BBC6-6D870212374B}"/>
                  </a:ext>
                </a:extLst>
              </p:cNvPr>
              <p:cNvSpPr/>
              <p:nvPr/>
            </p:nvSpPr>
            <p:spPr>
              <a:xfrm>
                <a:off x="6560800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9884D85E-4B1E-4242-B119-576D644A0738}"/>
                  </a:ext>
                </a:extLst>
              </p:cNvPr>
              <p:cNvSpPr/>
              <p:nvPr/>
            </p:nvSpPr>
            <p:spPr>
              <a:xfrm>
                <a:off x="6560800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F1A878AF-6CE3-42C9-9DC6-16DB86C1C000}"/>
                  </a:ext>
                </a:extLst>
              </p:cNvPr>
              <p:cNvSpPr/>
              <p:nvPr/>
            </p:nvSpPr>
            <p:spPr>
              <a:xfrm>
                <a:off x="656080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EA3FC2C1-1D1B-4C09-88C1-287A2CA426D0}"/>
                  </a:ext>
                </a:extLst>
              </p:cNvPr>
              <p:cNvSpPr/>
              <p:nvPr/>
            </p:nvSpPr>
            <p:spPr>
              <a:xfrm>
                <a:off x="656080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8943609B-EA56-4934-8B16-12A328FEC6C5}"/>
                  </a:ext>
                </a:extLst>
              </p:cNvPr>
              <p:cNvSpPr/>
              <p:nvPr/>
            </p:nvSpPr>
            <p:spPr>
              <a:xfrm>
                <a:off x="656080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CBF81B4D-4223-4B7D-B933-B6625F833BB6}"/>
                  </a:ext>
                </a:extLst>
              </p:cNvPr>
              <p:cNvSpPr/>
              <p:nvPr/>
            </p:nvSpPr>
            <p:spPr>
              <a:xfrm>
                <a:off x="65608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D86ACAE8-37D2-4442-A963-03499A261294}"/>
                  </a:ext>
                </a:extLst>
              </p:cNvPr>
              <p:cNvSpPr/>
              <p:nvPr/>
            </p:nvSpPr>
            <p:spPr>
              <a:xfrm>
                <a:off x="65608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68B49930-9E2A-447F-88F2-C54B633BE0AF}"/>
                  </a:ext>
                </a:extLst>
              </p:cNvPr>
              <p:cNvSpPr/>
              <p:nvPr/>
            </p:nvSpPr>
            <p:spPr>
              <a:xfrm>
                <a:off x="64845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743377C4-E420-4911-97BF-0CA06E31C3A4}"/>
                  </a:ext>
                </a:extLst>
              </p:cNvPr>
              <p:cNvSpPr/>
              <p:nvPr/>
            </p:nvSpPr>
            <p:spPr>
              <a:xfrm>
                <a:off x="64845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3A4C06C2-0D58-4395-99EC-0E3A67762739}"/>
                  </a:ext>
                </a:extLst>
              </p:cNvPr>
              <p:cNvSpPr/>
              <p:nvPr/>
            </p:nvSpPr>
            <p:spPr>
              <a:xfrm>
                <a:off x="64845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9F71F7BA-CC3F-4F4C-9AE3-249A28A8A91D}"/>
                  </a:ext>
                </a:extLst>
              </p:cNvPr>
              <p:cNvSpPr/>
              <p:nvPr/>
            </p:nvSpPr>
            <p:spPr>
              <a:xfrm>
                <a:off x="6408350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203E5F22-E4BC-4F92-93D9-52D50C54EA00}"/>
                  </a:ext>
                </a:extLst>
              </p:cNvPr>
              <p:cNvSpPr/>
              <p:nvPr/>
            </p:nvSpPr>
            <p:spPr>
              <a:xfrm>
                <a:off x="6408350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162D8844-7C12-4E15-A7C0-AA615A6DCBC5}"/>
                  </a:ext>
                </a:extLst>
              </p:cNvPr>
              <p:cNvSpPr/>
              <p:nvPr/>
            </p:nvSpPr>
            <p:spPr>
              <a:xfrm>
                <a:off x="6408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DBB50471-532D-44C3-ADF0-50DA35E7B617}"/>
                  </a:ext>
                </a:extLst>
              </p:cNvPr>
              <p:cNvSpPr/>
              <p:nvPr/>
            </p:nvSpPr>
            <p:spPr>
              <a:xfrm>
                <a:off x="64083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9052004E-16B7-467A-87D8-B172721195AA}"/>
                  </a:ext>
                </a:extLst>
              </p:cNvPr>
              <p:cNvSpPr/>
              <p:nvPr/>
            </p:nvSpPr>
            <p:spPr>
              <a:xfrm>
                <a:off x="6332350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AAC80174-D90D-49AC-8EC1-6A7ABC0BB977}"/>
                  </a:ext>
                </a:extLst>
              </p:cNvPr>
              <p:cNvSpPr/>
              <p:nvPr/>
            </p:nvSpPr>
            <p:spPr>
              <a:xfrm>
                <a:off x="63323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B478E882-F2D2-4BF0-B248-0C09C8AF9374}"/>
                  </a:ext>
                </a:extLst>
              </p:cNvPr>
              <p:cNvSpPr/>
              <p:nvPr/>
            </p:nvSpPr>
            <p:spPr>
              <a:xfrm>
                <a:off x="6332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AAF88636-3747-4B05-B0F3-63E1E1B37078}"/>
                  </a:ext>
                </a:extLst>
              </p:cNvPr>
              <p:cNvSpPr/>
              <p:nvPr/>
            </p:nvSpPr>
            <p:spPr>
              <a:xfrm>
                <a:off x="63323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3FCFE205-A213-4F5F-89CF-F4F891063A41}"/>
                  </a:ext>
                </a:extLst>
              </p:cNvPr>
              <p:cNvSpPr/>
              <p:nvPr/>
            </p:nvSpPr>
            <p:spPr>
              <a:xfrm>
                <a:off x="625615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D8FFF5FE-AAB8-484C-92F8-CF096A135618}"/>
                  </a:ext>
                </a:extLst>
              </p:cNvPr>
              <p:cNvSpPr/>
              <p:nvPr/>
            </p:nvSpPr>
            <p:spPr>
              <a:xfrm>
                <a:off x="62561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2CF79193-28B5-4005-A905-1005E78F3A11}"/>
                  </a:ext>
                </a:extLst>
              </p:cNvPr>
              <p:cNvSpPr/>
              <p:nvPr/>
            </p:nvSpPr>
            <p:spPr>
              <a:xfrm>
                <a:off x="62561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C5B12D89-9429-45D8-A3DA-EB0554CC7C58}"/>
                  </a:ext>
                </a:extLst>
              </p:cNvPr>
              <p:cNvSpPr/>
              <p:nvPr/>
            </p:nvSpPr>
            <p:spPr>
              <a:xfrm>
                <a:off x="61799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1EA4C3D7-5559-4485-84CF-8F032BAB465C}"/>
                  </a:ext>
                </a:extLst>
              </p:cNvPr>
              <p:cNvSpPr/>
              <p:nvPr/>
            </p:nvSpPr>
            <p:spPr>
              <a:xfrm>
                <a:off x="6179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E708BDCB-5527-4AE7-AAF7-620C77A213CD}"/>
                  </a:ext>
                </a:extLst>
              </p:cNvPr>
              <p:cNvSpPr/>
              <p:nvPr/>
            </p:nvSpPr>
            <p:spPr>
              <a:xfrm>
                <a:off x="61037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Freeform: Shape 92">
                <a:extLst>
                  <a:ext uri="{FF2B5EF4-FFF2-40B4-BE49-F238E27FC236}">
                    <a16:creationId xmlns:a16="http://schemas.microsoft.com/office/drawing/2014/main" id="{912A5CD3-AA5D-4145-85E9-55FD1CFDF221}"/>
                  </a:ext>
                </a:extLst>
              </p:cNvPr>
              <p:cNvSpPr/>
              <p:nvPr/>
            </p:nvSpPr>
            <p:spPr>
              <a:xfrm>
                <a:off x="61037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Freeform: Shape 93">
                <a:extLst>
                  <a:ext uri="{FF2B5EF4-FFF2-40B4-BE49-F238E27FC236}">
                    <a16:creationId xmlns:a16="http://schemas.microsoft.com/office/drawing/2014/main" id="{4B0CD12F-1FDE-4F7A-87CE-BA110670040F}"/>
                  </a:ext>
                </a:extLst>
              </p:cNvPr>
              <p:cNvSpPr/>
              <p:nvPr/>
            </p:nvSpPr>
            <p:spPr>
              <a:xfrm>
                <a:off x="60275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Freeform: Shape 94">
                <a:extLst>
                  <a:ext uri="{FF2B5EF4-FFF2-40B4-BE49-F238E27FC236}">
                    <a16:creationId xmlns:a16="http://schemas.microsoft.com/office/drawing/2014/main" id="{AAA85740-2F86-4073-A18C-490BADF75343}"/>
                  </a:ext>
                </a:extLst>
              </p:cNvPr>
              <p:cNvSpPr/>
              <p:nvPr/>
            </p:nvSpPr>
            <p:spPr>
              <a:xfrm>
                <a:off x="60275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6" y="1146"/>
                      <a:pt x="2025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Freeform: Shape 95">
                <a:extLst>
                  <a:ext uri="{FF2B5EF4-FFF2-40B4-BE49-F238E27FC236}">
                    <a16:creationId xmlns:a16="http://schemas.microsoft.com/office/drawing/2014/main" id="{2D862E81-A319-4386-9385-86E50195FF70}"/>
                  </a:ext>
                </a:extLst>
              </p:cNvPr>
              <p:cNvSpPr/>
              <p:nvPr/>
            </p:nvSpPr>
            <p:spPr>
              <a:xfrm>
                <a:off x="60275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Freeform: Shape 96">
                <a:extLst>
                  <a:ext uri="{FF2B5EF4-FFF2-40B4-BE49-F238E27FC236}">
                    <a16:creationId xmlns:a16="http://schemas.microsoft.com/office/drawing/2014/main" id="{6183CBB4-AD76-41D7-8AF1-97B6D3D1AB7E}"/>
                  </a:ext>
                </a:extLst>
              </p:cNvPr>
              <p:cNvSpPr/>
              <p:nvPr/>
            </p:nvSpPr>
            <p:spPr>
              <a:xfrm>
                <a:off x="59514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Freeform: Shape 97">
                <a:extLst>
                  <a:ext uri="{FF2B5EF4-FFF2-40B4-BE49-F238E27FC236}">
                    <a16:creationId xmlns:a16="http://schemas.microsoft.com/office/drawing/2014/main" id="{A5A144E5-1454-4396-A6FE-27085F93693B}"/>
                  </a:ext>
                </a:extLst>
              </p:cNvPr>
              <p:cNvSpPr/>
              <p:nvPr/>
            </p:nvSpPr>
            <p:spPr>
              <a:xfrm>
                <a:off x="59514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Freeform: Shape 98">
                <a:extLst>
                  <a:ext uri="{FF2B5EF4-FFF2-40B4-BE49-F238E27FC236}">
                    <a16:creationId xmlns:a16="http://schemas.microsoft.com/office/drawing/2014/main" id="{20C4C921-96FA-4432-B501-E8EF493D80CD}"/>
                  </a:ext>
                </a:extLst>
              </p:cNvPr>
              <p:cNvSpPr/>
              <p:nvPr/>
            </p:nvSpPr>
            <p:spPr>
              <a:xfrm>
                <a:off x="59514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Freeform: Shape 99">
                <a:extLst>
                  <a:ext uri="{FF2B5EF4-FFF2-40B4-BE49-F238E27FC236}">
                    <a16:creationId xmlns:a16="http://schemas.microsoft.com/office/drawing/2014/main" id="{CCDA6186-9E38-474C-B0DE-FF637727DFD4}"/>
                  </a:ext>
                </a:extLst>
              </p:cNvPr>
              <p:cNvSpPr/>
              <p:nvPr/>
            </p:nvSpPr>
            <p:spPr>
              <a:xfrm>
                <a:off x="5875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Freeform: Shape 100">
                <a:extLst>
                  <a:ext uri="{FF2B5EF4-FFF2-40B4-BE49-F238E27FC236}">
                    <a16:creationId xmlns:a16="http://schemas.microsoft.com/office/drawing/2014/main" id="{BB621B73-8CC6-4341-9C80-0A06CC9690FC}"/>
                  </a:ext>
                </a:extLst>
              </p:cNvPr>
              <p:cNvSpPr/>
              <p:nvPr/>
            </p:nvSpPr>
            <p:spPr>
              <a:xfrm>
                <a:off x="5875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Freeform: Shape 101">
                <a:extLst>
                  <a:ext uri="{FF2B5EF4-FFF2-40B4-BE49-F238E27FC236}">
                    <a16:creationId xmlns:a16="http://schemas.microsoft.com/office/drawing/2014/main" id="{65055BF5-2476-48B6-8415-F90238D635F8}"/>
                  </a:ext>
                </a:extLst>
              </p:cNvPr>
              <p:cNvSpPr/>
              <p:nvPr/>
            </p:nvSpPr>
            <p:spPr>
              <a:xfrm>
                <a:off x="58752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Freeform: Shape 102">
                <a:extLst>
                  <a:ext uri="{FF2B5EF4-FFF2-40B4-BE49-F238E27FC236}">
                    <a16:creationId xmlns:a16="http://schemas.microsoft.com/office/drawing/2014/main" id="{B83755F2-1D27-4E5E-883A-74F2F6C5AE54}"/>
                  </a:ext>
                </a:extLst>
              </p:cNvPr>
              <p:cNvSpPr/>
              <p:nvPr/>
            </p:nvSpPr>
            <p:spPr>
              <a:xfrm>
                <a:off x="58752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Freeform: Shape 103">
                <a:extLst>
                  <a:ext uri="{FF2B5EF4-FFF2-40B4-BE49-F238E27FC236}">
                    <a16:creationId xmlns:a16="http://schemas.microsoft.com/office/drawing/2014/main" id="{AF8A4B69-0EFD-47B2-96BD-A4D425415BF9}"/>
                  </a:ext>
                </a:extLst>
              </p:cNvPr>
              <p:cNvSpPr/>
              <p:nvPr/>
            </p:nvSpPr>
            <p:spPr>
              <a:xfrm>
                <a:off x="45040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Freeform: Shape 104">
                <a:extLst>
                  <a:ext uri="{FF2B5EF4-FFF2-40B4-BE49-F238E27FC236}">
                    <a16:creationId xmlns:a16="http://schemas.microsoft.com/office/drawing/2014/main" id="{735A008C-DC22-466E-B558-835C59A5A924}"/>
                  </a:ext>
                </a:extLst>
              </p:cNvPr>
              <p:cNvSpPr/>
              <p:nvPr/>
            </p:nvSpPr>
            <p:spPr>
              <a:xfrm>
                <a:off x="45040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Freeform: Shape 105">
                <a:extLst>
                  <a:ext uri="{FF2B5EF4-FFF2-40B4-BE49-F238E27FC236}">
                    <a16:creationId xmlns:a16="http://schemas.microsoft.com/office/drawing/2014/main" id="{E12525DA-C5CB-40F4-93CC-52B109F71611}"/>
                  </a:ext>
                </a:extLst>
              </p:cNvPr>
              <p:cNvSpPr/>
              <p:nvPr/>
            </p:nvSpPr>
            <p:spPr>
              <a:xfrm>
                <a:off x="45040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Freeform: Shape 106">
                <a:extLst>
                  <a:ext uri="{FF2B5EF4-FFF2-40B4-BE49-F238E27FC236}">
                    <a16:creationId xmlns:a16="http://schemas.microsoft.com/office/drawing/2014/main" id="{FB40698D-E831-450D-8856-1C2B73298B55}"/>
                  </a:ext>
                </a:extLst>
              </p:cNvPr>
              <p:cNvSpPr/>
              <p:nvPr/>
            </p:nvSpPr>
            <p:spPr>
              <a:xfrm>
                <a:off x="44278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Freeform: Shape 107">
                <a:extLst>
                  <a:ext uri="{FF2B5EF4-FFF2-40B4-BE49-F238E27FC236}">
                    <a16:creationId xmlns:a16="http://schemas.microsoft.com/office/drawing/2014/main" id="{28B1E439-4294-4CD4-A2E0-28614129421E}"/>
                  </a:ext>
                </a:extLst>
              </p:cNvPr>
              <p:cNvSpPr/>
              <p:nvPr/>
            </p:nvSpPr>
            <p:spPr>
              <a:xfrm>
                <a:off x="4427825" y="3856775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Freeform: Shape 108">
                <a:extLst>
                  <a:ext uri="{FF2B5EF4-FFF2-40B4-BE49-F238E27FC236}">
                    <a16:creationId xmlns:a16="http://schemas.microsoft.com/office/drawing/2014/main" id="{19A7F5C4-D773-467A-8FEC-78EEBAC80E02}"/>
                  </a:ext>
                </a:extLst>
              </p:cNvPr>
              <p:cNvSpPr/>
              <p:nvPr/>
            </p:nvSpPr>
            <p:spPr>
              <a:xfrm>
                <a:off x="44278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Freeform: Shape 109">
                <a:extLst>
                  <a:ext uri="{FF2B5EF4-FFF2-40B4-BE49-F238E27FC236}">
                    <a16:creationId xmlns:a16="http://schemas.microsoft.com/office/drawing/2014/main" id="{FBF68F67-DE7B-4B87-A630-5AB794D29FB9}"/>
                  </a:ext>
                </a:extLst>
              </p:cNvPr>
              <p:cNvSpPr/>
              <p:nvPr/>
            </p:nvSpPr>
            <p:spPr>
              <a:xfrm>
                <a:off x="4351600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Freeform: Shape 110">
                <a:extLst>
                  <a:ext uri="{FF2B5EF4-FFF2-40B4-BE49-F238E27FC236}">
                    <a16:creationId xmlns:a16="http://schemas.microsoft.com/office/drawing/2014/main" id="{57F897FB-070A-42AC-AAA8-F5CA8514C986}"/>
                  </a:ext>
                </a:extLst>
              </p:cNvPr>
              <p:cNvSpPr/>
              <p:nvPr/>
            </p:nvSpPr>
            <p:spPr>
              <a:xfrm>
                <a:off x="43516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Freeform: Shape 111">
                <a:extLst>
                  <a:ext uri="{FF2B5EF4-FFF2-40B4-BE49-F238E27FC236}">
                    <a16:creationId xmlns:a16="http://schemas.microsoft.com/office/drawing/2014/main" id="{5A635949-B9CA-4E9F-A656-4B6989993EE9}"/>
                  </a:ext>
                </a:extLst>
              </p:cNvPr>
              <p:cNvSpPr/>
              <p:nvPr/>
            </p:nvSpPr>
            <p:spPr>
              <a:xfrm>
                <a:off x="39709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Freeform: Shape 112">
                <a:extLst>
                  <a:ext uri="{FF2B5EF4-FFF2-40B4-BE49-F238E27FC236}">
                    <a16:creationId xmlns:a16="http://schemas.microsoft.com/office/drawing/2014/main" id="{B444B03D-FB4F-4475-A07D-346EA88A9C0F}"/>
                  </a:ext>
                </a:extLst>
              </p:cNvPr>
              <p:cNvSpPr/>
              <p:nvPr/>
            </p:nvSpPr>
            <p:spPr>
              <a:xfrm>
                <a:off x="39709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" name="Freeform: Shape 113">
                <a:extLst>
                  <a:ext uri="{FF2B5EF4-FFF2-40B4-BE49-F238E27FC236}">
                    <a16:creationId xmlns:a16="http://schemas.microsoft.com/office/drawing/2014/main" id="{6D470D35-5982-4F52-83A1-E8996381449B}"/>
                  </a:ext>
                </a:extLst>
              </p:cNvPr>
              <p:cNvSpPr/>
              <p:nvPr/>
            </p:nvSpPr>
            <p:spPr>
              <a:xfrm>
                <a:off x="39709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Freeform: Shape 114">
                <a:extLst>
                  <a:ext uri="{FF2B5EF4-FFF2-40B4-BE49-F238E27FC236}">
                    <a16:creationId xmlns:a16="http://schemas.microsoft.com/office/drawing/2014/main" id="{4549BCD4-68A3-4E0D-B5EB-772C8DE2B3B0}"/>
                  </a:ext>
                </a:extLst>
              </p:cNvPr>
              <p:cNvSpPr/>
              <p:nvPr/>
            </p:nvSpPr>
            <p:spPr>
              <a:xfrm>
                <a:off x="39709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Freeform: Shape 115">
                <a:extLst>
                  <a:ext uri="{FF2B5EF4-FFF2-40B4-BE49-F238E27FC236}">
                    <a16:creationId xmlns:a16="http://schemas.microsoft.com/office/drawing/2014/main" id="{2C3EF5FB-05EF-4A13-979F-FC053E3191F1}"/>
                  </a:ext>
                </a:extLst>
              </p:cNvPr>
              <p:cNvSpPr/>
              <p:nvPr/>
            </p:nvSpPr>
            <p:spPr>
              <a:xfrm>
                <a:off x="39709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Freeform: Shape 116">
                <a:extLst>
                  <a:ext uri="{FF2B5EF4-FFF2-40B4-BE49-F238E27FC236}">
                    <a16:creationId xmlns:a16="http://schemas.microsoft.com/office/drawing/2014/main" id="{05A811E9-F878-46E4-9776-526638910665}"/>
                  </a:ext>
                </a:extLst>
              </p:cNvPr>
              <p:cNvSpPr/>
              <p:nvPr/>
            </p:nvSpPr>
            <p:spPr>
              <a:xfrm>
                <a:off x="3970950" y="31710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" name="Freeform: Shape 117">
                <a:extLst>
                  <a:ext uri="{FF2B5EF4-FFF2-40B4-BE49-F238E27FC236}">
                    <a16:creationId xmlns:a16="http://schemas.microsoft.com/office/drawing/2014/main" id="{F85C93FD-ED42-4405-AB9A-AC589C58D5B0}"/>
                  </a:ext>
                </a:extLst>
              </p:cNvPr>
              <p:cNvSpPr/>
              <p:nvPr/>
            </p:nvSpPr>
            <p:spPr>
              <a:xfrm>
                <a:off x="397095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" name="Freeform: Shape 118">
                <a:extLst>
                  <a:ext uri="{FF2B5EF4-FFF2-40B4-BE49-F238E27FC236}">
                    <a16:creationId xmlns:a16="http://schemas.microsoft.com/office/drawing/2014/main" id="{850DC5BB-195D-4361-B40A-3D11F92D6532}"/>
                  </a:ext>
                </a:extLst>
              </p:cNvPr>
              <p:cNvSpPr/>
              <p:nvPr/>
            </p:nvSpPr>
            <p:spPr>
              <a:xfrm>
                <a:off x="397095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Freeform: Shape 119">
                <a:extLst>
                  <a:ext uri="{FF2B5EF4-FFF2-40B4-BE49-F238E27FC236}">
                    <a16:creationId xmlns:a16="http://schemas.microsoft.com/office/drawing/2014/main" id="{C96AE470-4391-459D-B099-2284A2FA28CC}"/>
                  </a:ext>
                </a:extLst>
              </p:cNvPr>
              <p:cNvSpPr/>
              <p:nvPr/>
            </p:nvSpPr>
            <p:spPr>
              <a:xfrm>
                <a:off x="39709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Freeform: Shape 120">
                <a:extLst>
                  <a:ext uri="{FF2B5EF4-FFF2-40B4-BE49-F238E27FC236}">
                    <a16:creationId xmlns:a16="http://schemas.microsoft.com/office/drawing/2014/main" id="{4F97DC35-7505-48FD-9D95-1ADB7776BB73}"/>
                  </a:ext>
                </a:extLst>
              </p:cNvPr>
              <p:cNvSpPr/>
              <p:nvPr/>
            </p:nvSpPr>
            <p:spPr>
              <a:xfrm>
                <a:off x="39709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Freeform: Shape 121">
                <a:extLst>
                  <a:ext uri="{FF2B5EF4-FFF2-40B4-BE49-F238E27FC236}">
                    <a16:creationId xmlns:a16="http://schemas.microsoft.com/office/drawing/2014/main" id="{17483DF4-5413-4827-B5D9-908AC71221E5}"/>
                  </a:ext>
                </a:extLst>
              </p:cNvPr>
              <p:cNvSpPr/>
              <p:nvPr/>
            </p:nvSpPr>
            <p:spPr>
              <a:xfrm>
                <a:off x="397095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Freeform: Shape 122">
                <a:extLst>
                  <a:ext uri="{FF2B5EF4-FFF2-40B4-BE49-F238E27FC236}">
                    <a16:creationId xmlns:a16="http://schemas.microsoft.com/office/drawing/2014/main" id="{A6FC0FCF-A0AE-4693-AF4D-62FA1D913423}"/>
                  </a:ext>
                </a:extLst>
              </p:cNvPr>
              <p:cNvSpPr/>
              <p:nvPr/>
            </p:nvSpPr>
            <p:spPr>
              <a:xfrm>
                <a:off x="39709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Freeform: Shape 123">
                <a:extLst>
                  <a:ext uri="{FF2B5EF4-FFF2-40B4-BE49-F238E27FC236}">
                    <a16:creationId xmlns:a16="http://schemas.microsoft.com/office/drawing/2014/main" id="{3426E568-2839-414E-AD99-30EE05E0C21D}"/>
                  </a:ext>
                </a:extLst>
              </p:cNvPr>
              <p:cNvSpPr/>
              <p:nvPr/>
            </p:nvSpPr>
            <p:spPr>
              <a:xfrm>
                <a:off x="39709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" name="Freeform: Shape 124">
                <a:extLst>
                  <a:ext uri="{FF2B5EF4-FFF2-40B4-BE49-F238E27FC236}">
                    <a16:creationId xmlns:a16="http://schemas.microsoft.com/office/drawing/2014/main" id="{DE2D5FB9-B80A-4A77-8A62-6421B9667B1E}"/>
                  </a:ext>
                </a:extLst>
              </p:cNvPr>
              <p:cNvSpPr/>
              <p:nvPr/>
            </p:nvSpPr>
            <p:spPr>
              <a:xfrm>
                <a:off x="3970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" name="Freeform: Shape 125">
                <a:extLst>
                  <a:ext uri="{FF2B5EF4-FFF2-40B4-BE49-F238E27FC236}">
                    <a16:creationId xmlns:a16="http://schemas.microsoft.com/office/drawing/2014/main" id="{38DA0BF9-5E59-4FA8-BA6E-D0E993836F69}"/>
                  </a:ext>
                </a:extLst>
              </p:cNvPr>
              <p:cNvSpPr/>
              <p:nvPr/>
            </p:nvSpPr>
            <p:spPr>
              <a:xfrm>
                <a:off x="39709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Freeform: Shape 126">
                <a:extLst>
                  <a:ext uri="{FF2B5EF4-FFF2-40B4-BE49-F238E27FC236}">
                    <a16:creationId xmlns:a16="http://schemas.microsoft.com/office/drawing/2014/main" id="{2BCB3364-1908-4293-B04A-752F5D40BD86}"/>
                  </a:ext>
                </a:extLst>
              </p:cNvPr>
              <p:cNvSpPr/>
              <p:nvPr/>
            </p:nvSpPr>
            <p:spPr>
              <a:xfrm>
                <a:off x="39709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Freeform: Shape 127">
                <a:extLst>
                  <a:ext uri="{FF2B5EF4-FFF2-40B4-BE49-F238E27FC236}">
                    <a16:creationId xmlns:a16="http://schemas.microsoft.com/office/drawing/2014/main" id="{283855C0-1BC5-49C0-B98D-39F1A0B53BDD}"/>
                  </a:ext>
                </a:extLst>
              </p:cNvPr>
              <p:cNvSpPr/>
              <p:nvPr/>
            </p:nvSpPr>
            <p:spPr>
              <a:xfrm>
                <a:off x="40469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" name="Freeform: Shape 128">
                <a:extLst>
                  <a:ext uri="{FF2B5EF4-FFF2-40B4-BE49-F238E27FC236}">
                    <a16:creationId xmlns:a16="http://schemas.microsoft.com/office/drawing/2014/main" id="{C993DFF3-3B8A-403B-85BD-F22FED66CD05}"/>
                  </a:ext>
                </a:extLst>
              </p:cNvPr>
              <p:cNvSpPr/>
              <p:nvPr/>
            </p:nvSpPr>
            <p:spPr>
              <a:xfrm>
                <a:off x="40469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" name="Freeform: Shape 129">
                <a:extLst>
                  <a:ext uri="{FF2B5EF4-FFF2-40B4-BE49-F238E27FC236}">
                    <a16:creationId xmlns:a16="http://schemas.microsoft.com/office/drawing/2014/main" id="{2F32726F-8C7A-47AA-95D3-4ECE46B91A36}"/>
                  </a:ext>
                </a:extLst>
              </p:cNvPr>
              <p:cNvSpPr/>
              <p:nvPr/>
            </p:nvSpPr>
            <p:spPr>
              <a:xfrm>
                <a:off x="40469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" name="Freeform: Shape 130">
                <a:extLst>
                  <a:ext uri="{FF2B5EF4-FFF2-40B4-BE49-F238E27FC236}">
                    <a16:creationId xmlns:a16="http://schemas.microsoft.com/office/drawing/2014/main" id="{16DAC595-7825-4DAA-ACC2-02591F908EC7}"/>
                  </a:ext>
                </a:extLst>
              </p:cNvPr>
              <p:cNvSpPr/>
              <p:nvPr/>
            </p:nvSpPr>
            <p:spPr>
              <a:xfrm>
                <a:off x="40469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" name="Freeform: Shape 131">
                <a:extLst>
                  <a:ext uri="{FF2B5EF4-FFF2-40B4-BE49-F238E27FC236}">
                    <a16:creationId xmlns:a16="http://schemas.microsoft.com/office/drawing/2014/main" id="{FD8C0953-942A-4109-8179-5214296D7F0E}"/>
                  </a:ext>
                </a:extLst>
              </p:cNvPr>
              <p:cNvSpPr/>
              <p:nvPr/>
            </p:nvSpPr>
            <p:spPr>
              <a:xfrm>
                <a:off x="40469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" name="Freeform: Shape 132">
                <a:extLst>
                  <a:ext uri="{FF2B5EF4-FFF2-40B4-BE49-F238E27FC236}">
                    <a16:creationId xmlns:a16="http://schemas.microsoft.com/office/drawing/2014/main" id="{50B75F3B-15FC-4545-973E-FFBA7405E5DC}"/>
                  </a:ext>
                </a:extLst>
              </p:cNvPr>
              <p:cNvSpPr/>
              <p:nvPr/>
            </p:nvSpPr>
            <p:spPr>
              <a:xfrm>
                <a:off x="40469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Freeform: Shape 133">
                <a:extLst>
                  <a:ext uri="{FF2B5EF4-FFF2-40B4-BE49-F238E27FC236}">
                    <a16:creationId xmlns:a16="http://schemas.microsoft.com/office/drawing/2014/main" id="{91957824-278E-43D3-B928-373EABABA684}"/>
                  </a:ext>
                </a:extLst>
              </p:cNvPr>
              <p:cNvSpPr/>
              <p:nvPr/>
            </p:nvSpPr>
            <p:spPr>
              <a:xfrm>
                <a:off x="40469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" name="Freeform: Shape 134">
                <a:extLst>
                  <a:ext uri="{FF2B5EF4-FFF2-40B4-BE49-F238E27FC236}">
                    <a16:creationId xmlns:a16="http://schemas.microsoft.com/office/drawing/2014/main" id="{87618B8B-A607-4C69-BD30-8CA2B1CC116C}"/>
                  </a:ext>
                </a:extLst>
              </p:cNvPr>
              <p:cNvSpPr/>
              <p:nvPr/>
            </p:nvSpPr>
            <p:spPr>
              <a:xfrm>
                <a:off x="40469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" name="Freeform: Shape 135">
                <a:extLst>
                  <a:ext uri="{FF2B5EF4-FFF2-40B4-BE49-F238E27FC236}">
                    <a16:creationId xmlns:a16="http://schemas.microsoft.com/office/drawing/2014/main" id="{8AD22682-758D-4E9E-B7E5-12A4AFF38B89}"/>
                  </a:ext>
                </a:extLst>
              </p:cNvPr>
              <p:cNvSpPr/>
              <p:nvPr/>
            </p:nvSpPr>
            <p:spPr>
              <a:xfrm>
                <a:off x="40469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Freeform: Shape 136">
                <a:extLst>
                  <a:ext uri="{FF2B5EF4-FFF2-40B4-BE49-F238E27FC236}">
                    <a16:creationId xmlns:a16="http://schemas.microsoft.com/office/drawing/2014/main" id="{253747C3-543B-4319-A8AA-39B646DBD747}"/>
                  </a:ext>
                </a:extLst>
              </p:cNvPr>
              <p:cNvSpPr/>
              <p:nvPr/>
            </p:nvSpPr>
            <p:spPr>
              <a:xfrm>
                <a:off x="40469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Freeform: Shape 137">
                <a:extLst>
                  <a:ext uri="{FF2B5EF4-FFF2-40B4-BE49-F238E27FC236}">
                    <a16:creationId xmlns:a16="http://schemas.microsoft.com/office/drawing/2014/main" id="{A1937C50-7DE0-4E6E-AC1C-1C7C0B2A9979}"/>
                  </a:ext>
                </a:extLst>
              </p:cNvPr>
              <p:cNvSpPr/>
              <p:nvPr/>
            </p:nvSpPr>
            <p:spPr>
              <a:xfrm>
                <a:off x="40469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Freeform: Shape 138">
                <a:extLst>
                  <a:ext uri="{FF2B5EF4-FFF2-40B4-BE49-F238E27FC236}">
                    <a16:creationId xmlns:a16="http://schemas.microsoft.com/office/drawing/2014/main" id="{70B1F523-A586-488A-A6DE-E40F0A1913BA}"/>
                  </a:ext>
                </a:extLst>
              </p:cNvPr>
              <p:cNvSpPr/>
              <p:nvPr/>
            </p:nvSpPr>
            <p:spPr>
              <a:xfrm>
                <a:off x="4046950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Freeform: Shape 139">
                <a:extLst>
                  <a:ext uri="{FF2B5EF4-FFF2-40B4-BE49-F238E27FC236}">
                    <a16:creationId xmlns:a16="http://schemas.microsoft.com/office/drawing/2014/main" id="{C3ECBF53-987D-4017-B5A7-04C830F695D4}"/>
                  </a:ext>
                </a:extLst>
              </p:cNvPr>
              <p:cNvSpPr/>
              <p:nvPr/>
            </p:nvSpPr>
            <p:spPr>
              <a:xfrm>
                <a:off x="40469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Freeform: Shape 140">
                <a:extLst>
                  <a:ext uri="{FF2B5EF4-FFF2-40B4-BE49-F238E27FC236}">
                    <a16:creationId xmlns:a16="http://schemas.microsoft.com/office/drawing/2014/main" id="{1886EF10-EA39-4ABB-99D1-942B79C243E3}"/>
                  </a:ext>
                </a:extLst>
              </p:cNvPr>
              <p:cNvSpPr/>
              <p:nvPr/>
            </p:nvSpPr>
            <p:spPr>
              <a:xfrm>
                <a:off x="41231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" name="Freeform: Shape 141">
                <a:extLst>
                  <a:ext uri="{FF2B5EF4-FFF2-40B4-BE49-F238E27FC236}">
                    <a16:creationId xmlns:a16="http://schemas.microsoft.com/office/drawing/2014/main" id="{9034C32D-F0AD-4EE8-A606-F96E41EAEF57}"/>
                  </a:ext>
                </a:extLst>
              </p:cNvPr>
              <p:cNvSpPr/>
              <p:nvPr/>
            </p:nvSpPr>
            <p:spPr>
              <a:xfrm>
                <a:off x="41231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" name="Freeform: Shape 142">
                <a:extLst>
                  <a:ext uri="{FF2B5EF4-FFF2-40B4-BE49-F238E27FC236}">
                    <a16:creationId xmlns:a16="http://schemas.microsoft.com/office/drawing/2014/main" id="{3CD3A546-9875-4A84-AE7F-661AE7E38015}"/>
                  </a:ext>
                </a:extLst>
              </p:cNvPr>
              <p:cNvSpPr/>
              <p:nvPr/>
            </p:nvSpPr>
            <p:spPr>
              <a:xfrm>
                <a:off x="41231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" name="Freeform: Shape 143">
                <a:extLst>
                  <a:ext uri="{FF2B5EF4-FFF2-40B4-BE49-F238E27FC236}">
                    <a16:creationId xmlns:a16="http://schemas.microsoft.com/office/drawing/2014/main" id="{EEC78519-19A3-4C67-8EFA-9E03973C7E50}"/>
                  </a:ext>
                </a:extLst>
              </p:cNvPr>
              <p:cNvSpPr/>
              <p:nvPr/>
            </p:nvSpPr>
            <p:spPr>
              <a:xfrm>
                <a:off x="41231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Freeform: Shape 144">
                <a:extLst>
                  <a:ext uri="{FF2B5EF4-FFF2-40B4-BE49-F238E27FC236}">
                    <a16:creationId xmlns:a16="http://schemas.microsoft.com/office/drawing/2014/main" id="{1EA0D4BA-DA09-401F-B1F2-7534FE52083A}"/>
                  </a:ext>
                </a:extLst>
              </p:cNvPr>
              <p:cNvSpPr/>
              <p:nvPr/>
            </p:nvSpPr>
            <p:spPr>
              <a:xfrm>
                <a:off x="41231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Freeform: Shape 145">
                <a:extLst>
                  <a:ext uri="{FF2B5EF4-FFF2-40B4-BE49-F238E27FC236}">
                    <a16:creationId xmlns:a16="http://schemas.microsoft.com/office/drawing/2014/main" id="{916A41FB-D51E-4B4A-BD36-DF4D9F2EEC7F}"/>
                  </a:ext>
                </a:extLst>
              </p:cNvPr>
              <p:cNvSpPr/>
              <p:nvPr/>
            </p:nvSpPr>
            <p:spPr>
              <a:xfrm>
                <a:off x="4123175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Freeform: Shape 146">
                <a:extLst>
                  <a:ext uri="{FF2B5EF4-FFF2-40B4-BE49-F238E27FC236}">
                    <a16:creationId xmlns:a16="http://schemas.microsoft.com/office/drawing/2014/main" id="{EA2BDA6E-F325-4F59-AFD5-2D7B97CEBA69}"/>
                  </a:ext>
                </a:extLst>
              </p:cNvPr>
              <p:cNvSpPr/>
              <p:nvPr/>
            </p:nvSpPr>
            <p:spPr>
              <a:xfrm>
                <a:off x="41231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" name="Freeform: Shape 147">
                <a:extLst>
                  <a:ext uri="{FF2B5EF4-FFF2-40B4-BE49-F238E27FC236}">
                    <a16:creationId xmlns:a16="http://schemas.microsoft.com/office/drawing/2014/main" id="{1A9BD731-3665-4CE1-AF0E-D0861E0B69C4}"/>
                  </a:ext>
                </a:extLst>
              </p:cNvPr>
              <p:cNvSpPr/>
              <p:nvPr/>
            </p:nvSpPr>
            <p:spPr>
              <a:xfrm>
                <a:off x="41231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" name="Freeform: Shape 148">
                <a:extLst>
                  <a:ext uri="{FF2B5EF4-FFF2-40B4-BE49-F238E27FC236}">
                    <a16:creationId xmlns:a16="http://schemas.microsoft.com/office/drawing/2014/main" id="{81E9D218-A809-48B5-A684-38287D38DFFC}"/>
                  </a:ext>
                </a:extLst>
              </p:cNvPr>
              <p:cNvSpPr/>
              <p:nvPr/>
            </p:nvSpPr>
            <p:spPr>
              <a:xfrm>
                <a:off x="41231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Freeform: Shape 149">
                <a:extLst>
                  <a:ext uri="{FF2B5EF4-FFF2-40B4-BE49-F238E27FC236}">
                    <a16:creationId xmlns:a16="http://schemas.microsoft.com/office/drawing/2014/main" id="{1F80F523-251D-4531-997B-7E9948C47818}"/>
                  </a:ext>
                </a:extLst>
              </p:cNvPr>
              <p:cNvSpPr/>
              <p:nvPr/>
            </p:nvSpPr>
            <p:spPr>
              <a:xfrm>
                <a:off x="41231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Freeform: Shape 150">
                <a:extLst>
                  <a:ext uri="{FF2B5EF4-FFF2-40B4-BE49-F238E27FC236}">
                    <a16:creationId xmlns:a16="http://schemas.microsoft.com/office/drawing/2014/main" id="{CC96C41E-27D8-40A1-845A-725951FB7577}"/>
                  </a:ext>
                </a:extLst>
              </p:cNvPr>
              <p:cNvSpPr/>
              <p:nvPr/>
            </p:nvSpPr>
            <p:spPr>
              <a:xfrm>
                <a:off x="41231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Freeform: Shape 151">
                <a:extLst>
                  <a:ext uri="{FF2B5EF4-FFF2-40B4-BE49-F238E27FC236}">
                    <a16:creationId xmlns:a16="http://schemas.microsoft.com/office/drawing/2014/main" id="{40423356-FD3A-4FFB-802E-5F93DEF9AB78}"/>
                  </a:ext>
                </a:extLst>
              </p:cNvPr>
              <p:cNvSpPr/>
              <p:nvPr/>
            </p:nvSpPr>
            <p:spPr>
              <a:xfrm>
                <a:off x="412317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Freeform: Shape 152">
                <a:extLst>
                  <a:ext uri="{FF2B5EF4-FFF2-40B4-BE49-F238E27FC236}">
                    <a16:creationId xmlns:a16="http://schemas.microsoft.com/office/drawing/2014/main" id="{7BDED7E2-6B37-4DF6-8F94-B446C1DD1865}"/>
                  </a:ext>
                </a:extLst>
              </p:cNvPr>
              <p:cNvSpPr/>
              <p:nvPr/>
            </p:nvSpPr>
            <p:spPr>
              <a:xfrm>
                <a:off x="41994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" name="Freeform: Shape 153">
                <a:extLst>
                  <a:ext uri="{FF2B5EF4-FFF2-40B4-BE49-F238E27FC236}">
                    <a16:creationId xmlns:a16="http://schemas.microsoft.com/office/drawing/2014/main" id="{7D7AF1F2-E35A-4E13-A239-ED157FB5818D}"/>
                  </a:ext>
                </a:extLst>
              </p:cNvPr>
              <p:cNvSpPr/>
              <p:nvPr/>
            </p:nvSpPr>
            <p:spPr>
              <a:xfrm>
                <a:off x="41994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Freeform: Shape 154">
                <a:extLst>
                  <a:ext uri="{FF2B5EF4-FFF2-40B4-BE49-F238E27FC236}">
                    <a16:creationId xmlns:a16="http://schemas.microsoft.com/office/drawing/2014/main" id="{451CC989-3B52-459E-B3AA-3000018CF191}"/>
                  </a:ext>
                </a:extLst>
              </p:cNvPr>
              <p:cNvSpPr/>
              <p:nvPr/>
            </p:nvSpPr>
            <p:spPr>
              <a:xfrm>
                <a:off x="41994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Freeform: Shape 155">
                <a:extLst>
                  <a:ext uri="{FF2B5EF4-FFF2-40B4-BE49-F238E27FC236}">
                    <a16:creationId xmlns:a16="http://schemas.microsoft.com/office/drawing/2014/main" id="{5EAB73E8-6D70-4642-A54F-23400D074047}"/>
                  </a:ext>
                </a:extLst>
              </p:cNvPr>
              <p:cNvSpPr/>
              <p:nvPr/>
            </p:nvSpPr>
            <p:spPr>
              <a:xfrm>
                <a:off x="41994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Freeform: Shape 156">
                <a:extLst>
                  <a:ext uri="{FF2B5EF4-FFF2-40B4-BE49-F238E27FC236}">
                    <a16:creationId xmlns:a16="http://schemas.microsoft.com/office/drawing/2014/main" id="{C15D6068-A0F7-4046-A035-1F23C5906BF1}"/>
                  </a:ext>
                </a:extLst>
              </p:cNvPr>
              <p:cNvSpPr/>
              <p:nvPr/>
            </p:nvSpPr>
            <p:spPr>
              <a:xfrm>
                <a:off x="427560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Freeform: Shape 157">
                <a:extLst>
                  <a:ext uri="{FF2B5EF4-FFF2-40B4-BE49-F238E27FC236}">
                    <a16:creationId xmlns:a16="http://schemas.microsoft.com/office/drawing/2014/main" id="{5B0C6871-4670-495B-A36E-52D043532A43}"/>
                  </a:ext>
                </a:extLst>
              </p:cNvPr>
              <p:cNvSpPr/>
              <p:nvPr/>
            </p:nvSpPr>
            <p:spPr>
              <a:xfrm>
                <a:off x="42756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" name="Freeform: Shape 158">
                <a:extLst>
                  <a:ext uri="{FF2B5EF4-FFF2-40B4-BE49-F238E27FC236}">
                    <a16:creationId xmlns:a16="http://schemas.microsoft.com/office/drawing/2014/main" id="{B05A9274-F95A-4F74-9C93-A334A8F0F077}"/>
                  </a:ext>
                </a:extLst>
              </p:cNvPr>
              <p:cNvSpPr/>
              <p:nvPr/>
            </p:nvSpPr>
            <p:spPr>
              <a:xfrm>
                <a:off x="42756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Freeform: Shape 159">
                <a:extLst>
                  <a:ext uri="{FF2B5EF4-FFF2-40B4-BE49-F238E27FC236}">
                    <a16:creationId xmlns:a16="http://schemas.microsoft.com/office/drawing/2014/main" id="{DD01590C-B4FF-4E6E-A3DF-40C5C9F336E3}"/>
                  </a:ext>
                </a:extLst>
              </p:cNvPr>
              <p:cNvSpPr/>
              <p:nvPr/>
            </p:nvSpPr>
            <p:spPr>
              <a:xfrm>
                <a:off x="42756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Freeform: Shape 160">
                <a:extLst>
                  <a:ext uri="{FF2B5EF4-FFF2-40B4-BE49-F238E27FC236}">
                    <a16:creationId xmlns:a16="http://schemas.microsoft.com/office/drawing/2014/main" id="{6CB7DF52-4FBE-43F6-AEC2-3AB9D680FB5D}"/>
                  </a:ext>
                </a:extLst>
              </p:cNvPr>
              <p:cNvSpPr/>
              <p:nvPr/>
            </p:nvSpPr>
            <p:spPr>
              <a:xfrm>
                <a:off x="4275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8"/>
                      <a:pt x="6" y="480"/>
                      <a:pt x="6" y="1065"/>
                    </a:cubicBezTo>
                    <a:cubicBezTo>
                      <a:pt x="0" y="1709"/>
                      <a:pt x="527" y="2137"/>
                      <a:pt x="1075" y="2137"/>
                    </a:cubicBezTo>
                    <a:cubicBezTo>
                      <a:pt x="1337" y="2137"/>
                      <a:pt x="1603" y="2039"/>
                      <a:pt x="1818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Freeform: Shape 161">
                <a:extLst>
                  <a:ext uri="{FF2B5EF4-FFF2-40B4-BE49-F238E27FC236}">
                    <a16:creationId xmlns:a16="http://schemas.microsoft.com/office/drawing/2014/main" id="{32B9A7D8-C345-4710-AA25-3F44D99E04DC}"/>
                  </a:ext>
                </a:extLst>
              </p:cNvPr>
              <p:cNvSpPr/>
              <p:nvPr/>
            </p:nvSpPr>
            <p:spPr>
              <a:xfrm>
                <a:off x="4199400" y="33233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Freeform: Shape 162">
                <a:extLst>
                  <a:ext uri="{FF2B5EF4-FFF2-40B4-BE49-F238E27FC236}">
                    <a16:creationId xmlns:a16="http://schemas.microsoft.com/office/drawing/2014/main" id="{9BB902AF-30F5-48E7-95EF-329DB729865E}"/>
                  </a:ext>
                </a:extLst>
              </p:cNvPr>
              <p:cNvSpPr/>
              <p:nvPr/>
            </p:nvSpPr>
            <p:spPr>
              <a:xfrm>
                <a:off x="419940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Freeform: Shape 163">
                <a:extLst>
                  <a:ext uri="{FF2B5EF4-FFF2-40B4-BE49-F238E27FC236}">
                    <a16:creationId xmlns:a16="http://schemas.microsoft.com/office/drawing/2014/main" id="{43C94453-B1CD-41F7-BC86-92CB0E739DD4}"/>
                  </a:ext>
                </a:extLst>
              </p:cNvPr>
              <p:cNvSpPr/>
              <p:nvPr/>
            </p:nvSpPr>
            <p:spPr>
              <a:xfrm>
                <a:off x="4199400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Freeform: Shape 164">
                <a:extLst>
                  <a:ext uri="{FF2B5EF4-FFF2-40B4-BE49-F238E27FC236}">
                    <a16:creationId xmlns:a16="http://schemas.microsoft.com/office/drawing/2014/main" id="{7AC778D0-08CA-4834-91F1-1E11B8607739}"/>
                  </a:ext>
                </a:extLst>
              </p:cNvPr>
              <p:cNvSpPr/>
              <p:nvPr/>
            </p:nvSpPr>
            <p:spPr>
              <a:xfrm>
                <a:off x="4199400" y="355192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Freeform: Shape 165">
                <a:extLst>
                  <a:ext uri="{FF2B5EF4-FFF2-40B4-BE49-F238E27FC236}">
                    <a16:creationId xmlns:a16="http://schemas.microsoft.com/office/drawing/2014/main" id="{AA67565A-351C-4FA1-8907-582627CE3D52}"/>
                  </a:ext>
                </a:extLst>
              </p:cNvPr>
              <p:cNvSpPr/>
              <p:nvPr/>
            </p:nvSpPr>
            <p:spPr>
              <a:xfrm>
                <a:off x="419940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Freeform: Shape 166">
                <a:extLst>
                  <a:ext uri="{FF2B5EF4-FFF2-40B4-BE49-F238E27FC236}">
                    <a16:creationId xmlns:a16="http://schemas.microsoft.com/office/drawing/2014/main" id="{86EAF8E0-699C-42AB-9183-DAE52F429425}"/>
                  </a:ext>
                </a:extLst>
              </p:cNvPr>
              <p:cNvSpPr/>
              <p:nvPr/>
            </p:nvSpPr>
            <p:spPr>
              <a:xfrm>
                <a:off x="419940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Freeform: Shape 167">
                <a:extLst>
                  <a:ext uri="{FF2B5EF4-FFF2-40B4-BE49-F238E27FC236}">
                    <a16:creationId xmlns:a16="http://schemas.microsoft.com/office/drawing/2014/main" id="{9D7E778F-06EA-48B7-8E15-1EA181383D0A}"/>
                  </a:ext>
                </a:extLst>
              </p:cNvPr>
              <p:cNvSpPr/>
              <p:nvPr/>
            </p:nvSpPr>
            <p:spPr>
              <a:xfrm>
                <a:off x="41231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" name="Freeform: Shape 168">
                <a:extLst>
                  <a:ext uri="{FF2B5EF4-FFF2-40B4-BE49-F238E27FC236}">
                    <a16:creationId xmlns:a16="http://schemas.microsoft.com/office/drawing/2014/main" id="{0BC767B0-4857-47ED-ACAD-089D17A417E6}"/>
                  </a:ext>
                </a:extLst>
              </p:cNvPr>
              <p:cNvSpPr/>
              <p:nvPr/>
            </p:nvSpPr>
            <p:spPr>
              <a:xfrm>
                <a:off x="41231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" name="Freeform: Shape 169">
                <a:extLst>
                  <a:ext uri="{FF2B5EF4-FFF2-40B4-BE49-F238E27FC236}">
                    <a16:creationId xmlns:a16="http://schemas.microsoft.com/office/drawing/2014/main" id="{61B4272A-DC83-47D1-A02B-2242D5D91330}"/>
                  </a:ext>
                </a:extLst>
              </p:cNvPr>
              <p:cNvSpPr/>
              <p:nvPr/>
            </p:nvSpPr>
            <p:spPr>
              <a:xfrm>
                <a:off x="4046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Freeform: Shape 170">
                <a:extLst>
                  <a:ext uri="{FF2B5EF4-FFF2-40B4-BE49-F238E27FC236}">
                    <a16:creationId xmlns:a16="http://schemas.microsoft.com/office/drawing/2014/main" id="{E2EF787D-6F2B-4CCA-A315-988B12AE88B3}"/>
                  </a:ext>
                </a:extLst>
              </p:cNvPr>
              <p:cNvSpPr/>
              <p:nvPr/>
            </p:nvSpPr>
            <p:spPr>
              <a:xfrm>
                <a:off x="40469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Freeform: Shape 171">
                <a:extLst>
                  <a:ext uri="{FF2B5EF4-FFF2-40B4-BE49-F238E27FC236}">
                    <a16:creationId xmlns:a16="http://schemas.microsoft.com/office/drawing/2014/main" id="{D58493EA-DBB1-4EED-8EBB-FB204199D5D7}"/>
                  </a:ext>
                </a:extLst>
              </p:cNvPr>
              <p:cNvSpPr/>
              <p:nvPr/>
            </p:nvSpPr>
            <p:spPr>
              <a:xfrm>
                <a:off x="40469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Freeform: Shape 172">
                <a:extLst>
                  <a:ext uri="{FF2B5EF4-FFF2-40B4-BE49-F238E27FC236}">
                    <a16:creationId xmlns:a16="http://schemas.microsoft.com/office/drawing/2014/main" id="{6F7A783D-3823-4E98-B5DA-0CEC95C18658}"/>
                  </a:ext>
                </a:extLst>
              </p:cNvPr>
              <p:cNvSpPr/>
              <p:nvPr/>
            </p:nvSpPr>
            <p:spPr>
              <a:xfrm>
                <a:off x="40469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" name="Freeform: Shape 173">
                <a:extLst>
                  <a:ext uri="{FF2B5EF4-FFF2-40B4-BE49-F238E27FC236}">
                    <a16:creationId xmlns:a16="http://schemas.microsoft.com/office/drawing/2014/main" id="{8F01BC1D-7492-44DE-BE8C-2BEF51118EEE}"/>
                  </a:ext>
                </a:extLst>
              </p:cNvPr>
              <p:cNvSpPr/>
              <p:nvPr/>
            </p:nvSpPr>
            <p:spPr>
              <a:xfrm>
                <a:off x="39709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" name="Freeform: Shape 174">
                <a:extLst>
                  <a:ext uri="{FF2B5EF4-FFF2-40B4-BE49-F238E27FC236}">
                    <a16:creationId xmlns:a16="http://schemas.microsoft.com/office/drawing/2014/main" id="{3EE4D88A-96E1-4A5C-904D-BA594F22FDC8}"/>
                  </a:ext>
                </a:extLst>
              </p:cNvPr>
              <p:cNvSpPr/>
              <p:nvPr/>
            </p:nvSpPr>
            <p:spPr>
              <a:xfrm>
                <a:off x="35898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Freeform: Shape 175">
                <a:extLst>
                  <a:ext uri="{FF2B5EF4-FFF2-40B4-BE49-F238E27FC236}">
                    <a16:creationId xmlns:a16="http://schemas.microsoft.com/office/drawing/2014/main" id="{05D5124E-BDF7-4C5C-AC60-D7A2D87B08B6}"/>
                  </a:ext>
                </a:extLst>
              </p:cNvPr>
              <p:cNvSpPr/>
              <p:nvPr/>
            </p:nvSpPr>
            <p:spPr>
              <a:xfrm>
                <a:off x="35898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" name="Freeform: Shape 176">
                <a:extLst>
                  <a:ext uri="{FF2B5EF4-FFF2-40B4-BE49-F238E27FC236}">
                    <a16:creationId xmlns:a16="http://schemas.microsoft.com/office/drawing/2014/main" id="{D86BADC4-6C77-4B63-A7C2-C0000EAE8B6F}"/>
                  </a:ext>
                </a:extLst>
              </p:cNvPr>
              <p:cNvSpPr/>
              <p:nvPr/>
            </p:nvSpPr>
            <p:spPr>
              <a:xfrm>
                <a:off x="358987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" name="Freeform: Shape 177">
                <a:extLst>
                  <a:ext uri="{FF2B5EF4-FFF2-40B4-BE49-F238E27FC236}">
                    <a16:creationId xmlns:a16="http://schemas.microsoft.com/office/drawing/2014/main" id="{89024735-CAFF-4299-8E12-EFA3F74E8920}"/>
                  </a:ext>
                </a:extLst>
              </p:cNvPr>
              <p:cNvSpPr/>
              <p:nvPr/>
            </p:nvSpPr>
            <p:spPr>
              <a:xfrm>
                <a:off x="358987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" name="Freeform: Shape 178">
                <a:extLst>
                  <a:ext uri="{FF2B5EF4-FFF2-40B4-BE49-F238E27FC236}">
                    <a16:creationId xmlns:a16="http://schemas.microsoft.com/office/drawing/2014/main" id="{C3946337-2D77-4EC1-9C2C-4FE4E3426069}"/>
                  </a:ext>
                </a:extLst>
              </p:cNvPr>
              <p:cNvSpPr/>
              <p:nvPr/>
            </p:nvSpPr>
            <p:spPr>
              <a:xfrm>
                <a:off x="35898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" name="Freeform: Shape 179">
                <a:extLst>
                  <a:ext uri="{FF2B5EF4-FFF2-40B4-BE49-F238E27FC236}">
                    <a16:creationId xmlns:a16="http://schemas.microsoft.com/office/drawing/2014/main" id="{BCE4AE76-3D35-4F84-A733-359CA96104C5}"/>
                  </a:ext>
                </a:extLst>
              </p:cNvPr>
              <p:cNvSpPr/>
              <p:nvPr/>
            </p:nvSpPr>
            <p:spPr>
              <a:xfrm>
                <a:off x="35898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Freeform: Shape 180">
                <a:extLst>
                  <a:ext uri="{FF2B5EF4-FFF2-40B4-BE49-F238E27FC236}">
                    <a16:creationId xmlns:a16="http://schemas.microsoft.com/office/drawing/2014/main" id="{4C8DCAB2-85FD-485F-A7B3-8F40CE2E9B98}"/>
                  </a:ext>
                </a:extLst>
              </p:cNvPr>
              <p:cNvSpPr/>
              <p:nvPr/>
            </p:nvSpPr>
            <p:spPr>
              <a:xfrm>
                <a:off x="35898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" name="Freeform: Shape 181">
                <a:extLst>
                  <a:ext uri="{FF2B5EF4-FFF2-40B4-BE49-F238E27FC236}">
                    <a16:creationId xmlns:a16="http://schemas.microsoft.com/office/drawing/2014/main" id="{3AF96993-2BEB-4631-A33B-8E26CB38E280}"/>
                  </a:ext>
                </a:extLst>
              </p:cNvPr>
              <p:cNvSpPr/>
              <p:nvPr/>
            </p:nvSpPr>
            <p:spPr>
              <a:xfrm>
                <a:off x="32852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" name="Freeform: Shape 182">
                <a:extLst>
                  <a:ext uri="{FF2B5EF4-FFF2-40B4-BE49-F238E27FC236}">
                    <a16:creationId xmlns:a16="http://schemas.microsoft.com/office/drawing/2014/main" id="{80B8AD5E-C970-4B3B-9F83-D85481F04038}"/>
                  </a:ext>
                </a:extLst>
              </p:cNvPr>
              <p:cNvSpPr/>
              <p:nvPr/>
            </p:nvSpPr>
            <p:spPr>
              <a:xfrm>
                <a:off x="32852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" name="Freeform: Shape 183">
                <a:extLst>
                  <a:ext uri="{FF2B5EF4-FFF2-40B4-BE49-F238E27FC236}">
                    <a16:creationId xmlns:a16="http://schemas.microsoft.com/office/drawing/2014/main" id="{70519EA8-C639-463B-A752-CDD78CAC5FD8}"/>
                  </a:ext>
                </a:extLst>
              </p:cNvPr>
              <p:cNvSpPr/>
              <p:nvPr/>
            </p:nvSpPr>
            <p:spPr>
              <a:xfrm>
                <a:off x="32852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" name="Freeform: Shape 184">
                <a:extLst>
                  <a:ext uri="{FF2B5EF4-FFF2-40B4-BE49-F238E27FC236}">
                    <a16:creationId xmlns:a16="http://schemas.microsoft.com/office/drawing/2014/main" id="{09BBE346-6D18-4800-BFDF-F7DED17BA191}"/>
                  </a:ext>
                </a:extLst>
              </p:cNvPr>
              <p:cNvSpPr/>
              <p:nvPr/>
            </p:nvSpPr>
            <p:spPr>
              <a:xfrm>
                <a:off x="33614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Freeform: Shape 185">
                <a:extLst>
                  <a:ext uri="{FF2B5EF4-FFF2-40B4-BE49-F238E27FC236}">
                    <a16:creationId xmlns:a16="http://schemas.microsoft.com/office/drawing/2014/main" id="{F6EA5850-D788-4FDA-A8B8-7A60E94317B5}"/>
                  </a:ext>
                </a:extLst>
              </p:cNvPr>
              <p:cNvSpPr/>
              <p:nvPr/>
            </p:nvSpPr>
            <p:spPr>
              <a:xfrm>
                <a:off x="33614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Freeform: Shape 186">
                <a:extLst>
                  <a:ext uri="{FF2B5EF4-FFF2-40B4-BE49-F238E27FC236}">
                    <a16:creationId xmlns:a16="http://schemas.microsoft.com/office/drawing/2014/main" id="{E20C9559-0517-41CE-B563-3E0F16BED3D1}"/>
                  </a:ext>
                </a:extLst>
              </p:cNvPr>
              <p:cNvSpPr/>
              <p:nvPr/>
            </p:nvSpPr>
            <p:spPr>
              <a:xfrm>
                <a:off x="33614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Freeform: Shape 187">
                <a:extLst>
                  <a:ext uri="{FF2B5EF4-FFF2-40B4-BE49-F238E27FC236}">
                    <a16:creationId xmlns:a16="http://schemas.microsoft.com/office/drawing/2014/main" id="{F14D28EB-C465-4F42-A619-514544373D94}"/>
                  </a:ext>
                </a:extLst>
              </p:cNvPr>
              <p:cNvSpPr/>
              <p:nvPr/>
            </p:nvSpPr>
            <p:spPr>
              <a:xfrm>
                <a:off x="336145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" name="Freeform: Shape 188">
                <a:extLst>
                  <a:ext uri="{FF2B5EF4-FFF2-40B4-BE49-F238E27FC236}">
                    <a16:creationId xmlns:a16="http://schemas.microsoft.com/office/drawing/2014/main" id="{F1DD3CFE-77CE-45B9-B8CB-ECDED5547FCA}"/>
                  </a:ext>
                </a:extLst>
              </p:cNvPr>
              <p:cNvSpPr/>
              <p:nvPr/>
            </p:nvSpPr>
            <p:spPr>
              <a:xfrm>
                <a:off x="33614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" name="Freeform: Shape 189">
                <a:extLst>
                  <a:ext uri="{FF2B5EF4-FFF2-40B4-BE49-F238E27FC236}">
                    <a16:creationId xmlns:a16="http://schemas.microsoft.com/office/drawing/2014/main" id="{9249761E-3B55-4637-BCB2-AF81771EAA51}"/>
                  </a:ext>
                </a:extLst>
              </p:cNvPr>
              <p:cNvSpPr/>
              <p:nvPr/>
            </p:nvSpPr>
            <p:spPr>
              <a:xfrm>
                <a:off x="34374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Freeform: Shape 190">
                <a:extLst>
                  <a:ext uri="{FF2B5EF4-FFF2-40B4-BE49-F238E27FC236}">
                    <a16:creationId xmlns:a16="http://schemas.microsoft.com/office/drawing/2014/main" id="{B107D249-54E5-489B-94EC-5677308626CC}"/>
                  </a:ext>
                </a:extLst>
              </p:cNvPr>
              <p:cNvSpPr/>
              <p:nvPr/>
            </p:nvSpPr>
            <p:spPr>
              <a:xfrm>
                <a:off x="34374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Freeform: Shape 191">
                <a:extLst>
                  <a:ext uri="{FF2B5EF4-FFF2-40B4-BE49-F238E27FC236}">
                    <a16:creationId xmlns:a16="http://schemas.microsoft.com/office/drawing/2014/main" id="{4381593E-2B38-40A2-BB5A-A49439CD6959}"/>
                  </a:ext>
                </a:extLst>
              </p:cNvPr>
              <p:cNvSpPr/>
              <p:nvPr/>
            </p:nvSpPr>
            <p:spPr>
              <a:xfrm>
                <a:off x="34374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Freeform: Shape 192">
                <a:extLst>
                  <a:ext uri="{FF2B5EF4-FFF2-40B4-BE49-F238E27FC236}">
                    <a16:creationId xmlns:a16="http://schemas.microsoft.com/office/drawing/2014/main" id="{F1F039EC-9B7E-47B9-8F8E-D1E32464FD8F}"/>
                  </a:ext>
                </a:extLst>
              </p:cNvPr>
              <p:cNvSpPr/>
              <p:nvPr/>
            </p:nvSpPr>
            <p:spPr>
              <a:xfrm>
                <a:off x="34374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" name="Freeform: Shape 193">
                <a:extLst>
                  <a:ext uri="{FF2B5EF4-FFF2-40B4-BE49-F238E27FC236}">
                    <a16:creationId xmlns:a16="http://schemas.microsoft.com/office/drawing/2014/main" id="{C72A9A22-64AB-4498-81EB-EA28B12624FB}"/>
                  </a:ext>
                </a:extLst>
              </p:cNvPr>
              <p:cNvSpPr/>
              <p:nvPr/>
            </p:nvSpPr>
            <p:spPr>
              <a:xfrm>
                <a:off x="34374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" name="Freeform: Shape 194">
                <a:extLst>
                  <a:ext uri="{FF2B5EF4-FFF2-40B4-BE49-F238E27FC236}">
                    <a16:creationId xmlns:a16="http://schemas.microsoft.com/office/drawing/2014/main" id="{F565FF38-DC50-4356-80A2-1E8E13DB29D3}"/>
                  </a:ext>
                </a:extLst>
              </p:cNvPr>
              <p:cNvSpPr/>
              <p:nvPr/>
            </p:nvSpPr>
            <p:spPr>
              <a:xfrm>
                <a:off x="34374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Freeform: Shape 195">
                <a:extLst>
                  <a:ext uri="{FF2B5EF4-FFF2-40B4-BE49-F238E27FC236}">
                    <a16:creationId xmlns:a16="http://schemas.microsoft.com/office/drawing/2014/main" id="{E84598B4-A5F7-4EEB-9781-1550C23EFB2D}"/>
                  </a:ext>
                </a:extLst>
              </p:cNvPr>
              <p:cNvSpPr/>
              <p:nvPr/>
            </p:nvSpPr>
            <p:spPr>
              <a:xfrm>
                <a:off x="34374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Freeform: Shape 196">
                <a:extLst>
                  <a:ext uri="{FF2B5EF4-FFF2-40B4-BE49-F238E27FC236}">
                    <a16:creationId xmlns:a16="http://schemas.microsoft.com/office/drawing/2014/main" id="{B469B6EF-4D16-4B2D-A4BE-9467BF6AA993}"/>
                  </a:ext>
                </a:extLst>
              </p:cNvPr>
              <p:cNvSpPr/>
              <p:nvPr/>
            </p:nvSpPr>
            <p:spPr>
              <a:xfrm>
                <a:off x="35136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" name="Freeform: Shape 197">
                <a:extLst>
                  <a:ext uri="{FF2B5EF4-FFF2-40B4-BE49-F238E27FC236}">
                    <a16:creationId xmlns:a16="http://schemas.microsoft.com/office/drawing/2014/main" id="{C14D992C-6109-4346-B85F-68005F63C954}"/>
                  </a:ext>
                </a:extLst>
              </p:cNvPr>
              <p:cNvSpPr/>
              <p:nvPr/>
            </p:nvSpPr>
            <p:spPr>
              <a:xfrm>
                <a:off x="35136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" name="Freeform: Shape 198">
                <a:extLst>
                  <a:ext uri="{FF2B5EF4-FFF2-40B4-BE49-F238E27FC236}">
                    <a16:creationId xmlns:a16="http://schemas.microsoft.com/office/drawing/2014/main" id="{245AB0D9-F93D-4089-8501-211FFDDBDACD}"/>
                  </a:ext>
                </a:extLst>
              </p:cNvPr>
              <p:cNvSpPr/>
              <p:nvPr/>
            </p:nvSpPr>
            <p:spPr>
              <a:xfrm>
                <a:off x="35136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Freeform: Shape 199">
                <a:extLst>
                  <a:ext uri="{FF2B5EF4-FFF2-40B4-BE49-F238E27FC236}">
                    <a16:creationId xmlns:a16="http://schemas.microsoft.com/office/drawing/2014/main" id="{BE15A0F9-798B-4DBD-8EA6-3418C9F4255D}"/>
                  </a:ext>
                </a:extLst>
              </p:cNvPr>
              <p:cNvSpPr/>
              <p:nvPr/>
            </p:nvSpPr>
            <p:spPr>
              <a:xfrm>
                <a:off x="35136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Freeform: Shape 200">
                <a:extLst>
                  <a:ext uri="{FF2B5EF4-FFF2-40B4-BE49-F238E27FC236}">
                    <a16:creationId xmlns:a16="http://schemas.microsoft.com/office/drawing/2014/main" id="{08E7BBC7-89DC-4238-9179-DB6D4BDBDA46}"/>
                  </a:ext>
                </a:extLst>
              </p:cNvPr>
              <p:cNvSpPr/>
              <p:nvPr/>
            </p:nvSpPr>
            <p:spPr>
              <a:xfrm>
                <a:off x="35136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Freeform: Shape 201">
                <a:extLst>
                  <a:ext uri="{FF2B5EF4-FFF2-40B4-BE49-F238E27FC236}">
                    <a16:creationId xmlns:a16="http://schemas.microsoft.com/office/drawing/2014/main" id="{041B1412-DE7D-4E86-A6FB-CC4022835BEE}"/>
                  </a:ext>
                </a:extLst>
              </p:cNvPr>
              <p:cNvSpPr/>
              <p:nvPr/>
            </p:nvSpPr>
            <p:spPr>
              <a:xfrm>
                <a:off x="35136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" name="Freeform: Shape 202">
                <a:extLst>
                  <a:ext uri="{FF2B5EF4-FFF2-40B4-BE49-F238E27FC236}">
                    <a16:creationId xmlns:a16="http://schemas.microsoft.com/office/drawing/2014/main" id="{FE4585C1-14EF-4FC0-B114-5019918240BD}"/>
                  </a:ext>
                </a:extLst>
              </p:cNvPr>
              <p:cNvSpPr/>
              <p:nvPr/>
            </p:nvSpPr>
            <p:spPr>
              <a:xfrm>
                <a:off x="35136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Freeform: Shape 203">
                <a:extLst>
                  <a:ext uri="{FF2B5EF4-FFF2-40B4-BE49-F238E27FC236}">
                    <a16:creationId xmlns:a16="http://schemas.microsoft.com/office/drawing/2014/main" id="{4EF6D503-E46E-46E4-84CB-2985B4E71199}"/>
                  </a:ext>
                </a:extLst>
              </p:cNvPr>
              <p:cNvSpPr/>
              <p:nvPr/>
            </p:nvSpPr>
            <p:spPr>
              <a:xfrm>
                <a:off x="35136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Freeform: Shape 204">
                <a:extLst>
                  <a:ext uri="{FF2B5EF4-FFF2-40B4-BE49-F238E27FC236}">
                    <a16:creationId xmlns:a16="http://schemas.microsoft.com/office/drawing/2014/main" id="{B86542B3-A967-4E1B-A697-0532708804E0}"/>
                  </a:ext>
                </a:extLst>
              </p:cNvPr>
              <p:cNvSpPr/>
              <p:nvPr/>
            </p:nvSpPr>
            <p:spPr>
              <a:xfrm>
                <a:off x="35898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Freeform: Shape 205">
                <a:extLst>
                  <a:ext uri="{FF2B5EF4-FFF2-40B4-BE49-F238E27FC236}">
                    <a16:creationId xmlns:a16="http://schemas.microsoft.com/office/drawing/2014/main" id="{644F3738-C5AF-44A7-AD14-A8ABF6B6C235}"/>
                  </a:ext>
                </a:extLst>
              </p:cNvPr>
              <p:cNvSpPr/>
              <p:nvPr/>
            </p:nvSpPr>
            <p:spPr>
              <a:xfrm>
                <a:off x="366610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Freeform: Shape 206">
                <a:extLst>
                  <a:ext uri="{FF2B5EF4-FFF2-40B4-BE49-F238E27FC236}">
                    <a16:creationId xmlns:a16="http://schemas.microsoft.com/office/drawing/2014/main" id="{CBB71C58-0BB6-4B4D-B745-0D67B0EF17E6}"/>
                  </a:ext>
                </a:extLst>
              </p:cNvPr>
              <p:cNvSpPr/>
              <p:nvPr/>
            </p:nvSpPr>
            <p:spPr>
              <a:xfrm>
                <a:off x="366610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Freeform: Shape 207">
                <a:extLst>
                  <a:ext uri="{FF2B5EF4-FFF2-40B4-BE49-F238E27FC236}">
                    <a16:creationId xmlns:a16="http://schemas.microsoft.com/office/drawing/2014/main" id="{7159142A-131B-46AB-83B9-6D306ECC4A95}"/>
                  </a:ext>
                </a:extLst>
              </p:cNvPr>
              <p:cNvSpPr/>
              <p:nvPr/>
            </p:nvSpPr>
            <p:spPr>
              <a:xfrm>
                <a:off x="36661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" name="Freeform: Shape 208">
                <a:extLst>
                  <a:ext uri="{FF2B5EF4-FFF2-40B4-BE49-F238E27FC236}">
                    <a16:creationId xmlns:a16="http://schemas.microsoft.com/office/drawing/2014/main" id="{2256148E-B196-4F7F-B399-3B523BD9AD8C}"/>
                  </a:ext>
                </a:extLst>
              </p:cNvPr>
              <p:cNvSpPr/>
              <p:nvPr/>
            </p:nvSpPr>
            <p:spPr>
              <a:xfrm>
                <a:off x="36661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Freeform: Shape 209">
                <a:extLst>
                  <a:ext uri="{FF2B5EF4-FFF2-40B4-BE49-F238E27FC236}">
                    <a16:creationId xmlns:a16="http://schemas.microsoft.com/office/drawing/2014/main" id="{9568EE45-60DB-4767-9D49-B47ADC88956A}"/>
                  </a:ext>
                </a:extLst>
              </p:cNvPr>
              <p:cNvSpPr/>
              <p:nvPr/>
            </p:nvSpPr>
            <p:spPr>
              <a:xfrm>
                <a:off x="36661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Freeform: Shape 210">
                <a:extLst>
                  <a:ext uri="{FF2B5EF4-FFF2-40B4-BE49-F238E27FC236}">
                    <a16:creationId xmlns:a16="http://schemas.microsoft.com/office/drawing/2014/main" id="{587C4728-D91A-4179-A98A-C37E2FE82C4D}"/>
                  </a:ext>
                </a:extLst>
              </p:cNvPr>
              <p:cNvSpPr/>
              <p:nvPr/>
            </p:nvSpPr>
            <p:spPr>
              <a:xfrm>
                <a:off x="36661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Freeform: Shape 211">
                <a:extLst>
                  <a:ext uri="{FF2B5EF4-FFF2-40B4-BE49-F238E27FC236}">
                    <a16:creationId xmlns:a16="http://schemas.microsoft.com/office/drawing/2014/main" id="{D9B4B5CA-4027-46CE-8640-F13828C7E9C5}"/>
                  </a:ext>
                </a:extLst>
              </p:cNvPr>
              <p:cNvSpPr/>
              <p:nvPr/>
            </p:nvSpPr>
            <p:spPr>
              <a:xfrm>
                <a:off x="36661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Freeform: Shape 212">
                <a:extLst>
                  <a:ext uri="{FF2B5EF4-FFF2-40B4-BE49-F238E27FC236}">
                    <a16:creationId xmlns:a16="http://schemas.microsoft.com/office/drawing/2014/main" id="{D9F45AF8-7782-4F2C-BBA3-D9BE4792E2AE}"/>
                  </a:ext>
                </a:extLst>
              </p:cNvPr>
              <p:cNvSpPr/>
              <p:nvPr/>
            </p:nvSpPr>
            <p:spPr>
              <a:xfrm>
                <a:off x="37423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Freeform: Shape 213">
                <a:extLst>
                  <a:ext uri="{FF2B5EF4-FFF2-40B4-BE49-F238E27FC236}">
                    <a16:creationId xmlns:a16="http://schemas.microsoft.com/office/drawing/2014/main" id="{43E7DAF5-72CC-40BC-8DE7-04F368DEADFC}"/>
                  </a:ext>
                </a:extLst>
              </p:cNvPr>
              <p:cNvSpPr/>
              <p:nvPr/>
            </p:nvSpPr>
            <p:spPr>
              <a:xfrm>
                <a:off x="37423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Freeform: Shape 214">
                <a:extLst>
                  <a:ext uri="{FF2B5EF4-FFF2-40B4-BE49-F238E27FC236}">
                    <a16:creationId xmlns:a16="http://schemas.microsoft.com/office/drawing/2014/main" id="{DB451FBF-D788-454C-9B03-8C042AED4F70}"/>
                  </a:ext>
                </a:extLst>
              </p:cNvPr>
              <p:cNvSpPr/>
              <p:nvPr/>
            </p:nvSpPr>
            <p:spPr>
              <a:xfrm>
                <a:off x="37423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Freeform: Shape 215">
                <a:extLst>
                  <a:ext uri="{FF2B5EF4-FFF2-40B4-BE49-F238E27FC236}">
                    <a16:creationId xmlns:a16="http://schemas.microsoft.com/office/drawing/2014/main" id="{5BED6CFC-4ED4-49F9-9FDA-C69D27B130E2}"/>
                  </a:ext>
                </a:extLst>
              </p:cNvPr>
              <p:cNvSpPr/>
              <p:nvPr/>
            </p:nvSpPr>
            <p:spPr>
              <a:xfrm>
                <a:off x="37423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Freeform: Shape 216">
                <a:extLst>
                  <a:ext uri="{FF2B5EF4-FFF2-40B4-BE49-F238E27FC236}">
                    <a16:creationId xmlns:a16="http://schemas.microsoft.com/office/drawing/2014/main" id="{D712C296-1E32-43E0-931A-021C0A4BA377}"/>
                  </a:ext>
                </a:extLst>
              </p:cNvPr>
              <p:cNvSpPr/>
              <p:nvPr/>
            </p:nvSpPr>
            <p:spPr>
              <a:xfrm>
                <a:off x="3742300" y="30186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Freeform: Shape 217">
                <a:extLst>
                  <a:ext uri="{FF2B5EF4-FFF2-40B4-BE49-F238E27FC236}">
                    <a16:creationId xmlns:a16="http://schemas.microsoft.com/office/drawing/2014/main" id="{AD07F22F-4738-4B97-8564-B17A94C1BA2C}"/>
                  </a:ext>
                </a:extLst>
              </p:cNvPr>
              <p:cNvSpPr/>
              <p:nvPr/>
            </p:nvSpPr>
            <p:spPr>
              <a:xfrm>
                <a:off x="37423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Freeform: Shape 218">
                <a:extLst>
                  <a:ext uri="{FF2B5EF4-FFF2-40B4-BE49-F238E27FC236}">
                    <a16:creationId xmlns:a16="http://schemas.microsoft.com/office/drawing/2014/main" id="{725FD56F-74E6-4F4E-B441-C1A612450B11}"/>
                  </a:ext>
                </a:extLst>
              </p:cNvPr>
              <p:cNvSpPr/>
              <p:nvPr/>
            </p:nvSpPr>
            <p:spPr>
              <a:xfrm>
                <a:off x="374230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5"/>
                      <a:pt x="528" y="2131"/>
                      <a:pt x="1076" y="2131"/>
                    </a:cubicBezTo>
                    <a:cubicBezTo>
                      <a:pt x="1335" y="2131"/>
                      <a:pt x="1599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" name="Freeform: Shape 219">
                <a:extLst>
                  <a:ext uri="{FF2B5EF4-FFF2-40B4-BE49-F238E27FC236}">
                    <a16:creationId xmlns:a16="http://schemas.microsoft.com/office/drawing/2014/main" id="{63AC74D4-5A1C-4F94-98DC-D4B8870EBD8C}"/>
                  </a:ext>
                </a:extLst>
              </p:cNvPr>
              <p:cNvSpPr/>
              <p:nvPr/>
            </p:nvSpPr>
            <p:spPr>
              <a:xfrm>
                <a:off x="37423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Freeform: Shape 220">
                <a:extLst>
                  <a:ext uri="{FF2B5EF4-FFF2-40B4-BE49-F238E27FC236}">
                    <a16:creationId xmlns:a16="http://schemas.microsoft.com/office/drawing/2014/main" id="{3BBF8278-87DD-4EB4-AAEC-920C5945A07A}"/>
                  </a:ext>
                </a:extLst>
              </p:cNvPr>
              <p:cNvSpPr/>
              <p:nvPr/>
            </p:nvSpPr>
            <p:spPr>
              <a:xfrm>
                <a:off x="38185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Freeform: Shape 221">
                <a:extLst>
                  <a:ext uri="{FF2B5EF4-FFF2-40B4-BE49-F238E27FC236}">
                    <a16:creationId xmlns:a16="http://schemas.microsoft.com/office/drawing/2014/main" id="{D0C107F6-A32D-4EBB-919D-29DA6B8739C5}"/>
                  </a:ext>
                </a:extLst>
              </p:cNvPr>
              <p:cNvSpPr/>
              <p:nvPr/>
            </p:nvSpPr>
            <p:spPr>
              <a:xfrm>
                <a:off x="38185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" name="Freeform: Shape 222">
                <a:extLst>
                  <a:ext uri="{FF2B5EF4-FFF2-40B4-BE49-F238E27FC236}">
                    <a16:creationId xmlns:a16="http://schemas.microsoft.com/office/drawing/2014/main" id="{9E371AB5-054F-43DD-AB34-8C4C14921BE1}"/>
                  </a:ext>
                </a:extLst>
              </p:cNvPr>
              <p:cNvSpPr/>
              <p:nvPr/>
            </p:nvSpPr>
            <p:spPr>
              <a:xfrm>
                <a:off x="38185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Freeform: Shape 223">
                <a:extLst>
                  <a:ext uri="{FF2B5EF4-FFF2-40B4-BE49-F238E27FC236}">
                    <a16:creationId xmlns:a16="http://schemas.microsoft.com/office/drawing/2014/main" id="{46312ED1-59C5-4666-AFE0-0A02C74B542D}"/>
                  </a:ext>
                </a:extLst>
              </p:cNvPr>
              <p:cNvSpPr/>
              <p:nvPr/>
            </p:nvSpPr>
            <p:spPr>
              <a:xfrm>
                <a:off x="38185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Freeform: Shape 224">
                <a:extLst>
                  <a:ext uri="{FF2B5EF4-FFF2-40B4-BE49-F238E27FC236}">
                    <a16:creationId xmlns:a16="http://schemas.microsoft.com/office/drawing/2014/main" id="{2A2146C6-846C-431D-B817-DF47BEAF2114}"/>
                  </a:ext>
                </a:extLst>
              </p:cNvPr>
              <p:cNvSpPr/>
              <p:nvPr/>
            </p:nvSpPr>
            <p:spPr>
              <a:xfrm>
                <a:off x="38185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Freeform: Shape 225">
                <a:extLst>
                  <a:ext uri="{FF2B5EF4-FFF2-40B4-BE49-F238E27FC236}">
                    <a16:creationId xmlns:a16="http://schemas.microsoft.com/office/drawing/2014/main" id="{A24B77AE-14DA-4A66-8165-E8DF11686796}"/>
                  </a:ext>
                </a:extLst>
              </p:cNvPr>
              <p:cNvSpPr/>
              <p:nvPr/>
            </p:nvSpPr>
            <p:spPr>
              <a:xfrm>
                <a:off x="38185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Freeform: Shape 226">
                <a:extLst>
                  <a:ext uri="{FF2B5EF4-FFF2-40B4-BE49-F238E27FC236}">
                    <a16:creationId xmlns:a16="http://schemas.microsoft.com/office/drawing/2014/main" id="{C5C4476B-4549-4D86-B146-51C5A37DE254}"/>
                  </a:ext>
                </a:extLst>
              </p:cNvPr>
              <p:cNvSpPr/>
              <p:nvPr/>
            </p:nvSpPr>
            <p:spPr>
              <a:xfrm>
                <a:off x="38185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" name="Freeform: Shape 227">
                <a:extLst>
                  <a:ext uri="{FF2B5EF4-FFF2-40B4-BE49-F238E27FC236}">
                    <a16:creationId xmlns:a16="http://schemas.microsoft.com/office/drawing/2014/main" id="{8052E7E9-BD07-44F4-95A1-E3B9C9D088FC}"/>
                  </a:ext>
                </a:extLst>
              </p:cNvPr>
              <p:cNvSpPr/>
              <p:nvPr/>
            </p:nvSpPr>
            <p:spPr>
              <a:xfrm>
                <a:off x="381852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" name="Freeform: Shape 228">
                <a:extLst>
                  <a:ext uri="{FF2B5EF4-FFF2-40B4-BE49-F238E27FC236}">
                    <a16:creationId xmlns:a16="http://schemas.microsoft.com/office/drawing/2014/main" id="{E89B306B-245F-422F-B6F0-023ED35D419A}"/>
                  </a:ext>
                </a:extLst>
              </p:cNvPr>
              <p:cNvSpPr/>
              <p:nvPr/>
            </p:nvSpPr>
            <p:spPr>
              <a:xfrm>
                <a:off x="38185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Freeform: Shape 229">
                <a:extLst>
                  <a:ext uri="{FF2B5EF4-FFF2-40B4-BE49-F238E27FC236}">
                    <a16:creationId xmlns:a16="http://schemas.microsoft.com/office/drawing/2014/main" id="{223E09CD-0563-4A58-AE8C-9F485F8BFC92}"/>
                  </a:ext>
                </a:extLst>
              </p:cNvPr>
              <p:cNvSpPr/>
              <p:nvPr/>
            </p:nvSpPr>
            <p:spPr>
              <a:xfrm>
                <a:off x="38185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Freeform: Shape 230">
                <a:extLst>
                  <a:ext uri="{FF2B5EF4-FFF2-40B4-BE49-F238E27FC236}">
                    <a16:creationId xmlns:a16="http://schemas.microsoft.com/office/drawing/2014/main" id="{307CE6E5-F011-49F5-ABB8-7C7B2BFDB440}"/>
                  </a:ext>
                </a:extLst>
              </p:cNvPr>
              <p:cNvSpPr/>
              <p:nvPr/>
            </p:nvSpPr>
            <p:spPr>
              <a:xfrm>
                <a:off x="38947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Freeform: Shape 231">
                <a:extLst>
                  <a:ext uri="{FF2B5EF4-FFF2-40B4-BE49-F238E27FC236}">
                    <a16:creationId xmlns:a16="http://schemas.microsoft.com/office/drawing/2014/main" id="{6132C8A4-306E-4011-A9E8-A8C479E10163}"/>
                  </a:ext>
                </a:extLst>
              </p:cNvPr>
              <p:cNvSpPr/>
              <p:nvPr/>
            </p:nvSpPr>
            <p:spPr>
              <a:xfrm>
                <a:off x="38947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Freeform: Shape 232">
                <a:extLst>
                  <a:ext uri="{FF2B5EF4-FFF2-40B4-BE49-F238E27FC236}">
                    <a16:creationId xmlns:a16="http://schemas.microsoft.com/office/drawing/2014/main" id="{DBC55D6F-DAF6-4CC9-9B94-457CB5D05894}"/>
                  </a:ext>
                </a:extLst>
              </p:cNvPr>
              <p:cNvSpPr/>
              <p:nvPr/>
            </p:nvSpPr>
            <p:spPr>
              <a:xfrm>
                <a:off x="3894725" y="385677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Freeform: Shape 233">
                <a:extLst>
                  <a:ext uri="{FF2B5EF4-FFF2-40B4-BE49-F238E27FC236}">
                    <a16:creationId xmlns:a16="http://schemas.microsoft.com/office/drawing/2014/main" id="{97FFE5E7-E7FE-43D7-BD65-AD22649CFBC3}"/>
                  </a:ext>
                </a:extLst>
              </p:cNvPr>
              <p:cNvSpPr/>
              <p:nvPr/>
            </p:nvSpPr>
            <p:spPr>
              <a:xfrm>
                <a:off x="38947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Freeform: Shape 234">
                <a:extLst>
                  <a:ext uri="{FF2B5EF4-FFF2-40B4-BE49-F238E27FC236}">
                    <a16:creationId xmlns:a16="http://schemas.microsoft.com/office/drawing/2014/main" id="{327AECD2-82FF-4E43-ACD4-2F2EACEB728C}"/>
                  </a:ext>
                </a:extLst>
              </p:cNvPr>
              <p:cNvSpPr/>
              <p:nvPr/>
            </p:nvSpPr>
            <p:spPr>
              <a:xfrm>
                <a:off x="38947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Freeform: Shape 235">
                <a:extLst>
                  <a:ext uri="{FF2B5EF4-FFF2-40B4-BE49-F238E27FC236}">
                    <a16:creationId xmlns:a16="http://schemas.microsoft.com/office/drawing/2014/main" id="{C468A676-F44A-4F10-B013-50A00A2B2B8A}"/>
                  </a:ext>
                </a:extLst>
              </p:cNvPr>
              <p:cNvSpPr/>
              <p:nvPr/>
            </p:nvSpPr>
            <p:spPr>
              <a:xfrm>
                <a:off x="38947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Freeform: Shape 236">
                <a:extLst>
                  <a:ext uri="{FF2B5EF4-FFF2-40B4-BE49-F238E27FC236}">
                    <a16:creationId xmlns:a16="http://schemas.microsoft.com/office/drawing/2014/main" id="{125DF2FF-B2B3-43CD-AD87-660BE8C3A29C}"/>
                  </a:ext>
                </a:extLst>
              </p:cNvPr>
              <p:cNvSpPr/>
              <p:nvPr/>
            </p:nvSpPr>
            <p:spPr>
              <a:xfrm>
                <a:off x="3894725" y="355192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Freeform: Shape 237">
                <a:extLst>
                  <a:ext uri="{FF2B5EF4-FFF2-40B4-BE49-F238E27FC236}">
                    <a16:creationId xmlns:a16="http://schemas.microsoft.com/office/drawing/2014/main" id="{A4C74B19-11E5-4358-87CA-B77376C4C031}"/>
                  </a:ext>
                </a:extLst>
              </p:cNvPr>
              <p:cNvSpPr/>
              <p:nvPr/>
            </p:nvSpPr>
            <p:spPr>
              <a:xfrm>
                <a:off x="38947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" name="Freeform: Shape 238">
                <a:extLst>
                  <a:ext uri="{FF2B5EF4-FFF2-40B4-BE49-F238E27FC236}">
                    <a16:creationId xmlns:a16="http://schemas.microsoft.com/office/drawing/2014/main" id="{E933416C-DFFE-4E5E-8FAE-0872A2D85593}"/>
                  </a:ext>
                </a:extLst>
              </p:cNvPr>
              <p:cNvSpPr/>
              <p:nvPr/>
            </p:nvSpPr>
            <p:spPr>
              <a:xfrm>
                <a:off x="38947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" name="Freeform: Shape 239">
                <a:extLst>
                  <a:ext uri="{FF2B5EF4-FFF2-40B4-BE49-F238E27FC236}">
                    <a16:creationId xmlns:a16="http://schemas.microsoft.com/office/drawing/2014/main" id="{718F8C05-7182-464D-8F4B-4C21AB465ED2}"/>
                  </a:ext>
                </a:extLst>
              </p:cNvPr>
              <p:cNvSpPr/>
              <p:nvPr/>
            </p:nvSpPr>
            <p:spPr>
              <a:xfrm>
                <a:off x="389460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Freeform: Shape 240">
                <a:extLst>
                  <a:ext uri="{FF2B5EF4-FFF2-40B4-BE49-F238E27FC236}">
                    <a16:creationId xmlns:a16="http://schemas.microsoft.com/office/drawing/2014/main" id="{C15EC208-1AAA-4EF4-9DAF-760DBA098EAF}"/>
                  </a:ext>
                </a:extLst>
              </p:cNvPr>
              <p:cNvSpPr/>
              <p:nvPr/>
            </p:nvSpPr>
            <p:spPr>
              <a:xfrm>
                <a:off x="38947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Freeform: Shape 241">
                <a:extLst>
                  <a:ext uri="{FF2B5EF4-FFF2-40B4-BE49-F238E27FC236}">
                    <a16:creationId xmlns:a16="http://schemas.microsoft.com/office/drawing/2014/main" id="{5392A461-89D2-490E-B698-594A51B54470}"/>
                  </a:ext>
                </a:extLst>
              </p:cNvPr>
              <p:cNvSpPr/>
              <p:nvPr/>
            </p:nvSpPr>
            <p:spPr>
              <a:xfrm>
                <a:off x="38947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Freeform: Shape 242">
                <a:extLst>
                  <a:ext uri="{FF2B5EF4-FFF2-40B4-BE49-F238E27FC236}">
                    <a16:creationId xmlns:a16="http://schemas.microsoft.com/office/drawing/2014/main" id="{2DFF1106-3F70-4367-A34C-ED89A56A6E35}"/>
                  </a:ext>
                </a:extLst>
              </p:cNvPr>
              <p:cNvSpPr/>
              <p:nvPr/>
            </p:nvSpPr>
            <p:spPr>
              <a:xfrm>
                <a:off x="38947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Freeform: Shape 243">
                <a:extLst>
                  <a:ext uri="{FF2B5EF4-FFF2-40B4-BE49-F238E27FC236}">
                    <a16:creationId xmlns:a16="http://schemas.microsoft.com/office/drawing/2014/main" id="{5D4F2729-6AC4-4E69-ABC3-9FEBDA8C05A5}"/>
                  </a:ext>
                </a:extLst>
              </p:cNvPr>
              <p:cNvSpPr/>
              <p:nvPr/>
            </p:nvSpPr>
            <p:spPr>
              <a:xfrm>
                <a:off x="38947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Freeform: Shape 244">
                <a:extLst>
                  <a:ext uri="{FF2B5EF4-FFF2-40B4-BE49-F238E27FC236}">
                    <a16:creationId xmlns:a16="http://schemas.microsoft.com/office/drawing/2014/main" id="{1EA3E55B-68BB-49C0-8909-45885AE99E42}"/>
                  </a:ext>
                </a:extLst>
              </p:cNvPr>
              <p:cNvSpPr/>
              <p:nvPr/>
            </p:nvSpPr>
            <p:spPr>
              <a:xfrm>
                <a:off x="38947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Freeform: Shape 245">
                <a:extLst>
                  <a:ext uri="{FF2B5EF4-FFF2-40B4-BE49-F238E27FC236}">
                    <a16:creationId xmlns:a16="http://schemas.microsoft.com/office/drawing/2014/main" id="{7357BED6-7C60-4E2E-97DF-33CFDE528F6B}"/>
                  </a:ext>
                </a:extLst>
              </p:cNvPr>
              <p:cNvSpPr/>
              <p:nvPr/>
            </p:nvSpPr>
            <p:spPr>
              <a:xfrm>
                <a:off x="38947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Freeform: Shape 246">
                <a:extLst>
                  <a:ext uri="{FF2B5EF4-FFF2-40B4-BE49-F238E27FC236}">
                    <a16:creationId xmlns:a16="http://schemas.microsoft.com/office/drawing/2014/main" id="{29CDD0C9-291B-4DFA-A276-7888B26B5A46}"/>
                  </a:ext>
                </a:extLst>
              </p:cNvPr>
              <p:cNvSpPr/>
              <p:nvPr/>
            </p:nvSpPr>
            <p:spPr>
              <a:xfrm>
                <a:off x="38185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Freeform: Shape 247">
                <a:extLst>
                  <a:ext uri="{FF2B5EF4-FFF2-40B4-BE49-F238E27FC236}">
                    <a16:creationId xmlns:a16="http://schemas.microsoft.com/office/drawing/2014/main" id="{33AF6B53-AFCD-4737-B888-E552AC13D164}"/>
                  </a:ext>
                </a:extLst>
              </p:cNvPr>
              <p:cNvSpPr/>
              <p:nvPr/>
            </p:nvSpPr>
            <p:spPr>
              <a:xfrm>
                <a:off x="3742300" y="2866425"/>
                <a:ext cx="62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29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1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Freeform: Shape 248">
                <a:extLst>
                  <a:ext uri="{FF2B5EF4-FFF2-40B4-BE49-F238E27FC236}">
                    <a16:creationId xmlns:a16="http://schemas.microsoft.com/office/drawing/2014/main" id="{C4F90185-CE13-4D66-A7F0-6FBE3EA9C962}"/>
                  </a:ext>
                </a:extLst>
              </p:cNvPr>
              <p:cNvSpPr/>
              <p:nvPr/>
            </p:nvSpPr>
            <p:spPr>
              <a:xfrm>
                <a:off x="36661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" name="Freeform: Shape 249">
                <a:extLst>
                  <a:ext uri="{FF2B5EF4-FFF2-40B4-BE49-F238E27FC236}">
                    <a16:creationId xmlns:a16="http://schemas.microsoft.com/office/drawing/2014/main" id="{C0A20555-AAC3-4BD9-8D5D-F6931220071F}"/>
                  </a:ext>
                </a:extLst>
              </p:cNvPr>
              <p:cNvSpPr/>
              <p:nvPr/>
            </p:nvSpPr>
            <p:spPr>
              <a:xfrm>
                <a:off x="450405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Freeform: Shape 250">
                <a:extLst>
                  <a:ext uri="{FF2B5EF4-FFF2-40B4-BE49-F238E27FC236}">
                    <a16:creationId xmlns:a16="http://schemas.microsoft.com/office/drawing/2014/main" id="{32C3A469-38F6-4EE7-B671-B0CDD317C15B}"/>
                  </a:ext>
                </a:extLst>
              </p:cNvPr>
              <p:cNvSpPr/>
              <p:nvPr/>
            </p:nvSpPr>
            <p:spPr>
              <a:xfrm>
                <a:off x="4504050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Freeform: Shape 251">
                <a:extLst>
                  <a:ext uri="{FF2B5EF4-FFF2-40B4-BE49-F238E27FC236}">
                    <a16:creationId xmlns:a16="http://schemas.microsoft.com/office/drawing/2014/main" id="{6ED7AD75-1A85-4DEB-8B42-FA3F8BB7BE43}"/>
                  </a:ext>
                </a:extLst>
              </p:cNvPr>
              <p:cNvSpPr/>
              <p:nvPr/>
            </p:nvSpPr>
            <p:spPr>
              <a:xfrm>
                <a:off x="45040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Freeform: Shape 252">
                <a:extLst>
                  <a:ext uri="{FF2B5EF4-FFF2-40B4-BE49-F238E27FC236}">
                    <a16:creationId xmlns:a16="http://schemas.microsoft.com/office/drawing/2014/main" id="{F05DC5D7-3549-4A8D-9459-45BD92D46769}"/>
                  </a:ext>
                </a:extLst>
              </p:cNvPr>
              <p:cNvSpPr/>
              <p:nvPr/>
            </p:nvSpPr>
            <p:spPr>
              <a:xfrm>
                <a:off x="44278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" name="Freeform: Shape 253">
                <a:extLst>
                  <a:ext uri="{FF2B5EF4-FFF2-40B4-BE49-F238E27FC236}">
                    <a16:creationId xmlns:a16="http://schemas.microsoft.com/office/drawing/2014/main" id="{299628F8-39D5-41BE-82FB-8F2734165D81}"/>
                  </a:ext>
                </a:extLst>
              </p:cNvPr>
              <p:cNvSpPr/>
              <p:nvPr/>
            </p:nvSpPr>
            <p:spPr>
              <a:xfrm>
                <a:off x="44278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Freeform: Shape 254">
                <a:extLst>
                  <a:ext uri="{FF2B5EF4-FFF2-40B4-BE49-F238E27FC236}">
                    <a16:creationId xmlns:a16="http://schemas.microsoft.com/office/drawing/2014/main" id="{83BEEB80-D1DA-4A32-9959-3839BEAC4170}"/>
                  </a:ext>
                </a:extLst>
              </p:cNvPr>
              <p:cNvSpPr/>
              <p:nvPr/>
            </p:nvSpPr>
            <p:spPr>
              <a:xfrm>
                <a:off x="44278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Freeform: Shape 255">
                <a:extLst>
                  <a:ext uri="{FF2B5EF4-FFF2-40B4-BE49-F238E27FC236}">
                    <a16:creationId xmlns:a16="http://schemas.microsoft.com/office/drawing/2014/main" id="{4331EFFB-2C4A-48AA-8CB2-9B483F8A7E57}"/>
                  </a:ext>
                </a:extLst>
              </p:cNvPr>
              <p:cNvSpPr/>
              <p:nvPr/>
            </p:nvSpPr>
            <p:spPr>
              <a:xfrm>
                <a:off x="442782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Freeform: Shape 256">
                <a:extLst>
                  <a:ext uri="{FF2B5EF4-FFF2-40B4-BE49-F238E27FC236}">
                    <a16:creationId xmlns:a16="http://schemas.microsoft.com/office/drawing/2014/main" id="{A1645F6C-9E1A-405E-8CB9-622076C3A1D8}"/>
                  </a:ext>
                </a:extLst>
              </p:cNvPr>
              <p:cNvSpPr/>
              <p:nvPr/>
            </p:nvSpPr>
            <p:spPr>
              <a:xfrm>
                <a:off x="442782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Freeform: Shape 257">
                <a:extLst>
                  <a:ext uri="{FF2B5EF4-FFF2-40B4-BE49-F238E27FC236}">
                    <a16:creationId xmlns:a16="http://schemas.microsoft.com/office/drawing/2014/main" id="{CA98C102-32EE-4914-86DB-AF2C14719D32}"/>
                  </a:ext>
                </a:extLst>
              </p:cNvPr>
              <p:cNvSpPr/>
              <p:nvPr/>
            </p:nvSpPr>
            <p:spPr>
              <a:xfrm>
                <a:off x="43516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Freeform: Shape 258">
                <a:extLst>
                  <a:ext uri="{FF2B5EF4-FFF2-40B4-BE49-F238E27FC236}">
                    <a16:creationId xmlns:a16="http://schemas.microsoft.com/office/drawing/2014/main" id="{AC0BD63D-B58A-4E35-B5B5-63724C6BE65F}"/>
                  </a:ext>
                </a:extLst>
              </p:cNvPr>
              <p:cNvSpPr/>
              <p:nvPr/>
            </p:nvSpPr>
            <p:spPr>
              <a:xfrm>
                <a:off x="43516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Freeform: Shape 259">
                <a:extLst>
                  <a:ext uri="{FF2B5EF4-FFF2-40B4-BE49-F238E27FC236}">
                    <a16:creationId xmlns:a16="http://schemas.microsoft.com/office/drawing/2014/main" id="{BD1E8BD4-D970-4090-95AB-CBD2DBF262A8}"/>
                  </a:ext>
                </a:extLst>
              </p:cNvPr>
              <p:cNvSpPr/>
              <p:nvPr/>
            </p:nvSpPr>
            <p:spPr>
              <a:xfrm>
                <a:off x="43516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Freeform: Shape 260">
                <a:extLst>
                  <a:ext uri="{FF2B5EF4-FFF2-40B4-BE49-F238E27FC236}">
                    <a16:creationId xmlns:a16="http://schemas.microsoft.com/office/drawing/2014/main" id="{C718EDE6-53E3-48D0-A5D7-5419A16F9EC0}"/>
                  </a:ext>
                </a:extLst>
              </p:cNvPr>
              <p:cNvSpPr/>
              <p:nvPr/>
            </p:nvSpPr>
            <p:spPr>
              <a:xfrm>
                <a:off x="435160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Freeform: Shape 261">
                <a:extLst>
                  <a:ext uri="{FF2B5EF4-FFF2-40B4-BE49-F238E27FC236}">
                    <a16:creationId xmlns:a16="http://schemas.microsoft.com/office/drawing/2014/main" id="{F9AA6328-49F5-44EF-81E7-8365266522AC}"/>
                  </a:ext>
                </a:extLst>
              </p:cNvPr>
              <p:cNvSpPr/>
              <p:nvPr/>
            </p:nvSpPr>
            <p:spPr>
              <a:xfrm>
                <a:off x="435160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Freeform: Shape 262">
                <a:extLst>
                  <a:ext uri="{FF2B5EF4-FFF2-40B4-BE49-F238E27FC236}">
                    <a16:creationId xmlns:a16="http://schemas.microsoft.com/office/drawing/2014/main" id="{C6BEEC92-80F5-4E95-8B17-105570E82E2F}"/>
                  </a:ext>
                </a:extLst>
              </p:cNvPr>
              <p:cNvSpPr/>
              <p:nvPr/>
            </p:nvSpPr>
            <p:spPr>
              <a:xfrm>
                <a:off x="42756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Freeform: Shape 263">
                <a:extLst>
                  <a:ext uri="{FF2B5EF4-FFF2-40B4-BE49-F238E27FC236}">
                    <a16:creationId xmlns:a16="http://schemas.microsoft.com/office/drawing/2014/main" id="{A3941BC0-1AD1-47A4-87BD-9634E1F85E1C}"/>
                  </a:ext>
                </a:extLst>
              </p:cNvPr>
              <p:cNvSpPr/>
              <p:nvPr/>
            </p:nvSpPr>
            <p:spPr>
              <a:xfrm>
                <a:off x="42756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Freeform: Shape 264">
                <a:extLst>
                  <a:ext uri="{FF2B5EF4-FFF2-40B4-BE49-F238E27FC236}">
                    <a16:creationId xmlns:a16="http://schemas.microsoft.com/office/drawing/2014/main" id="{782AEB2A-65DD-468F-A8B4-CA9EC8E559C4}"/>
                  </a:ext>
                </a:extLst>
              </p:cNvPr>
              <p:cNvSpPr/>
              <p:nvPr/>
            </p:nvSpPr>
            <p:spPr>
              <a:xfrm>
                <a:off x="42756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Freeform: Shape 265">
                <a:extLst>
                  <a:ext uri="{FF2B5EF4-FFF2-40B4-BE49-F238E27FC236}">
                    <a16:creationId xmlns:a16="http://schemas.microsoft.com/office/drawing/2014/main" id="{255769BE-43AE-4E22-9FA8-76DAE5C63429}"/>
                  </a:ext>
                </a:extLst>
              </p:cNvPr>
              <p:cNvSpPr/>
              <p:nvPr/>
            </p:nvSpPr>
            <p:spPr>
              <a:xfrm>
                <a:off x="427560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Freeform: Shape 266">
                <a:extLst>
                  <a:ext uri="{FF2B5EF4-FFF2-40B4-BE49-F238E27FC236}">
                    <a16:creationId xmlns:a16="http://schemas.microsoft.com/office/drawing/2014/main" id="{68469EA8-2C8C-40F9-A4F3-BE5CAEC90358}"/>
                  </a:ext>
                </a:extLst>
              </p:cNvPr>
              <p:cNvSpPr/>
              <p:nvPr/>
            </p:nvSpPr>
            <p:spPr>
              <a:xfrm>
                <a:off x="42756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Freeform: Shape 267">
                <a:extLst>
                  <a:ext uri="{FF2B5EF4-FFF2-40B4-BE49-F238E27FC236}">
                    <a16:creationId xmlns:a16="http://schemas.microsoft.com/office/drawing/2014/main" id="{3967B0BC-1735-4F80-A9A3-F89C8FC33E15}"/>
                  </a:ext>
                </a:extLst>
              </p:cNvPr>
              <p:cNvSpPr/>
              <p:nvPr/>
            </p:nvSpPr>
            <p:spPr>
              <a:xfrm>
                <a:off x="42756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Freeform: Shape 268">
                <a:extLst>
                  <a:ext uri="{FF2B5EF4-FFF2-40B4-BE49-F238E27FC236}">
                    <a16:creationId xmlns:a16="http://schemas.microsoft.com/office/drawing/2014/main" id="{94549506-1F18-4A2F-86C1-B7995B2BFC4B}"/>
                  </a:ext>
                </a:extLst>
              </p:cNvPr>
              <p:cNvSpPr/>
              <p:nvPr/>
            </p:nvSpPr>
            <p:spPr>
              <a:xfrm>
                <a:off x="42756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Freeform: Shape 269">
                <a:extLst>
                  <a:ext uri="{FF2B5EF4-FFF2-40B4-BE49-F238E27FC236}">
                    <a16:creationId xmlns:a16="http://schemas.microsoft.com/office/drawing/2014/main" id="{20A9F1B9-C6ED-4913-AA00-49C99BBA47CD}"/>
                  </a:ext>
                </a:extLst>
              </p:cNvPr>
              <p:cNvSpPr/>
              <p:nvPr/>
            </p:nvSpPr>
            <p:spPr>
              <a:xfrm>
                <a:off x="42756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Freeform: Shape 270">
                <a:extLst>
                  <a:ext uri="{FF2B5EF4-FFF2-40B4-BE49-F238E27FC236}">
                    <a16:creationId xmlns:a16="http://schemas.microsoft.com/office/drawing/2014/main" id="{1AB5D273-1935-4E96-9772-4AD503D94478}"/>
                  </a:ext>
                </a:extLst>
              </p:cNvPr>
              <p:cNvSpPr/>
              <p:nvPr/>
            </p:nvSpPr>
            <p:spPr>
              <a:xfrm>
                <a:off x="41994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Freeform: Shape 271">
                <a:extLst>
                  <a:ext uri="{FF2B5EF4-FFF2-40B4-BE49-F238E27FC236}">
                    <a16:creationId xmlns:a16="http://schemas.microsoft.com/office/drawing/2014/main" id="{7F79996F-A100-4D62-A070-92C9F0C0BB19}"/>
                  </a:ext>
                </a:extLst>
              </p:cNvPr>
              <p:cNvSpPr/>
              <p:nvPr/>
            </p:nvSpPr>
            <p:spPr>
              <a:xfrm>
                <a:off x="41994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Freeform: Shape 272">
                <a:extLst>
                  <a:ext uri="{FF2B5EF4-FFF2-40B4-BE49-F238E27FC236}">
                    <a16:creationId xmlns:a16="http://schemas.microsoft.com/office/drawing/2014/main" id="{72E436B8-229B-4499-84B9-53F733B59310}"/>
                  </a:ext>
                </a:extLst>
              </p:cNvPr>
              <p:cNvSpPr/>
              <p:nvPr/>
            </p:nvSpPr>
            <p:spPr>
              <a:xfrm>
                <a:off x="41994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Freeform: Shape 273">
                <a:extLst>
                  <a:ext uri="{FF2B5EF4-FFF2-40B4-BE49-F238E27FC236}">
                    <a16:creationId xmlns:a16="http://schemas.microsoft.com/office/drawing/2014/main" id="{C4D7151C-CC85-4972-ADE4-761EAA9F82AC}"/>
                  </a:ext>
                </a:extLst>
              </p:cNvPr>
              <p:cNvSpPr/>
              <p:nvPr/>
            </p:nvSpPr>
            <p:spPr>
              <a:xfrm>
                <a:off x="41994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Freeform: Shape 274">
                <a:extLst>
                  <a:ext uri="{FF2B5EF4-FFF2-40B4-BE49-F238E27FC236}">
                    <a16:creationId xmlns:a16="http://schemas.microsoft.com/office/drawing/2014/main" id="{C63A0EF3-7A72-4FAC-9988-3A264E7DB2C6}"/>
                  </a:ext>
                </a:extLst>
              </p:cNvPr>
              <p:cNvSpPr/>
              <p:nvPr/>
            </p:nvSpPr>
            <p:spPr>
              <a:xfrm>
                <a:off x="41231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Freeform: Shape 275">
                <a:extLst>
                  <a:ext uri="{FF2B5EF4-FFF2-40B4-BE49-F238E27FC236}">
                    <a16:creationId xmlns:a16="http://schemas.microsoft.com/office/drawing/2014/main" id="{50A35CA2-7A3E-412F-BF33-44ED194BCDE1}"/>
                  </a:ext>
                </a:extLst>
              </p:cNvPr>
              <p:cNvSpPr/>
              <p:nvPr/>
            </p:nvSpPr>
            <p:spPr>
              <a:xfrm>
                <a:off x="41231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" name="Freeform: Shape 276">
                <a:extLst>
                  <a:ext uri="{FF2B5EF4-FFF2-40B4-BE49-F238E27FC236}">
                    <a16:creationId xmlns:a16="http://schemas.microsoft.com/office/drawing/2014/main" id="{9470997E-CE5C-4393-99CE-7782BA938169}"/>
                  </a:ext>
                </a:extLst>
              </p:cNvPr>
              <p:cNvSpPr/>
              <p:nvPr/>
            </p:nvSpPr>
            <p:spPr>
              <a:xfrm>
                <a:off x="41231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Freeform: Shape 277">
                <a:extLst>
                  <a:ext uri="{FF2B5EF4-FFF2-40B4-BE49-F238E27FC236}">
                    <a16:creationId xmlns:a16="http://schemas.microsoft.com/office/drawing/2014/main" id="{CA4AA119-89B4-4470-8CAC-47C5A59A5539}"/>
                  </a:ext>
                </a:extLst>
              </p:cNvPr>
              <p:cNvSpPr/>
              <p:nvPr/>
            </p:nvSpPr>
            <p:spPr>
              <a:xfrm>
                <a:off x="41231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Freeform: Shape 278">
                <a:extLst>
                  <a:ext uri="{FF2B5EF4-FFF2-40B4-BE49-F238E27FC236}">
                    <a16:creationId xmlns:a16="http://schemas.microsoft.com/office/drawing/2014/main" id="{87197E8F-D190-48B1-A7DF-3E44D7258ABF}"/>
                  </a:ext>
                </a:extLst>
              </p:cNvPr>
              <p:cNvSpPr/>
              <p:nvPr/>
            </p:nvSpPr>
            <p:spPr>
              <a:xfrm>
                <a:off x="41231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Freeform: Shape 279">
                <a:extLst>
                  <a:ext uri="{FF2B5EF4-FFF2-40B4-BE49-F238E27FC236}">
                    <a16:creationId xmlns:a16="http://schemas.microsoft.com/office/drawing/2014/main" id="{E99F2367-4171-4991-B79E-DABCB7839225}"/>
                  </a:ext>
                </a:extLst>
              </p:cNvPr>
              <p:cNvSpPr/>
              <p:nvPr/>
            </p:nvSpPr>
            <p:spPr>
              <a:xfrm>
                <a:off x="40469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Freeform: Shape 280">
                <a:extLst>
                  <a:ext uri="{FF2B5EF4-FFF2-40B4-BE49-F238E27FC236}">
                    <a16:creationId xmlns:a16="http://schemas.microsoft.com/office/drawing/2014/main" id="{261A8F6E-6588-4C2F-9672-B19D045657A2}"/>
                  </a:ext>
                </a:extLst>
              </p:cNvPr>
              <p:cNvSpPr/>
              <p:nvPr/>
            </p:nvSpPr>
            <p:spPr>
              <a:xfrm>
                <a:off x="40469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Freeform: Shape 281">
                <a:extLst>
                  <a:ext uri="{FF2B5EF4-FFF2-40B4-BE49-F238E27FC236}">
                    <a16:creationId xmlns:a16="http://schemas.microsoft.com/office/drawing/2014/main" id="{542F5B72-C450-4264-A91F-AE823E04BC2C}"/>
                  </a:ext>
                </a:extLst>
              </p:cNvPr>
              <p:cNvSpPr/>
              <p:nvPr/>
            </p:nvSpPr>
            <p:spPr>
              <a:xfrm>
                <a:off x="40469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Freeform: Shape 282">
                <a:extLst>
                  <a:ext uri="{FF2B5EF4-FFF2-40B4-BE49-F238E27FC236}">
                    <a16:creationId xmlns:a16="http://schemas.microsoft.com/office/drawing/2014/main" id="{DE8B8D3B-474E-424C-86CE-EDE51D19C499}"/>
                  </a:ext>
                </a:extLst>
              </p:cNvPr>
              <p:cNvSpPr/>
              <p:nvPr/>
            </p:nvSpPr>
            <p:spPr>
              <a:xfrm>
                <a:off x="39709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Freeform: Shape 283">
                <a:extLst>
                  <a:ext uri="{FF2B5EF4-FFF2-40B4-BE49-F238E27FC236}">
                    <a16:creationId xmlns:a16="http://schemas.microsoft.com/office/drawing/2014/main" id="{838AC780-8E82-4878-B2EB-D126AB1EC581}"/>
                  </a:ext>
                </a:extLst>
              </p:cNvPr>
              <p:cNvSpPr/>
              <p:nvPr/>
            </p:nvSpPr>
            <p:spPr>
              <a:xfrm>
                <a:off x="39709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Freeform: Shape 284">
                <a:extLst>
                  <a:ext uri="{FF2B5EF4-FFF2-40B4-BE49-F238E27FC236}">
                    <a16:creationId xmlns:a16="http://schemas.microsoft.com/office/drawing/2014/main" id="{B866EC8B-B27D-4C4D-BA22-A5571C762731}"/>
                  </a:ext>
                </a:extLst>
              </p:cNvPr>
              <p:cNvSpPr/>
              <p:nvPr/>
            </p:nvSpPr>
            <p:spPr>
              <a:xfrm>
                <a:off x="39709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Freeform: Shape 285">
                <a:extLst>
                  <a:ext uri="{FF2B5EF4-FFF2-40B4-BE49-F238E27FC236}">
                    <a16:creationId xmlns:a16="http://schemas.microsoft.com/office/drawing/2014/main" id="{1AD80FDA-2649-4FB8-A892-E817D9AC212B}"/>
                  </a:ext>
                </a:extLst>
              </p:cNvPr>
              <p:cNvSpPr/>
              <p:nvPr/>
            </p:nvSpPr>
            <p:spPr>
              <a:xfrm>
                <a:off x="38947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Freeform: Shape 286">
                <a:extLst>
                  <a:ext uri="{FF2B5EF4-FFF2-40B4-BE49-F238E27FC236}">
                    <a16:creationId xmlns:a16="http://schemas.microsoft.com/office/drawing/2014/main" id="{26AD693C-4ED9-428B-8E3F-1BD8A46A3D5C}"/>
                  </a:ext>
                </a:extLst>
              </p:cNvPr>
              <p:cNvSpPr/>
              <p:nvPr/>
            </p:nvSpPr>
            <p:spPr>
              <a:xfrm>
                <a:off x="38947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Freeform: Shape 287">
                <a:extLst>
                  <a:ext uri="{FF2B5EF4-FFF2-40B4-BE49-F238E27FC236}">
                    <a16:creationId xmlns:a16="http://schemas.microsoft.com/office/drawing/2014/main" id="{4FF18F08-C2E4-4F78-A68D-9CAD9D7AFCCB}"/>
                  </a:ext>
                </a:extLst>
              </p:cNvPr>
              <p:cNvSpPr/>
              <p:nvPr/>
            </p:nvSpPr>
            <p:spPr>
              <a:xfrm>
                <a:off x="38947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Freeform: Shape 288">
                <a:extLst>
                  <a:ext uri="{FF2B5EF4-FFF2-40B4-BE49-F238E27FC236}">
                    <a16:creationId xmlns:a16="http://schemas.microsoft.com/office/drawing/2014/main" id="{F69F8149-B851-4B85-84E2-D3E07E5059D7}"/>
                  </a:ext>
                </a:extLst>
              </p:cNvPr>
              <p:cNvSpPr/>
              <p:nvPr/>
            </p:nvSpPr>
            <p:spPr>
              <a:xfrm>
                <a:off x="38947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Freeform: Shape 289">
                <a:extLst>
                  <a:ext uri="{FF2B5EF4-FFF2-40B4-BE49-F238E27FC236}">
                    <a16:creationId xmlns:a16="http://schemas.microsoft.com/office/drawing/2014/main" id="{C0545D3F-64D9-4B17-974B-2357DE5F692A}"/>
                  </a:ext>
                </a:extLst>
              </p:cNvPr>
              <p:cNvSpPr/>
              <p:nvPr/>
            </p:nvSpPr>
            <p:spPr>
              <a:xfrm>
                <a:off x="38185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Freeform: Shape 290">
                <a:extLst>
                  <a:ext uri="{FF2B5EF4-FFF2-40B4-BE49-F238E27FC236}">
                    <a16:creationId xmlns:a16="http://schemas.microsoft.com/office/drawing/2014/main" id="{3331F5F0-E660-4167-A36C-E42B2DFEA68F}"/>
                  </a:ext>
                </a:extLst>
              </p:cNvPr>
              <p:cNvSpPr/>
              <p:nvPr/>
            </p:nvSpPr>
            <p:spPr>
              <a:xfrm>
                <a:off x="38185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Freeform: Shape 291">
                <a:extLst>
                  <a:ext uri="{FF2B5EF4-FFF2-40B4-BE49-F238E27FC236}">
                    <a16:creationId xmlns:a16="http://schemas.microsoft.com/office/drawing/2014/main" id="{A4AE48C5-DCCA-4E9C-AE01-04DB754FC74E}"/>
                  </a:ext>
                </a:extLst>
              </p:cNvPr>
              <p:cNvSpPr/>
              <p:nvPr/>
            </p:nvSpPr>
            <p:spPr>
              <a:xfrm>
                <a:off x="38185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Freeform: Shape 292">
                <a:extLst>
                  <a:ext uri="{FF2B5EF4-FFF2-40B4-BE49-F238E27FC236}">
                    <a16:creationId xmlns:a16="http://schemas.microsoft.com/office/drawing/2014/main" id="{247645B0-C044-4FA6-9F44-C48B4D47CFF6}"/>
                  </a:ext>
                </a:extLst>
              </p:cNvPr>
              <p:cNvSpPr/>
              <p:nvPr/>
            </p:nvSpPr>
            <p:spPr>
              <a:xfrm>
                <a:off x="38185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Freeform: Shape 293">
                <a:extLst>
                  <a:ext uri="{FF2B5EF4-FFF2-40B4-BE49-F238E27FC236}">
                    <a16:creationId xmlns:a16="http://schemas.microsoft.com/office/drawing/2014/main" id="{D102BAFB-F26E-4A20-8667-16FB82DE01F8}"/>
                  </a:ext>
                </a:extLst>
              </p:cNvPr>
              <p:cNvSpPr/>
              <p:nvPr/>
            </p:nvSpPr>
            <p:spPr>
              <a:xfrm>
                <a:off x="38185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" name="Freeform: Shape 294">
                <a:extLst>
                  <a:ext uri="{FF2B5EF4-FFF2-40B4-BE49-F238E27FC236}">
                    <a16:creationId xmlns:a16="http://schemas.microsoft.com/office/drawing/2014/main" id="{0AA65753-F577-454E-AD8F-C8D1268FFB01}"/>
                  </a:ext>
                </a:extLst>
              </p:cNvPr>
              <p:cNvSpPr/>
              <p:nvPr/>
            </p:nvSpPr>
            <p:spPr>
              <a:xfrm>
                <a:off x="381852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Freeform: Shape 295">
                <a:extLst>
                  <a:ext uri="{FF2B5EF4-FFF2-40B4-BE49-F238E27FC236}">
                    <a16:creationId xmlns:a16="http://schemas.microsoft.com/office/drawing/2014/main" id="{43A69141-121B-474C-8C19-D7EE47687BC1}"/>
                  </a:ext>
                </a:extLst>
              </p:cNvPr>
              <p:cNvSpPr/>
              <p:nvPr/>
            </p:nvSpPr>
            <p:spPr>
              <a:xfrm>
                <a:off x="38185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" name="Freeform: Shape 296">
                <a:extLst>
                  <a:ext uri="{FF2B5EF4-FFF2-40B4-BE49-F238E27FC236}">
                    <a16:creationId xmlns:a16="http://schemas.microsoft.com/office/drawing/2014/main" id="{00373455-0558-4A68-AAF1-C4F208259F9F}"/>
                  </a:ext>
                </a:extLst>
              </p:cNvPr>
              <p:cNvSpPr/>
              <p:nvPr/>
            </p:nvSpPr>
            <p:spPr>
              <a:xfrm>
                <a:off x="38185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Freeform: Shape 297">
                <a:extLst>
                  <a:ext uri="{FF2B5EF4-FFF2-40B4-BE49-F238E27FC236}">
                    <a16:creationId xmlns:a16="http://schemas.microsoft.com/office/drawing/2014/main" id="{0B7CC28D-D7B4-4B28-9C2B-25A605252B28}"/>
                  </a:ext>
                </a:extLst>
              </p:cNvPr>
              <p:cNvSpPr/>
              <p:nvPr/>
            </p:nvSpPr>
            <p:spPr>
              <a:xfrm>
                <a:off x="3742300" y="37803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Freeform: Shape 298">
                <a:extLst>
                  <a:ext uri="{FF2B5EF4-FFF2-40B4-BE49-F238E27FC236}">
                    <a16:creationId xmlns:a16="http://schemas.microsoft.com/office/drawing/2014/main" id="{A90ED85C-3EDE-4EA5-8D34-EECB1736A79B}"/>
                  </a:ext>
                </a:extLst>
              </p:cNvPr>
              <p:cNvSpPr/>
              <p:nvPr/>
            </p:nvSpPr>
            <p:spPr>
              <a:xfrm>
                <a:off x="37423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Freeform: Shape 299">
                <a:extLst>
                  <a:ext uri="{FF2B5EF4-FFF2-40B4-BE49-F238E27FC236}">
                    <a16:creationId xmlns:a16="http://schemas.microsoft.com/office/drawing/2014/main" id="{8199354F-5074-40C8-ACAE-6213D1A116DF}"/>
                  </a:ext>
                </a:extLst>
              </p:cNvPr>
              <p:cNvSpPr/>
              <p:nvPr/>
            </p:nvSpPr>
            <p:spPr>
              <a:xfrm>
                <a:off x="37423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Freeform: Shape 300">
                <a:extLst>
                  <a:ext uri="{FF2B5EF4-FFF2-40B4-BE49-F238E27FC236}">
                    <a16:creationId xmlns:a16="http://schemas.microsoft.com/office/drawing/2014/main" id="{67FEF72E-EB80-4C78-8A15-5E1FADDC832E}"/>
                  </a:ext>
                </a:extLst>
              </p:cNvPr>
              <p:cNvSpPr/>
              <p:nvPr/>
            </p:nvSpPr>
            <p:spPr>
              <a:xfrm>
                <a:off x="37423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Freeform: Shape 301">
                <a:extLst>
                  <a:ext uri="{FF2B5EF4-FFF2-40B4-BE49-F238E27FC236}">
                    <a16:creationId xmlns:a16="http://schemas.microsoft.com/office/drawing/2014/main" id="{17049951-2FEF-4EB7-91B5-F5D9218390B7}"/>
                  </a:ext>
                </a:extLst>
              </p:cNvPr>
              <p:cNvSpPr/>
              <p:nvPr/>
            </p:nvSpPr>
            <p:spPr>
              <a:xfrm>
                <a:off x="37421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Freeform: Shape 302">
                <a:extLst>
                  <a:ext uri="{FF2B5EF4-FFF2-40B4-BE49-F238E27FC236}">
                    <a16:creationId xmlns:a16="http://schemas.microsoft.com/office/drawing/2014/main" id="{CE73FF60-E15B-47B5-96BA-A11E89E2AA5D}"/>
                  </a:ext>
                </a:extLst>
              </p:cNvPr>
              <p:cNvSpPr/>
              <p:nvPr/>
            </p:nvSpPr>
            <p:spPr>
              <a:xfrm>
                <a:off x="37423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Freeform: Shape 303">
                <a:extLst>
                  <a:ext uri="{FF2B5EF4-FFF2-40B4-BE49-F238E27FC236}">
                    <a16:creationId xmlns:a16="http://schemas.microsoft.com/office/drawing/2014/main" id="{01EBED09-7A5A-41B0-83D1-B2893276AE3F}"/>
                  </a:ext>
                </a:extLst>
              </p:cNvPr>
              <p:cNvSpPr/>
              <p:nvPr/>
            </p:nvSpPr>
            <p:spPr>
              <a:xfrm>
                <a:off x="366595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Freeform: Shape 304">
                <a:extLst>
                  <a:ext uri="{FF2B5EF4-FFF2-40B4-BE49-F238E27FC236}">
                    <a16:creationId xmlns:a16="http://schemas.microsoft.com/office/drawing/2014/main" id="{EC79CEB0-939D-4ED8-BE82-D978D183A3B9}"/>
                  </a:ext>
                </a:extLst>
              </p:cNvPr>
              <p:cNvSpPr/>
              <p:nvPr/>
            </p:nvSpPr>
            <p:spPr>
              <a:xfrm>
                <a:off x="36661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" name="Freeform: Shape 305">
                <a:extLst>
                  <a:ext uri="{FF2B5EF4-FFF2-40B4-BE49-F238E27FC236}">
                    <a16:creationId xmlns:a16="http://schemas.microsoft.com/office/drawing/2014/main" id="{DA0C4CA1-D63A-480C-90BD-D682CC77C283}"/>
                  </a:ext>
                </a:extLst>
              </p:cNvPr>
              <p:cNvSpPr/>
              <p:nvPr/>
            </p:nvSpPr>
            <p:spPr>
              <a:xfrm>
                <a:off x="36661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" name="Freeform: Shape 306">
                <a:extLst>
                  <a:ext uri="{FF2B5EF4-FFF2-40B4-BE49-F238E27FC236}">
                    <a16:creationId xmlns:a16="http://schemas.microsoft.com/office/drawing/2014/main" id="{872D30DE-B772-4E43-9A46-EB9848DA169D}"/>
                  </a:ext>
                </a:extLst>
              </p:cNvPr>
              <p:cNvSpPr/>
              <p:nvPr/>
            </p:nvSpPr>
            <p:spPr>
              <a:xfrm>
                <a:off x="35898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" name="Freeform: Shape 307">
                <a:extLst>
                  <a:ext uri="{FF2B5EF4-FFF2-40B4-BE49-F238E27FC236}">
                    <a16:creationId xmlns:a16="http://schemas.microsoft.com/office/drawing/2014/main" id="{EDC82091-6C33-4D75-9B20-04020F5A7497}"/>
                  </a:ext>
                </a:extLst>
              </p:cNvPr>
              <p:cNvSpPr/>
              <p:nvPr/>
            </p:nvSpPr>
            <p:spPr>
              <a:xfrm>
                <a:off x="35898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" name="Freeform: Shape 308">
                <a:extLst>
                  <a:ext uri="{FF2B5EF4-FFF2-40B4-BE49-F238E27FC236}">
                    <a16:creationId xmlns:a16="http://schemas.microsoft.com/office/drawing/2014/main" id="{953D0F23-D38C-42D5-90C2-1A1D97A7B1CC}"/>
                  </a:ext>
                </a:extLst>
              </p:cNvPr>
              <p:cNvSpPr/>
              <p:nvPr/>
            </p:nvSpPr>
            <p:spPr>
              <a:xfrm>
                <a:off x="35898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" name="Freeform: Shape 309">
                <a:extLst>
                  <a:ext uri="{FF2B5EF4-FFF2-40B4-BE49-F238E27FC236}">
                    <a16:creationId xmlns:a16="http://schemas.microsoft.com/office/drawing/2014/main" id="{D962112F-0B71-4BFA-8344-64C08302D714}"/>
                  </a:ext>
                </a:extLst>
              </p:cNvPr>
              <p:cNvSpPr/>
              <p:nvPr/>
            </p:nvSpPr>
            <p:spPr>
              <a:xfrm>
                <a:off x="35136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" name="Freeform: Shape 310">
                <a:extLst>
                  <a:ext uri="{FF2B5EF4-FFF2-40B4-BE49-F238E27FC236}">
                    <a16:creationId xmlns:a16="http://schemas.microsoft.com/office/drawing/2014/main" id="{5E52725E-EE94-462B-BA22-DF94049CE8A7}"/>
                  </a:ext>
                </a:extLst>
              </p:cNvPr>
              <p:cNvSpPr/>
              <p:nvPr/>
            </p:nvSpPr>
            <p:spPr>
              <a:xfrm>
                <a:off x="35136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" name="Freeform: Shape 311">
                <a:extLst>
                  <a:ext uri="{FF2B5EF4-FFF2-40B4-BE49-F238E27FC236}">
                    <a16:creationId xmlns:a16="http://schemas.microsoft.com/office/drawing/2014/main" id="{5454974B-B307-4139-BA8A-DB1D6BA4FF96}"/>
                  </a:ext>
                </a:extLst>
              </p:cNvPr>
              <p:cNvSpPr/>
              <p:nvPr/>
            </p:nvSpPr>
            <p:spPr>
              <a:xfrm>
                <a:off x="35136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" name="Freeform: Shape 312">
                <a:extLst>
                  <a:ext uri="{FF2B5EF4-FFF2-40B4-BE49-F238E27FC236}">
                    <a16:creationId xmlns:a16="http://schemas.microsoft.com/office/drawing/2014/main" id="{ACF9774E-483A-4212-A1D9-50A90817860C}"/>
                  </a:ext>
                </a:extLst>
              </p:cNvPr>
              <p:cNvSpPr/>
              <p:nvPr/>
            </p:nvSpPr>
            <p:spPr>
              <a:xfrm>
                <a:off x="34374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" name="Freeform: Shape 313">
                <a:extLst>
                  <a:ext uri="{FF2B5EF4-FFF2-40B4-BE49-F238E27FC236}">
                    <a16:creationId xmlns:a16="http://schemas.microsoft.com/office/drawing/2014/main" id="{A520EEC2-7F74-4CED-8FE6-C7567204AE43}"/>
                  </a:ext>
                </a:extLst>
              </p:cNvPr>
              <p:cNvSpPr/>
              <p:nvPr/>
            </p:nvSpPr>
            <p:spPr>
              <a:xfrm>
                <a:off x="34374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" name="Freeform: Shape 314">
                <a:extLst>
                  <a:ext uri="{FF2B5EF4-FFF2-40B4-BE49-F238E27FC236}">
                    <a16:creationId xmlns:a16="http://schemas.microsoft.com/office/drawing/2014/main" id="{30EA3CEC-B001-4A8D-9218-DF691D65C0C9}"/>
                  </a:ext>
                </a:extLst>
              </p:cNvPr>
              <p:cNvSpPr/>
              <p:nvPr/>
            </p:nvSpPr>
            <p:spPr>
              <a:xfrm>
                <a:off x="343745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" name="Freeform: Shape 315">
                <a:extLst>
                  <a:ext uri="{FF2B5EF4-FFF2-40B4-BE49-F238E27FC236}">
                    <a16:creationId xmlns:a16="http://schemas.microsoft.com/office/drawing/2014/main" id="{F600EC68-5501-400D-AA03-0FF53BB80620}"/>
                  </a:ext>
                </a:extLst>
              </p:cNvPr>
              <p:cNvSpPr/>
              <p:nvPr/>
            </p:nvSpPr>
            <p:spPr>
              <a:xfrm>
                <a:off x="34374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" name="Freeform: Shape 316">
                <a:extLst>
                  <a:ext uri="{FF2B5EF4-FFF2-40B4-BE49-F238E27FC236}">
                    <a16:creationId xmlns:a16="http://schemas.microsoft.com/office/drawing/2014/main" id="{7460E80B-0194-437D-8649-B713F3CE3025}"/>
                  </a:ext>
                </a:extLst>
              </p:cNvPr>
              <p:cNvSpPr/>
              <p:nvPr/>
            </p:nvSpPr>
            <p:spPr>
              <a:xfrm>
                <a:off x="336145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" name="Freeform: Shape 317">
                <a:extLst>
                  <a:ext uri="{FF2B5EF4-FFF2-40B4-BE49-F238E27FC236}">
                    <a16:creationId xmlns:a16="http://schemas.microsoft.com/office/drawing/2014/main" id="{C3C898C3-2AC1-4BA4-B8A1-4C636232FE24}"/>
                  </a:ext>
                </a:extLst>
              </p:cNvPr>
              <p:cNvSpPr/>
              <p:nvPr/>
            </p:nvSpPr>
            <p:spPr>
              <a:xfrm>
                <a:off x="33614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" name="Freeform: Shape 318">
                <a:extLst>
                  <a:ext uri="{FF2B5EF4-FFF2-40B4-BE49-F238E27FC236}">
                    <a16:creationId xmlns:a16="http://schemas.microsoft.com/office/drawing/2014/main" id="{B58341A2-3271-455A-8959-D8D01566D51F}"/>
                  </a:ext>
                </a:extLst>
              </p:cNvPr>
              <p:cNvSpPr/>
              <p:nvPr/>
            </p:nvSpPr>
            <p:spPr>
              <a:xfrm>
                <a:off x="33614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" name="Freeform: Shape 319">
                <a:extLst>
                  <a:ext uri="{FF2B5EF4-FFF2-40B4-BE49-F238E27FC236}">
                    <a16:creationId xmlns:a16="http://schemas.microsoft.com/office/drawing/2014/main" id="{8500BC4A-FA44-48D0-9FB8-448F5985BC04}"/>
                  </a:ext>
                </a:extLst>
              </p:cNvPr>
              <p:cNvSpPr/>
              <p:nvPr/>
            </p:nvSpPr>
            <p:spPr>
              <a:xfrm>
                <a:off x="33614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" name="Freeform: Shape 320">
                <a:extLst>
                  <a:ext uri="{FF2B5EF4-FFF2-40B4-BE49-F238E27FC236}">
                    <a16:creationId xmlns:a16="http://schemas.microsoft.com/office/drawing/2014/main" id="{DF77C3AB-BC6C-474E-9612-3C652F2B265B}"/>
                  </a:ext>
                </a:extLst>
              </p:cNvPr>
              <p:cNvSpPr/>
              <p:nvPr/>
            </p:nvSpPr>
            <p:spPr>
              <a:xfrm>
                <a:off x="32852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" name="Freeform: Shape 321">
                <a:extLst>
                  <a:ext uri="{FF2B5EF4-FFF2-40B4-BE49-F238E27FC236}">
                    <a16:creationId xmlns:a16="http://schemas.microsoft.com/office/drawing/2014/main" id="{A575B48E-1885-4AF7-90FC-F13D4FC367AE}"/>
                  </a:ext>
                </a:extLst>
              </p:cNvPr>
              <p:cNvSpPr/>
              <p:nvPr/>
            </p:nvSpPr>
            <p:spPr>
              <a:xfrm>
                <a:off x="32852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" name="Freeform: Shape 322">
                <a:extLst>
                  <a:ext uri="{FF2B5EF4-FFF2-40B4-BE49-F238E27FC236}">
                    <a16:creationId xmlns:a16="http://schemas.microsoft.com/office/drawing/2014/main" id="{EC344CD8-C32C-40B2-B2D5-1CF72A767A63}"/>
                  </a:ext>
                </a:extLst>
              </p:cNvPr>
              <p:cNvSpPr/>
              <p:nvPr/>
            </p:nvSpPr>
            <p:spPr>
              <a:xfrm>
                <a:off x="32852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" name="Freeform: Shape 323">
                <a:extLst>
                  <a:ext uri="{FF2B5EF4-FFF2-40B4-BE49-F238E27FC236}">
                    <a16:creationId xmlns:a16="http://schemas.microsoft.com/office/drawing/2014/main" id="{86DAC9AA-210E-4574-90EB-66E56E582000}"/>
                  </a:ext>
                </a:extLst>
              </p:cNvPr>
              <p:cNvSpPr/>
              <p:nvPr/>
            </p:nvSpPr>
            <p:spPr>
              <a:xfrm>
                <a:off x="32852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" name="Freeform: Shape 324">
                <a:extLst>
                  <a:ext uri="{FF2B5EF4-FFF2-40B4-BE49-F238E27FC236}">
                    <a16:creationId xmlns:a16="http://schemas.microsoft.com/office/drawing/2014/main" id="{608DB32C-8A50-46BF-B107-8B03EDDC3B97}"/>
                  </a:ext>
                </a:extLst>
              </p:cNvPr>
              <p:cNvSpPr/>
              <p:nvPr/>
            </p:nvSpPr>
            <p:spPr>
              <a:xfrm>
                <a:off x="3209025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" name="Freeform: Shape 325">
                <a:extLst>
                  <a:ext uri="{FF2B5EF4-FFF2-40B4-BE49-F238E27FC236}">
                    <a16:creationId xmlns:a16="http://schemas.microsoft.com/office/drawing/2014/main" id="{D889B2E0-0893-48DF-9F62-FFD29DB772F2}"/>
                  </a:ext>
                </a:extLst>
              </p:cNvPr>
              <p:cNvSpPr/>
              <p:nvPr/>
            </p:nvSpPr>
            <p:spPr>
              <a:xfrm>
                <a:off x="32090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Freeform: Shape 326">
                <a:extLst>
                  <a:ext uri="{FF2B5EF4-FFF2-40B4-BE49-F238E27FC236}">
                    <a16:creationId xmlns:a16="http://schemas.microsoft.com/office/drawing/2014/main" id="{C6194CCD-C16C-436B-A671-48B182C23FE7}"/>
                  </a:ext>
                </a:extLst>
              </p:cNvPr>
              <p:cNvSpPr/>
              <p:nvPr/>
            </p:nvSpPr>
            <p:spPr>
              <a:xfrm>
                <a:off x="32090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Freeform: Shape 327">
                <a:extLst>
                  <a:ext uri="{FF2B5EF4-FFF2-40B4-BE49-F238E27FC236}">
                    <a16:creationId xmlns:a16="http://schemas.microsoft.com/office/drawing/2014/main" id="{583B6926-6C8E-4D38-AF0E-D4446002B5D9}"/>
                  </a:ext>
                </a:extLst>
              </p:cNvPr>
              <p:cNvSpPr/>
              <p:nvPr/>
            </p:nvSpPr>
            <p:spPr>
              <a:xfrm>
                <a:off x="32090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Freeform: Shape 328">
                <a:extLst>
                  <a:ext uri="{FF2B5EF4-FFF2-40B4-BE49-F238E27FC236}">
                    <a16:creationId xmlns:a16="http://schemas.microsoft.com/office/drawing/2014/main" id="{B57091DC-15A5-4692-B85B-652CEA4DB515}"/>
                  </a:ext>
                </a:extLst>
              </p:cNvPr>
              <p:cNvSpPr/>
              <p:nvPr/>
            </p:nvSpPr>
            <p:spPr>
              <a:xfrm>
                <a:off x="32090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Freeform: Shape 329">
                <a:extLst>
                  <a:ext uri="{FF2B5EF4-FFF2-40B4-BE49-F238E27FC236}">
                    <a16:creationId xmlns:a16="http://schemas.microsoft.com/office/drawing/2014/main" id="{48D77E0C-95D5-4BAC-8631-BF4463594C91}"/>
                  </a:ext>
                </a:extLst>
              </p:cNvPr>
              <p:cNvSpPr/>
              <p:nvPr/>
            </p:nvSpPr>
            <p:spPr>
              <a:xfrm>
                <a:off x="41994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Freeform: Shape 330">
                <a:extLst>
                  <a:ext uri="{FF2B5EF4-FFF2-40B4-BE49-F238E27FC236}">
                    <a16:creationId xmlns:a16="http://schemas.microsoft.com/office/drawing/2014/main" id="{6474E1D1-1FC6-4798-82B3-0420DE75F45F}"/>
                  </a:ext>
                </a:extLst>
              </p:cNvPr>
              <p:cNvSpPr/>
              <p:nvPr/>
            </p:nvSpPr>
            <p:spPr>
              <a:xfrm>
                <a:off x="3132800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" name="Freeform: Shape 331">
                <a:extLst>
                  <a:ext uri="{FF2B5EF4-FFF2-40B4-BE49-F238E27FC236}">
                    <a16:creationId xmlns:a16="http://schemas.microsoft.com/office/drawing/2014/main" id="{B726107E-987B-4C60-8968-1E0EBC165423}"/>
                  </a:ext>
                </a:extLst>
              </p:cNvPr>
              <p:cNvSpPr/>
              <p:nvPr/>
            </p:nvSpPr>
            <p:spPr>
              <a:xfrm>
                <a:off x="305680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" name="Freeform: Shape 332">
                <a:extLst>
                  <a:ext uri="{FF2B5EF4-FFF2-40B4-BE49-F238E27FC236}">
                    <a16:creationId xmlns:a16="http://schemas.microsoft.com/office/drawing/2014/main" id="{2E27FCA9-38A7-4AF1-B6FE-97418B57F774}"/>
                  </a:ext>
                </a:extLst>
              </p:cNvPr>
              <p:cNvSpPr/>
              <p:nvPr/>
            </p:nvSpPr>
            <p:spPr>
              <a:xfrm>
                <a:off x="43516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" name="Freeform: Shape 333">
                <a:extLst>
                  <a:ext uri="{FF2B5EF4-FFF2-40B4-BE49-F238E27FC236}">
                    <a16:creationId xmlns:a16="http://schemas.microsoft.com/office/drawing/2014/main" id="{6C8AB747-B81E-4B3A-A38D-A6861DFB6B0A}"/>
                  </a:ext>
                </a:extLst>
              </p:cNvPr>
              <p:cNvSpPr/>
              <p:nvPr/>
            </p:nvSpPr>
            <p:spPr>
              <a:xfrm>
                <a:off x="43516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" name="Freeform: Shape 334">
                <a:extLst>
                  <a:ext uri="{FF2B5EF4-FFF2-40B4-BE49-F238E27FC236}">
                    <a16:creationId xmlns:a16="http://schemas.microsoft.com/office/drawing/2014/main" id="{A4B0E9E5-4ABC-43AC-8AD4-37C9D61C9687}"/>
                  </a:ext>
                </a:extLst>
              </p:cNvPr>
              <p:cNvSpPr/>
              <p:nvPr/>
            </p:nvSpPr>
            <p:spPr>
              <a:xfrm>
                <a:off x="43516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" name="Freeform: Shape 335">
                <a:extLst>
                  <a:ext uri="{FF2B5EF4-FFF2-40B4-BE49-F238E27FC236}">
                    <a16:creationId xmlns:a16="http://schemas.microsoft.com/office/drawing/2014/main" id="{27720C74-4AE5-4E0E-B5CC-81478EBFCEB2}"/>
                  </a:ext>
                </a:extLst>
              </p:cNvPr>
              <p:cNvSpPr/>
              <p:nvPr/>
            </p:nvSpPr>
            <p:spPr>
              <a:xfrm>
                <a:off x="43516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" name="Freeform: Shape 336">
                <a:extLst>
                  <a:ext uri="{FF2B5EF4-FFF2-40B4-BE49-F238E27FC236}">
                    <a16:creationId xmlns:a16="http://schemas.microsoft.com/office/drawing/2014/main" id="{BD5C0408-C6A1-4F39-B9FA-2FE159809963}"/>
                  </a:ext>
                </a:extLst>
              </p:cNvPr>
              <p:cNvSpPr/>
              <p:nvPr/>
            </p:nvSpPr>
            <p:spPr>
              <a:xfrm>
                <a:off x="43516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" name="Freeform: Shape 337">
                <a:extLst>
                  <a:ext uri="{FF2B5EF4-FFF2-40B4-BE49-F238E27FC236}">
                    <a16:creationId xmlns:a16="http://schemas.microsoft.com/office/drawing/2014/main" id="{F823D5C4-AAEE-45AC-A4DA-309FB8786500}"/>
                  </a:ext>
                </a:extLst>
              </p:cNvPr>
              <p:cNvSpPr/>
              <p:nvPr/>
            </p:nvSpPr>
            <p:spPr>
              <a:xfrm>
                <a:off x="43516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" name="Freeform: Shape 338">
                <a:extLst>
                  <a:ext uri="{FF2B5EF4-FFF2-40B4-BE49-F238E27FC236}">
                    <a16:creationId xmlns:a16="http://schemas.microsoft.com/office/drawing/2014/main" id="{87528DC0-59D0-4EC0-BA38-44FC0CDA1B9F}"/>
                  </a:ext>
                </a:extLst>
              </p:cNvPr>
              <p:cNvSpPr/>
              <p:nvPr/>
            </p:nvSpPr>
            <p:spPr>
              <a:xfrm>
                <a:off x="43516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" name="Freeform: Shape 339">
                <a:extLst>
                  <a:ext uri="{FF2B5EF4-FFF2-40B4-BE49-F238E27FC236}">
                    <a16:creationId xmlns:a16="http://schemas.microsoft.com/office/drawing/2014/main" id="{A1CF7178-DA32-423E-9EE1-980DEDB82675}"/>
                  </a:ext>
                </a:extLst>
              </p:cNvPr>
              <p:cNvSpPr/>
              <p:nvPr/>
            </p:nvSpPr>
            <p:spPr>
              <a:xfrm>
                <a:off x="397095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" name="Freeform: Shape 340">
                <a:extLst>
                  <a:ext uri="{FF2B5EF4-FFF2-40B4-BE49-F238E27FC236}">
                    <a16:creationId xmlns:a16="http://schemas.microsoft.com/office/drawing/2014/main" id="{38395A10-A463-47DB-8FCD-79881A66F2F7}"/>
                  </a:ext>
                </a:extLst>
              </p:cNvPr>
              <p:cNvSpPr/>
              <p:nvPr/>
            </p:nvSpPr>
            <p:spPr>
              <a:xfrm>
                <a:off x="39709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" name="Freeform: Shape 341">
                <a:extLst>
                  <a:ext uri="{FF2B5EF4-FFF2-40B4-BE49-F238E27FC236}">
                    <a16:creationId xmlns:a16="http://schemas.microsoft.com/office/drawing/2014/main" id="{0596100B-54BE-49AA-933C-8F49D11F883D}"/>
                  </a:ext>
                </a:extLst>
              </p:cNvPr>
              <p:cNvSpPr/>
              <p:nvPr/>
            </p:nvSpPr>
            <p:spPr>
              <a:xfrm>
                <a:off x="36661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" name="Freeform: Shape 342">
                <a:extLst>
                  <a:ext uri="{FF2B5EF4-FFF2-40B4-BE49-F238E27FC236}">
                    <a16:creationId xmlns:a16="http://schemas.microsoft.com/office/drawing/2014/main" id="{730A745F-28CA-423B-A995-EC6D6862E931}"/>
                  </a:ext>
                </a:extLst>
              </p:cNvPr>
              <p:cNvSpPr/>
              <p:nvPr/>
            </p:nvSpPr>
            <p:spPr>
              <a:xfrm>
                <a:off x="37423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" name="Freeform: Shape 343">
                <a:extLst>
                  <a:ext uri="{FF2B5EF4-FFF2-40B4-BE49-F238E27FC236}">
                    <a16:creationId xmlns:a16="http://schemas.microsoft.com/office/drawing/2014/main" id="{7ABAE8A8-CE17-4234-A6A6-D86B675D9241}"/>
                  </a:ext>
                </a:extLst>
              </p:cNvPr>
              <p:cNvSpPr/>
              <p:nvPr/>
            </p:nvSpPr>
            <p:spPr>
              <a:xfrm>
                <a:off x="37423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" name="Freeform: Shape 344">
                <a:extLst>
                  <a:ext uri="{FF2B5EF4-FFF2-40B4-BE49-F238E27FC236}">
                    <a16:creationId xmlns:a16="http://schemas.microsoft.com/office/drawing/2014/main" id="{48565021-CE18-4B4B-8478-0F4C8634A8D7}"/>
                  </a:ext>
                </a:extLst>
              </p:cNvPr>
              <p:cNvSpPr/>
              <p:nvPr/>
            </p:nvSpPr>
            <p:spPr>
              <a:xfrm>
                <a:off x="38185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" name="Freeform: Shape 345">
                <a:extLst>
                  <a:ext uri="{FF2B5EF4-FFF2-40B4-BE49-F238E27FC236}">
                    <a16:creationId xmlns:a16="http://schemas.microsoft.com/office/drawing/2014/main" id="{0C286AD8-9FD3-4F5A-8499-DCEF7621231B}"/>
                  </a:ext>
                </a:extLst>
              </p:cNvPr>
              <p:cNvSpPr/>
              <p:nvPr/>
            </p:nvSpPr>
            <p:spPr>
              <a:xfrm>
                <a:off x="38947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" name="Freeform: Shape 346">
                <a:extLst>
                  <a:ext uri="{FF2B5EF4-FFF2-40B4-BE49-F238E27FC236}">
                    <a16:creationId xmlns:a16="http://schemas.microsoft.com/office/drawing/2014/main" id="{50404C7A-12B9-4DEC-B051-F85C7541BE98}"/>
                  </a:ext>
                </a:extLst>
              </p:cNvPr>
              <p:cNvSpPr/>
              <p:nvPr/>
            </p:nvSpPr>
            <p:spPr>
              <a:xfrm>
                <a:off x="38947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" name="Freeform: Shape 347">
                <a:extLst>
                  <a:ext uri="{FF2B5EF4-FFF2-40B4-BE49-F238E27FC236}">
                    <a16:creationId xmlns:a16="http://schemas.microsoft.com/office/drawing/2014/main" id="{58BF30D4-A5F0-4683-8338-2640DEF8BE05}"/>
                  </a:ext>
                </a:extLst>
              </p:cNvPr>
              <p:cNvSpPr/>
              <p:nvPr/>
            </p:nvSpPr>
            <p:spPr>
              <a:xfrm>
                <a:off x="39709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" name="Freeform: Shape 348">
                <a:extLst>
                  <a:ext uri="{FF2B5EF4-FFF2-40B4-BE49-F238E27FC236}">
                    <a16:creationId xmlns:a16="http://schemas.microsoft.com/office/drawing/2014/main" id="{AFFEAB07-D7FA-46B3-B422-B9A99BCC4E27}"/>
                  </a:ext>
                </a:extLst>
              </p:cNvPr>
              <p:cNvSpPr/>
              <p:nvPr/>
            </p:nvSpPr>
            <p:spPr>
              <a:xfrm>
                <a:off x="39709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" name="Freeform: Shape 349">
                <a:extLst>
                  <a:ext uri="{FF2B5EF4-FFF2-40B4-BE49-F238E27FC236}">
                    <a16:creationId xmlns:a16="http://schemas.microsoft.com/office/drawing/2014/main" id="{9E9C7917-2CED-4A5E-A04C-981C20A01D8D}"/>
                  </a:ext>
                </a:extLst>
              </p:cNvPr>
              <p:cNvSpPr/>
              <p:nvPr/>
            </p:nvSpPr>
            <p:spPr>
              <a:xfrm>
                <a:off x="40469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" name="Freeform: Shape 350">
                <a:extLst>
                  <a:ext uri="{FF2B5EF4-FFF2-40B4-BE49-F238E27FC236}">
                    <a16:creationId xmlns:a16="http://schemas.microsoft.com/office/drawing/2014/main" id="{9571D217-56C2-4065-9B5B-E6DDCFB33885}"/>
                  </a:ext>
                </a:extLst>
              </p:cNvPr>
              <p:cNvSpPr/>
              <p:nvPr/>
            </p:nvSpPr>
            <p:spPr>
              <a:xfrm>
                <a:off x="40469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" name="Freeform: Shape 351">
                <a:extLst>
                  <a:ext uri="{FF2B5EF4-FFF2-40B4-BE49-F238E27FC236}">
                    <a16:creationId xmlns:a16="http://schemas.microsoft.com/office/drawing/2014/main" id="{239E2258-40C3-496C-8AE8-FE07D6C96A3D}"/>
                  </a:ext>
                </a:extLst>
              </p:cNvPr>
              <p:cNvSpPr/>
              <p:nvPr/>
            </p:nvSpPr>
            <p:spPr>
              <a:xfrm>
                <a:off x="40469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" name="Freeform: Shape 352">
                <a:extLst>
                  <a:ext uri="{FF2B5EF4-FFF2-40B4-BE49-F238E27FC236}">
                    <a16:creationId xmlns:a16="http://schemas.microsoft.com/office/drawing/2014/main" id="{2C291049-6ED8-4C10-BA22-FE00A6D52C22}"/>
                  </a:ext>
                </a:extLst>
              </p:cNvPr>
              <p:cNvSpPr/>
              <p:nvPr/>
            </p:nvSpPr>
            <p:spPr>
              <a:xfrm>
                <a:off x="40469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" name="Freeform: Shape 353">
                <a:extLst>
                  <a:ext uri="{FF2B5EF4-FFF2-40B4-BE49-F238E27FC236}">
                    <a16:creationId xmlns:a16="http://schemas.microsoft.com/office/drawing/2014/main" id="{DA17AED0-87A5-4BCC-AFD7-BB07E9FC1279}"/>
                  </a:ext>
                </a:extLst>
              </p:cNvPr>
              <p:cNvSpPr/>
              <p:nvPr/>
            </p:nvSpPr>
            <p:spPr>
              <a:xfrm>
                <a:off x="41231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" name="Freeform: Shape 354">
                <a:extLst>
                  <a:ext uri="{FF2B5EF4-FFF2-40B4-BE49-F238E27FC236}">
                    <a16:creationId xmlns:a16="http://schemas.microsoft.com/office/drawing/2014/main" id="{46F4EC55-A118-4D90-96B4-2329E4036DE9}"/>
                  </a:ext>
                </a:extLst>
              </p:cNvPr>
              <p:cNvSpPr/>
              <p:nvPr/>
            </p:nvSpPr>
            <p:spPr>
              <a:xfrm>
                <a:off x="41231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" name="Freeform: Shape 355">
                <a:extLst>
                  <a:ext uri="{FF2B5EF4-FFF2-40B4-BE49-F238E27FC236}">
                    <a16:creationId xmlns:a16="http://schemas.microsoft.com/office/drawing/2014/main" id="{2DB06DF1-18B5-4660-93C7-89A39E80BECE}"/>
                  </a:ext>
                </a:extLst>
              </p:cNvPr>
              <p:cNvSpPr/>
              <p:nvPr/>
            </p:nvSpPr>
            <p:spPr>
              <a:xfrm>
                <a:off x="41231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" name="Freeform: Shape 356">
                <a:extLst>
                  <a:ext uri="{FF2B5EF4-FFF2-40B4-BE49-F238E27FC236}">
                    <a16:creationId xmlns:a16="http://schemas.microsoft.com/office/drawing/2014/main" id="{7389AA00-D2C6-4665-89A2-73D1BEF1A122}"/>
                  </a:ext>
                </a:extLst>
              </p:cNvPr>
              <p:cNvSpPr/>
              <p:nvPr/>
            </p:nvSpPr>
            <p:spPr>
              <a:xfrm>
                <a:off x="41231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" name="Freeform: Shape 357">
                <a:extLst>
                  <a:ext uri="{FF2B5EF4-FFF2-40B4-BE49-F238E27FC236}">
                    <a16:creationId xmlns:a16="http://schemas.microsoft.com/office/drawing/2014/main" id="{5E406CDB-E848-443C-94AB-41BBBC7022FA}"/>
                  </a:ext>
                </a:extLst>
              </p:cNvPr>
              <p:cNvSpPr/>
              <p:nvPr/>
            </p:nvSpPr>
            <p:spPr>
              <a:xfrm>
                <a:off x="41231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" name="Freeform: Shape 358">
                <a:extLst>
                  <a:ext uri="{FF2B5EF4-FFF2-40B4-BE49-F238E27FC236}">
                    <a16:creationId xmlns:a16="http://schemas.microsoft.com/office/drawing/2014/main" id="{4B9E1E8B-F47D-4B09-87B0-1AA66963AF5D}"/>
                  </a:ext>
                </a:extLst>
              </p:cNvPr>
              <p:cNvSpPr/>
              <p:nvPr/>
            </p:nvSpPr>
            <p:spPr>
              <a:xfrm>
                <a:off x="41231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" name="Freeform: Shape 359">
                <a:extLst>
                  <a:ext uri="{FF2B5EF4-FFF2-40B4-BE49-F238E27FC236}">
                    <a16:creationId xmlns:a16="http://schemas.microsoft.com/office/drawing/2014/main" id="{2F79B83F-4186-4BB3-BD47-C99C9677D95E}"/>
                  </a:ext>
                </a:extLst>
              </p:cNvPr>
              <p:cNvSpPr/>
              <p:nvPr/>
            </p:nvSpPr>
            <p:spPr>
              <a:xfrm>
                <a:off x="41994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" name="Freeform: Shape 360">
                <a:extLst>
                  <a:ext uri="{FF2B5EF4-FFF2-40B4-BE49-F238E27FC236}">
                    <a16:creationId xmlns:a16="http://schemas.microsoft.com/office/drawing/2014/main" id="{30611813-D939-48E2-B453-30EBA2669FA7}"/>
                  </a:ext>
                </a:extLst>
              </p:cNvPr>
              <p:cNvSpPr/>
              <p:nvPr/>
            </p:nvSpPr>
            <p:spPr>
              <a:xfrm>
                <a:off x="41994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" name="Freeform: Shape 361">
                <a:extLst>
                  <a:ext uri="{FF2B5EF4-FFF2-40B4-BE49-F238E27FC236}">
                    <a16:creationId xmlns:a16="http://schemas.microsoft.com/office/drawing/2014/main" id="{BFB04526-2D66-4976-9418-0EA032C48B7D}"/>
                  </a:ext>
                </a:extLst>
              </p:cNvPr>
              <p:cNvSpPr/>
              <p:nvPr/>
            </p:nvSpPr>
            <p:spPr>
              <a:xfrm>
                <a:off x="41994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" name="Freeform: Shape 362">
                <a:extLst>
                  <a:ext uri="{FF2B5EF4-FFF2-40B4-BE49-F238E27FC236}">
                    <a16:creationId xmlns:a16="http://schemas.microsoft.com/office/drawing/2014/main" id="{98D785FE-5F4E-4AB5-B1FD-B540DD2CE391}"/>
                  </a:ext>
                </a:extLst>
              </p:cNvPr>
              <p:cNvSpPr/>
              <p:nvPr/>
            </p:nvSpPr>
            <p:spPr>
              <a:xfrm>
                <a:off x="41994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" name="Freeform: Shape 363">
                <a:extLst>
                  <a:ext uri="{FF2B5EF4-FFF2-40B4-BE49-F238E27FC236}">
                    <a16:creationId xmlns:a16="http://schemas.microsoft.com/office/drawing/2014/main" id="{A6D48675-8995-43C1-8D86-EC0438D9A949}"/>
                  </a:ext>
                </a:extLst>
              </p:cNvPr>
              <p:cNvSpPr/>
              <p:nvPr/>
            </p:nvSpPr>
            <p:spPr>
              <a:xfrm>
                <a:off x="41994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" name="Freeform: Shape 364">
                <a:extLst>
                  <a:ext uri="{FF2B5EF4-FFF2-40B4-BE49-F238E27FC236}">
                    <a16:creationId xmlns:a16="http://schemas.microsoft.com/office/drawing/2014/main" id="{A3634A5C-5C8C-4A05-B77D-5F22E5FFB3DD}"/>
                  </a:ext>
                </a:extLst>
              </p:cNvPr>
              <p:cNvSpPr/>
              <p:nvPr/>
            </p:nvSpPr>
            <p:spPr>
              <a:xfrm>
                <a:off x="41994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" name="Freeform: Shape 365">
                <a:extLst>
                  <a:ext uri="{FF2B5EF4-FFF2-40B4-BE49-F238E27FC236}">
                    <a16:creationId xmlns:a16="http://schemas.microsoft.com/office/drawing/2014/main" id="{17A1EAAE-319A-46C7-AEEE-3694937860EF}"/>
                  </a:ext>
                </a:extLst>
              </p:cNvPr>
              <p:cNvSpPr/>
              <p:nvPr/>
            </p:nvSpPr>
            <p:spPr>
              <a:xfrm>
                <a:off x="41994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" name="Freeform: Shape 366">
                <a:extLst>
                  <a:ext uri="{FF2B5EF4-FFF2-40B4-BE49-F238E27FC236}">
                    <a16:creationId xmlns:a16="http://schemas.microsoft.com/office/drawing/2014/main" id="{70CEAEE2-126F-491F-92E4-B7FF36E1D45D}"/>
                  </a:ext>
                </a:extLst>
              </p:cNvPr>
              <p:cNvSpPr/>
              <p:nvPr/>
            </p:nvSpPr>
            <p:spPr>
              <a:xfrm>
                <a:off x="42756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" name="Freeform: Shape 367">
                <a:extLst>
                  <a:ext uri="{FF2B5EF4-FFF2-40B4-BE49-F238E27FC236}">
                    <a16:creationId xmlns:a16="http://schemas.microsoft.com/office/drawing/2014/main" id="{22ADE724-25F8-422D-9C84-4D2AAD9E5F91}"/>
                  </a:ext>
                </a:extLst>
              </p:cNvPr>
              <p:cNvSpPr/>
              <p:nvPr/>
            </p:nvSpPr>
            <p:spPr>
              <a:xfrm>
                <a:off x="42756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" name="Freeform: Shape 368">
                <a:extLst>
                  <a:ext uri="{FF2B5EF4-FFF2-40B4-BE49-F238E27FC236}">
                    <a16:creationId xmlns:a16="http://schemas.microsoft.com/office/drawing/2014/main" id="{E7CEB123-1270-447E-81CB-4E7DAE00F7A8}"/>
                  </a:ext>
                </a:extLst>
              </p:cNvPr>
              <p:cNvSpPr/>
              <p:nvPr/>
            </p:nvSpPr>
            <p:spPr>
              <a:xfrm>
                <a:off x="42756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" name="Freeform: Shape 369">
                <a:extLst>
                  <a:ext uri="{FF2B5EF4-FFF2-40B4-BE49-F238E27FC236}">
                    <a16:creationId xmlns:a16="http://schemas.microsoft.com/office/drawing/2014/main" id="{097B3698-93A0-4535-BE0C-1749DCA3AFAA}"/>
                  </a:ext>
                </a:extLst>
              </p:cNvPr>
              <p:cNvSpPr/>
              <p:nvPr/>
            </p:nvSpPr>
            <p:spPr>
              <a:xfrm>
                <a:off x="42756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" name="Freeform: Shape 370">
                <a:extLst>
                  <a:ext uri="{FF2B5EF4-FFF2-40B4-BE49-F238E27FC236}">
                    <a16:creationId xmlns:a16="http://schemas.microsoft.com/office/drawing/2014/main" id="{CB79136D-ED1A-40D2-BE76-4080BB865311}"/>
                  </a:ext>
                </a:extLst>
              </p:cNvPr>
              <p:cNvSpPr/>
              <p:nvPr/>
            </p:nvSpPr>
            <p:spPr>
              <a:xfrm>
                <a:off x="42756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" name="Freeform: Shape 371">
                <a:extLst>
                  <a:ext uri="{FF2B5EF4-FFF2-40B4-BE49-F238E27FC236}">
                    <a16:creationId xmlns:a16="http://schemas.microsoft.com/office/drawing/2014/main" id="{1FBA6F2D-12A7-4068-835D-833C496373DE}"/>
                  </a:ext>
                </a:extLst>
              </p:cNvPr>
              <p:cNvSpPr/>
              <p:nvPr/>
            </p:nvSpPr>
            <p:spPr>
              <a:xfrm>
                <a:off x="42756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" name="Freeform: Shape 372">
                <a:extLst>
                  <a:ext uri="{FF2B5EF4-FFF2-40B4-BE49-F238E27FC236}">
                    <a16:creationId xmlns:a16="http://schemas.microsoft.com/office/drawing/2014/main" id="{850A14F1-C354-4DEB-8DF4-184D9A5B183B}"/>
                  </a:ext>
                </a:extLst>
              </p:cNvPr>
              <p:cNvSpPr/>
              <p:nvPr/>
            </p:nvSpPr>
            <p:spPr>
              <a:xfrm>
                <a:off x="42756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" name="Freeform: Shape 373">
                <a:extLst>
                  <a:ext uri="{FF2B5EF4-FFF2-40B4-BE49-F238E27FC236}">
                    <a16:creationId xmlns:a16="http://schemas.microsoft.com/office/drawing/2014/main" id="{F64586CE-F61F-4E91-B312-07B56F06D656}"/>
                  </a:ext>
                </a:extLst>
              </p:cNvPr>
              <p:cNvSpPr/>
              <p:nvPr/>
            </p:nvSpPr>
            <p:spPr>
              <a:xfrm>
                <a:off x="42756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" name="Freeform: Shape 374">
                <a:extLst>
                  <a:ext uri="{FF2B5EF4-FFF2-40B4-BE49-F238E27FC236}">
                    <a16:creationId xmlns:a16="http://schemas.microsoft.com/office/drawing/2014/main" id="{16149627-9E46-4BF4-95F1-3216E38CDBBC}"/>
                  </a:ext>
                </a:extLst>
              </p:cNvPr>
              <p:cNvSpPr/>
              <p:nvPr/>
            </p:nvSpPr>
            <p:spPr>
              <a:xfrm>
                <a:off x="43516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" name="Freeform: Shape 375">
                <a:extLst>
                  <a:ext uri="{FF2B5EF4-FFF2-40B4-BE49-F238E27FC236}">
                    <a16:creationId xmlns:a16="http://schemas.microsoft.com/office/drawing/2014/main" id="{92E934BB-0302-4547-AEB1-5454F53BF7A4}"/>
                  </a:ext>
                </a:extLst>
              </p:cNvPr>
              <p:cNvSpPr/>
              <p:nvPr/>
            </p:nvSpPr>
            <p:spPr>
              <a:xfrm>
                <a:off x="44278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" name="Freeform: Shape 376">
                <a:extLst>
                  <a:ext uri="{FF2B5EF4-FFF2-40B4-BE49-F238E27FC236}">
                    <a16:creationId xmlns:a16="http://schemas.microsoft.com/office/drawing/2014/main" id="{75B0F38B-2517-4C5A-9EE3-936010AAB480}"/>
                  </a:ext>
                </a:extLst>
              </p:cNvPr>
              <p:cNvSpPr/>
              <p:nvPr/>
            </p:nvSpPr>
            <p:spPr>
              <a:xfrm>
                <a:off x="44278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Freeform: Shape 377">
                <a:extLst>
                  <a:ext uri="{FF2B5EF4-FFF2-40B4-BE49-F238E27FC236}">
                    <a16:creationId xmlns:a16="http://schemas.microsoft.com/office/drawing/2014/main" id="{51131511-490C-4DEA-A84F-D72597020627}"/>
                  </a:ext>
                </a:extLst>
              </p:cNvPr>
              <p:cNvSpPr/>
              <p:nvPr/>
            </p:nvSpPr>
            <p:spPr>
              <a:xfrm>
                <a:off x="44278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Freeform: Shape 378">
                <a:extLst>
                  <a:ext uri="{FF2B5EF4-FFF2-40B4-BE49-F238E27FC236}">
                    <a16:creationId xmlns:a16="http://schemas.microsoft.com/office/drawing/2014/main" id="{231B5868-B417-4710-94F7-52B603B07BEA}"/>
                  </a:ext>
                </a:extLst>
              </p:cNvPr>
              <p:cNvSpPr/>
              <p:nvPr/>
            </p:nvSpPr>
            <p:spPr>
              <a:xfrm>
                <a:off x="44278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Freeform: Shape 379">
                <a:extLst>
                  <a:ext uri="{FF2B5EF4-FFF2-40B4-BE49-F238E27FC236}">
                    <a16:creationId xmlns:a16="http://schemas.microsoft.com/office/drawing/2014/main" id="{7435FD36-09E2-44B8-80C6-CD96C26041E0}"/>
                  </a:ext>
                </a:extLst>
              </p:cNvPr>
              <p:cNvSpPr/>
              <p:nvPr/>
            </p:nvSpPr>
            <p:spPr>
              <a:xfrm>
                <a:off x="44278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" name="Freeform: Shape 380">
                <a:extLst>
                  <a:ext uri="{FF2B5EF4-FFF2-40B4-BE49-F238E27FC236}">
                    <a16:creationId xmlns:a16="http://schemas.microsoft.com/office/drawing/2014/main" id="{399F2C76-9823-40DB-A665-46A0BBEDB0B4}"/>
                  </a:ext>
                </a:extLst>
              </p:cNvPr>
              <p:cNvSpPr/>
              <p:nvPr/>
            </p:nvSpPr>
            <p:spPr>
              <a:xfrm>
                <a:off x="44278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" name="Freeform: Shape 381">
                <a:extLst>
                  <a:ext uri="{FF2B5EF4-FFF2-40B4-BE49-F238E27FC236}">
                    <a16:creationId xmlns:a16="http://schemas.microsoft.com/office/drawing/2014/main" id="{737612A0-26CF-423D-BA4D-E2BBE30E507B}"/>
                  </a:ext>
                </a:extLst>
              </p:cNvPr>
              <p:cNvSpPr/>
              <p:nvPr/>
            </p:nvSpPr>
            <p:spPr>
              <a:xfrm>
                <a:off x="44278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" name="Freeform: Shape 382">
                <a:extLst>
                  <a:ext uri="{FF2B5EF4-FFF2-40B4-BE49-F238E27FC236}">
                    <a16:creationId xmlns:a16="http://schemas.microsoft.com/office/drawing/2014/main" id="{DDC47410-2CBA-4A13-A9B0-FAFCE768453B}"/>
                  </a:ext>
                </a:extLst>
              </p:cNvPr>
              <p:cNvSpPr/>
              <p:nvPr/>
            </p:nvSpPr>
            <p:spPr>
              <a:xfrm>
                <a:off x="44278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" name="Freeform: Shape 383">
                <a:extLst>
                  <a:ext uri="{FF2B5EF4-FFF2-40B4-BE49-F238E27FC236}">
                    <a16:creationId xmlns:a16="http://schemas.microsoft.com/office/drawing/2014/main" id="{BB4BA2ED-5F21-470B-A61E-A5FBEAABB80E}"/>
                  </a:ext>
                </a:extLst>
              </p:cNvPr>
              <p:cNvSpPr/>
              <p:nvPr/>
            </p:nvSpPr>
            <p:spPr>
              <a:xfrm>
                <a:off x="4427825" y="1571400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" name="Freeform: Shape 384">
                <a:extLst>
                  <a:ext uri="{FF2B5EF4-FFF2-40B4-BE49-F238E27FC236}">
                    <a16:creationId xmlns:a16="http://schemas.microsoft.com/office/drawing/2014/main" id="{32D10DE4-0241-4010-A15C-02C3408058B7}"/>
                  </a:ext>
                </a:extLst>
              </p:cNvPr>
              <p:cNvSpPr/>
              <p:nvPr/>
            </p:nvSpPr>
            <p:spPr>
              <a:xfrm>
                <a:off x="43516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" name="Freeform: Shape 385">
                <a:extLst>
                  <a:ext uri="{FF2B5EF4-FFF2-40B4-BE49-F238E27FC236}">
                    <a16:creationId xmlns:a16="http://schemas.microsoft.com/office/drawing/2014/main" id="{5C12C872-16FC-4459-A11F-C914D6B7DC00}"/>
                  </a:ext>
                </a:extLst>
              </p:cNvPr>
              <p:cNvSpPr/>
              <p:nvPr/>
            </p:nvSpPr>
            <p:spPr>
              <a:xfrm>
                <a:off x="42756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" name="Freeform: Shape 386">
                <a:extLst>
                  <a:ext uri="{FF2B5EF4-FFF2-40B4-BE49-F238E27FC236}">
                    <a16:creationId xmlns:a16="http://schemas.microsoft.com/office/drawing/2014/main" id="{D396F68A-CF0A-47C8-9605-118CE341C2F3}"/>
                  </a:ext>
                </a:extLst>
              </p:cNvPr>
              <p:cNvSpPr/>
              <p:nvPr/>
            </p:nvSpPr>
            <p:spPr>
              <a:xfrm>
                <a:off x="42756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" name="Freeform: Shape 387">
                <a:extLst>
                  <a:ext uri="{FF2B5EF4-FFF2-40B4-BE49-F238E27FC236}">
                    <a16:creationId xmlns:a16="http://schemas.microsoft.com/office/drawing/2014/main" id="{3D8E3481-2BB3-431B-A78F-03EF9FEAB7F2}"/>
                  </a:ext>
                </a:extLst>
              </p:cNvPr>
              <p:cNvSpPr/>
              <p:nvPr/>
            </p:nvSpPr>
            <p:spPr>
              <a:xfrm>
                <a:off x="41994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" name="Freeform: Shape 388">
                <a:extLst>
                  <a:ext uri="{FF2B5EF4-FFF2-40B4-BE49-F238E27FC236}">
                    <a16:creationId xmlns:a16="http://schemas.microsoft.com/office/drawing/2014/main" id="{7F62DA0C-70B8-4F5B-9F05-CA2B49AD2968}"/>
                  </a:ext>
                </a:extLst>
              </p:cNvPr>
              <p:cNvSpPr/>
              <p:nvPr/>
            </p:nvSpPr>
            <p:spPr>
              <a:xfrm>
                <a:off x="41994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" name="Freeform: Shape 389">
                <a:extLst>
                  <a:ext uri="{FF2B5EF4-FFF2-40B4-BE49-F238E27FC236}">
                    <a16:creationId xmlns:a16="http://schemas.microsoft.com/office/drawing/2014/main" id="{D6EF38C5-2F0D-4929-9F23-A161727CD439}"/>
                  </a:ext>
                </a:extLst>
              </p:cNvPr>
              <p:cNvSpPr/>
              <p:nvPr/>
            </p:nvSpPr>
            <p:spPr>
              <a:xfrm>
                <a:off x="41994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" name="Freeform: Shape 390">
                <a:extLst>
                  <a:ext uri="{FF2B5EF4-FFF2-40B4-BE49-F238E27FC236}">
                    <a16:creationId xmlns:a16="http://schemas.microsoft.com/office/drawing/2014/main" id="{C18DA6E4-1BCA-42DB-A3E9-86FD0784E004}"/>
                  </a:ext>
                </a:extLst>
              </p:cNvPr>
              <p:cNvSpPr/>
              <p:nvPr/>
            </p:nvSpPr>
            <p:spPr>
              <a:xfrm>
                <a:off x="41994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" name="Freeform: Shape 391">
                <a:extLst>
                  <a:ext uri="{FF2B5EF4-FFF2-40B4-BE49-F238E27FC236}">
                    <a16:creationId xmlns:a16="http://schemas.microsoft.com/office/drawing/2014/main" id="{93D47B27-4A7C-471A-847F-55CBA70589EB}"/>
                  </a:ext>
                </a:extLst>
              </p:cNvPr>
              <p:cNvSpPr/>
              <p:nvPr/>
            </p:nvSpPr>
            <p:spPr>
              <a:xfrm>
                <a:off x="41231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" name="Freeform: Shape 392">
                <a:extLst>
                  <a:ext uri="{FF2B5EF4-FFF2-40B4-BE49-F238E27FC236}">
                    <a16:creationId xmlns:a16="http://schemas.microsoft.com/office/drawing/2014/main" id="{4C422802-0217-4E6F-A7CA-C5A1ED86E438}"/>
                  </a:ext>
                </a:extLst>
              </p:cNvPr>
              <p:cNvSpPr/>
              <p:nvPr/>
            </p:nvSpPr>
            <p:spPr>
              <a:xfrm>
                <a:off x="41231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" name="Freeform: Shape 393">
                <a:extLst>
                  <a:ext uri="{FF2B5EF4-FFF2-40B4-BE49-F238E27FC236}">
                    <a16:creationId xmlns:a16="http://schemas.microsoft.com/office/drawing/2014/main" id="{52D3FE1E-46D3-4BAA-B4D9-94DA6A529A70}"/>
                  </a:ext>
                </a:extLst>
              </p:cNvPr>
              <p:cNvSpPr/>
              <p:nvPr/>
            </p:nvSpPr>
            <p:spPr>
              <a:xfrm>
                <a:off x="41231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Freeform: Shape 394">
                <a:extLst>
                  <a:ext uri="{FF2B5EF4-FFF2-40B4-BE49-F238E27FC236}">
                    <a16:creationId xmlns:a16="http://schemas.microsoft.com/office/drawing/2014/main" id="{70B8563F-6868-4C51-B794-DE758C590FE0}"/>
                  </a:ext>
                </a:extLst>
              </p:cNvPr>
              <p:cNvSpPr/>
              <p:nvPr/>
            </p:nvSpPr>
            <p:spPr>
              <a:xfrm>
                <a:off x="41231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Freeform: Shape 395">
                <a:extLst>
                  <a:ext uri="{FF2B5EF4-FFF2-40B4-BE49-F238E27FC236}">
                    <a16:creationId xmlns:a16="http://schemas.microsoft.com/office/drawing/2014/main" id="{D02D578D-976E-4C80-BE45-75E58DA3011B}"/>
                  </a:ext>
                </a:extLst>
              </p:cNvPr>
              <p:cNvSpPr/>
              <p:nvPr/>
            </p:nvSpPr>
            <p:spPr>
              <a:xfrm>
                <a:off x="41231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Freeform: Shape 396">
                <a:extLst>
                  <a:ext uri="{FF2B5EF4-FFF2-40B4-BE49-F238E27FC236}">
                    <a16:creationId xmlns:a16="http://schemas.microsoft.com/office/drawing/2014/main" id="{B46C4D98-DE1C-4365-B5FA-8AB33D7D85C5}"/>
                  </a:ext>
                </a:extLst>
              </p:cNvPr>
              <p:cNvSpPr/>
              <p:nvPr/>
            </p:nvSpPr>
            <p:spPr>
              <a:xfrm>
                <a:off x="41231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" name="Freeform: Shape 397">
                <a:extLst>
                  <a:ext uri="{FF2B5EF4-FFF2-40B4-BE49-F238E27FC236}">
                    <a16:creationId xmlns:a16="http://schemas.microsoft.com/office/drawing/2014/main" id="{4E0802A3-7002-46FF-A8D7-78E1CC06A12F}"/>
                  </a:ext>
                </a:extLst>
              </p:cNvPr>
              <p:cNvSpPr/>
              <p:nvPr/>
            </p:nvSpPr>
            <p:spPr>
              <a:xfrm>
                <a:off x="40469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" name="Freeform: Shape 398">
                <a:extLst>
                  <a:ext uri="{FF2B5EF4-FFF2-40B4-BE49-F238E27FC236}">
                    <a16:creationId xmlns:a16="http://schemas.microsoft.com/office/drawing/2014/main" id="{45DDBD98-FCEB-4DB2-B6A0-DCDE9F0C4037}"/>
                  </a:ext>
                </a:extLst>
              </p:cNvPr>
              <p:cNvSpPr/>
              <p:nvPr/>
            </p:nvSpPr>
            <p:spPr>
              <a:xfrm>
                <a:off x="40469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" name="Freeform: Shape 399">
                <a:extLst>
                  <a:ext uri="{FF2B5EF4-FFF2-40B4-BE49-F238E27FC236}">
                    <a16:creationId xmlns:a16="http://schemas.microsoft.com/office/drawing/2014/main" id="{4AA26774-20B4-4620-9C6C-C0D74461B1F4}"/>
                  </a:ext>
                </a:extLst>
              </p:cNvPr>
              <p:cNvSpPr/>
              <p:nvPr/>
            </p:nvSpPr>
            <p:spPr>
              <a:xfrm>
                <a:off x="40469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" name="Freeform: Shape 400">
                <a:extLst>
                  <a:ext uri="{FF2B5EF4-FFF2-40B4-BE49-F238E27FC236}">
                    <a16:creationId xmlns:a16="http://schemas.microsoft.com/office/drawing/2014/main" id="{6CC2C09F-AF6C-480D-BAC1-A36C25DBC6E5}"/>
                  </a:ext>
                </a:extLst>
              </p:cNvPr>
              <p:cNvSpPr/>
              <p:nvPr/>
            </p:nvSpPr>
            <p:spPr>
              <a:xfrm>
                <a:off x="40469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Freeform: Shape 401">
                <a:extLst>
                  <a:ext uri="{FF2B5EF4-FFF2-40B4-BE49-F238E27FC236}">
                    <a16:creationId xmlns:a16="http://schemas.microsoft.com/office/drawing/2014/main" id="{AC7CCF99-5FA6-4FB7-A5E8-D310D408D038}"/>
                  </a:ext>
                </a:extLst>
              </p:cNvPr>
              <p:cNvSpPr/>
              <p:nvPr/>
            </p:nvSpPr>
            <p:spPr>
              <a:xfrm>
                <a:off x="40469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Freeform: Shape 402">
                <a:extLst>
                  <a:ext uri="{FF2B5EF4-FFF2-40B4-BE49-F238E27FC236}">
                    <a16:creationId xmlns:a16="http://schemas.microsoft.com/office/drawing/2014/main" id="{E300E47E-9909-4C08-8C67-024F284CC2AE}"/>
                  </a:ext>
                </a:extLst>
              </p:cNvPr>
              <p:cNvSpPr/>
              <p:nvPr/>
            </p:nvSpPr>
            <p:spPr>
              <a:xfrm>
                <a:off x="40469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Freeform: Shape 403">
                <a:extLst>
                  <a:ext uri="{FF2B5EF4-FFF2-40B4-BE49-F238E27FC236}">
                    <a16:creationId xmlns:a16="http://schemas.microsoft.com/office/drawing/2014/main" id="{BAE7F333-C680-432A-A701-91086A4FA5C5}"/>
                  </a:ext>
                </a:extLst>
              </p:cNvPr>
              <p:cNvSpPr/>
              <p:nvPr/>
            </p:nvSpPr>
            <p:spPr>
              <a:xfrm>
                <a:off x="40469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Freeform: Shape 404">
                <a:extLst>
                  <a:ext uri="{FF2B5EF4-FFF2-40B4-BE49-F238E27FC236}">
                    <a16:creationId xmlns:a16="http://schemas.microsoft.com/office/drawing/2014/main" id="{C07387D8-91EC-4F79-A696-95FA78493EBD}"/>
                  </a:ext>
                </a:extLst>
              </p:cNvPr>
              <p:cNvSpPr/>
              <p:nvPr/>
            </p:nvSpPr>
            <p:spPr>
              <a:xfrm>
                <a:off x="40469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" name="Freeform: Shape 405">
                <a:extLst>
                  <a:ext uri="{FF2B5EF4-FFF2-40B4-BE49-F238E27FC236}">
                    <a16:creationId xmlns:a16="http://schemas.microsoft.com/office/drawing/2014/main" id="{AEC4F6D7-3178-4663-8D28-3A8EA21242B1}"/>
                  </a:ext>
                </a:extLst>
              </p:cNvPr>
              <p:cNvSpPr/>
              <p:nvPr/>
            </p:nvSpPr>
            <p:spPr>
              <a:xfrm>
                <a:off x="39709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" name="Freeform: Shape 406">
                <a:extLst>
                  <a:ext uri="{FF2B5EF4-FFF2-40B4-BE49-F238E27FC236}">
                    <a16:creationId xmlns:a16="http://schemas.microsoft.com/office/drawing/2014/main" id="{B0B58136-EDEF-4DB0-8229-871C4C9B5BA3}"/>
                  </a:ext>
                </a:extLst>
              </p:cNvPr>
              <p:cNvSpPr/>
              <p:nvPr/>
            </p:nvSpPr>
            <p:spPr>
              <a:xfrm>
                <a:off x="39709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" name="Freeform: Shape 407">
                <a:extLst>
                  <a:ext uri="{FF2B5EF4-FFF2-40B4-BE49-F238E27FC236}">
                    <a16:creationId xmlns:a16="http://schemas.microsoft.com/office/drawing/2014/main" id="{23BE6D67-2B4C-4FD2-AA74-451511552F7E}"/>
                  </a:ext>
                </a:extLst>
              </p:cNvPr>
              <p:cNvSpPr/>
              <p:nvPr/>
            </p:nvSpPr>
            <p:spPr>
              <a:xfrm>
                <a:off x="39709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Freeform: Shape 408">
                <a:extLst>
                  <a:ext uri="{FF2B5EF4-FFF2-40B4-BE49-F238E27FC236}">
                    <a16:creationId xmlns:a16="http://schemas.microsoft.com/office/drawing/2014/main" id="{271444AB-5423-41B0-98A9-7D187FEAF067}"/>
                  </a:ext>
                </a:extLst>
              </p:cNvPr>
              <p:cNvSpPr/>
              <p:nvPr/>
            </p:nvSpPr>
            <p:spPr>
              <a:xfrm>
                <a:off x="39709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Freeform: Shape 409">
                <a:extLst>
                  <a:ext uri="{FF2B5EF4-FFF2-40B4-BE49-F238E27FC236}">
                    <a16:creationId xmlns:a16="http://schemas.microsoft.com/office/drawing/2014/main" id="{3DE15D0C-0F1E-476B-BEB3-AE6F75906399}"/>
                  </a:ext>
                </a:extLst>
              </p:cNvPr>
              <p:cNvSpPr/>
              <p:nvPr/>
            </p:nvSpPr>
            <p:spPr>
              <a:xfrm>
                <a:off x="39709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Freeform: Shape 410">
                <a:extLst>
                  <a:ext uri="{FF2B5EF4-FFF2-40B4-BE49-F238E27FC236}">
                    <a16:creationId xmlns:a16="http://schemas.microsoft.com/office/drawing/2014/main" id="{8C69A978-EE1E-4114-8651-1C8100A325D1}"/>
                  </a:ext>
                </a:extLst>
              </p:cNvPr>
              <p:cNvSpPr/>
              <p:nvPr/>
            </p:nvSpPr>
            <p:spPr>
              <a:xfrm>
                <a:off x="39709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Freeform: Shape 411">
                <a:extLst>
                  <a:ext uri="{FF2B5EF4-FFF2-40B4-BE49-F238E27FC236}">
                    <a16:creationId xmlns:a16="http://schemas.microsoft.com/office/drawing/2014/main" id="{2A41878D-1BF3-4459-9589-5A77AF8E0DD1}"/>
                  </a:ext>
                </a:extLst>
              </p:cNvPr>
              <p:cNvSpPr/>
              <p:nvPr/>
            </p:nvSpPr>
            <p:spPr>
              <a:xfrm>
                <a:off x="39709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Freeform: Shape 412">
                <a:extLst>
                  <a:ext uri="{FF2B5EF4-FFF2-40B4-BE49-F238E27FC236}">
                    <a16:creationId xmlns:a16="http://schemas.microsoft.com/office/drawing/2014/main" id="{65A0B33B-649C-4395-BB94-0F97E52EF4A0}"/>
                  </a:ext>
                </a:extLst>
              </p:cNvPr>
              <p:cNvSpPr/>
              <p:nvPr/>
            </p:nvSpPr>
            <p:spPr>
              <a:xfrm>
                <a:off x="39709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Freeform: Shape 413">
                <a:extLst>
                  <a:ext uri="{FF2B5EF4-FFF2-40B4-BE49-F238E27FC236}">
                    <a16:creationId xmlns:a16="http://schemas.microsoft.com/office/drawing/2014/main" id="{BB0B8685-BC47-448C-A4BC-7BEC3E609926}"/>
                  </a:ext>
                </a:extLst>
              </p:cNvPr>
              <p:cNvSpPr/>
              <p:nvPr/>
            </p:nvSpPr>
            <p:spPr>
              <a:xfrm>
                <a:off x="39709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Freeform: Shape 414">
                <a:extLst>
                  <a:ext uri="{FF2B5EF4-FFF2-40B4-BE49-F238E27FC236}">
                    <a16:creationId xmlns:a16="http://schemas.microsoft.com/office/drawing/2014/main" id="{8E368AF5-3223-454C-91A3-140B69008A59}"/>
                  </a:ext>
                </a:extLst>
              </p:cNvPr>
              <p:cNvSpPr/>
              <p:nvPr/>
            </p:nvSpPr>
            <p:spPr>
              <a:xfrm>
                <a:off x="38947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Freeform: Shape 415">
                <a:extLst>
                  <a:ext uri="{FF2B5EF4-FFF2-40B4-BE49-F238E27FC236}">
                    <a16:creationId xmlns:a16="http://schemas.microsoft.com/office/drawing/2014/main" id="{BE7D2BEF-4E66-42F3-B6A5-CAB97D2E6E16}"/>
                  </a:ext>
                </a:extLst>
              </p:cNvPr>
              <p:cNvSpPr/>
              <p:nvPr/>
            </p:nvSpPr>
            <p:spPr>
              <a:xfrm>
                <a:off x="38947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Freeform: Shape 416">
                <a:extLst>
                  <a:ext uri="{FF2B5EF4-FFF2-40B4-BE49-F238E27FC236}">
                    <a16:creationId xmlns:a16="http://schemas.microsoft.com/office/drawing/2014/main" id="{DD3B7425-D2C9-4D49-AC74-709BFF27176F}"/>
                  </a:ext>
                </a:extLst>
              </p:cNvPr>
              <p:cNvSpPr/>
              <p:nvPr/>
            </p:nvSpPr>
            <p:spPr>
              <a:xfrm>
                <a:off x="38947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Freeform: Shape 417">
                <a:extLst>
                  <a:ext uri="{FF2B5EF4-FFF2-40B4-BE49-F238E27FC236}">
                    <a16:creationId xmlns:a16="http://schemas.microsoft.com/office/drawing/2014/main" id="{BFC8D900-E612-4F6C-A017-CE47091A0213}"/>
                  </a:ext>
                </a:extLst>
              </p:cNvPr>
              <p:cNvSpPr/>
              <p:nvPr/>
            </p:nvSpPr>
            <p:spPr>
              <a:xfrm>
                <a:off x="38947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" name="Freeform: Shape 418">
                <a:extLst>
                  <a:ext uri="{FF2B5EF4-FFF2-40B4-BE49-F238E27FC236}">
                    <a16:creationId xmlns:a16="http://schemas.microsoft.com/office/drawing/2014/main" id="{93ED7077-FB1C-491F-96FC-BD98E326A397}"/>
                  </a:ext>
                </a:extLst>
              </p:cNvPr>
              <p:cNvSpPr/>
              <p:nvPr/>
            </p:nvSpPr>
            <p:spPr>
              <a:xfrm>
                <a:off x="38947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" name="Freeform: Shape 419">
                <a:extLst>
                  <a:ext uri="{FF2B5EF4-FFF2-40B4-BE49-F238E27FC236}">
                    <a16:creationId xmlns:a16="http://schemas.microsoft.com/office/drawing/2014/main" id="{22BA55C1-9C40-4BF6-92FC-BDD55EE5B3D5}"/>
                  </a:ext>
                </a:extLst>
              </p:cNvPr>
              <p:cNvSpPr/>
              <p:nvPr/>
            </p:nvSpPr>
            <p:spPr>
              <a:xfrm>
                <a:off x="3894725" y="1571400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" name="Freeform: Shape 420">
                <a:extLst>
                  <a:ext uri="{FF2B5EF4-FFF2-40B4-BE49-F238E27FC236}">
                    <a16:creationId xmlns:a16="http://schemas.microsoft.com/office/drawing/2014/main" id="{E2AE621B-010F-4CDB-8FAC-60B23039C0DB}"/>
                  </a:ext>
                </a:extLst>
              </p:cNvPr>
              <p:cNvSpPr/>
              <p:nvPr/>
            </p:nvSpPr>
            <p:spPr>
              <a:xfrm>
                <a:off x="38947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" name="Freeform: Shape 421">
                <a:extLst>
                  <a:ext uri="{FF2B5EF4-FFF2-40B4-BE49-F238E27FC236}">
                    <a16:creationId xmlns:a16="http://schemas.microsoft.com/office/drawing/2014/main" id="{5FBEA320-7478-452B-A452-2050D39F4E4F}"/>
                  </a:ext>
                </a:extLst>
              </p:cNvPr>
              <p:cNvSpPr/>
              <p:nvPr/>
            </p:nvSpPr>
            <p:spPr>
              <a:xfrm>
                <a:off x="38947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Freeform: Shape 422">
                <a:extLst>
                  <a:ext uri="{FF2B5EF4-FFF2-40B4-BE49-F238E27FC236}">
                    <a16:creationId xmlns:a16="http://schemas.microsoft.com/office/drawing/2014/main" id="{27922666-041D-4F8B-8E39-3060C6FD7278}"/>
                  </a:ext>
                </a:extLst>
              </p:cNvPr>
              <p:cNvSpPr/>
              <p:nvPr/>
            </p:nvSpPr>
            <p:spPr>
              <a:xfrm>
                <a:off x="38947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" name="Freeform: Shape 423">
                <a:extLst>
                  <a:ext uri="{FF2B5EF4-FFF2-40B4-BE49-F238E27FC236}">
                    <a16:creationId xmlns:a16="http://schemas.microsoft.com/office/drawing/2014/main" id="{EFBB8EF3-0930-41C4-8F8B-06A4F9653268}"/>
                  </a:ext>
                </a:extLst>
              </p:cNvPr>
              <p:cNvSpPr/>
              <p:nvPr/>
            </p:nvSpPr>
            <p:spPr>
              <a:xfrm>
                <a:off x="38947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" name="Freeform: Shape 424">
                <a:extLst>
                  <a:ext uri="{FF2B5EF4-FFF2-40B4-BE49-F238E27FC236}">
                    <a16:creationId xmlns:a16="http://schemas.microsoft.com/office/drawing/2014/main" id="{56F40DF7-3432-4001-B0D9-9BAF6F54FA45}"/>
                  </a:ext>
                </a:extLst>
              </p:cNvPr>
              <p:cNvSpPr/>
              <p:nvPr/>
            </p:nvSpPr>
            <p:spPr>
              <a:xfrm>
                <a:off x="38185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" name="Freeform: Shape 425">
                <a:extLst>
                  <a:ext uri="{FF2B5EF4-FFF2-40B4-BE49-F238E27FC236}">
                    <a16:creationId xmlns:a16="http://schemas.microsoft.com/office/drawing/2014/main" id="{02F49151-68C9-4946-B019-56913F3577CE}"/>
                  </a:ext>
                </a:extLst>
              </p:cNvPr>
              <p:cNvSpPr/>
              <p:nvPr/>
            </p:nvSpPr>
            <p:spPr>
              <a:xfrm>
                <a:off x="38185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" name="Freeform: Shape 426">
                <a:extLst>
                  <a:ext uri="{FF2B5EF4-FFF2-40B4-BE49-F238E27FC236}">
                    <a16:creationId xmlns:a16="http://schemas.microsoft.com/office/drawing/2014/main" id="{5317F469-7B5A-46CC-B4CF-E64C3BAD6929}"/>
                  </a:ext>
                </a:extLst>
              </p:cNvPr>
              <p:cNvSpPr/>
              <p:nvPr/>
            </p:nvSpPr>
            <p:spPr>
              <a:xfrm>
                <a:off x="38185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" name="Freeform: Shape 427">
                <a:extLst>
                  <a:ext uri="{FF2B5EF4-FFF2-40B4-BE49-F238E27FC236}">
                    <a16:creationId xmlns:a16="http://schemas.microsoft.com/office/drawing/2014/main" id="{053C259F-41CF-421C-B247-70CAD8FE07F1}"/>
                  </a:ext>
                </a:extLst>
              </p:cNvPr>
              <p:cNvSpPr/>
              <p:nvPr/>
            </p:nvSpPr>
            <p:spPr>
              <a:xfrm>
                <a:off x="38185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" name="Freeform: Shape 428">
                <a:extLst>
                  <a:ext uri="{FF2B5EF4-FFF2-40B4-BE49-F238E27FC236}">
                    <a16:creationId xmlns:a16="http://schemas.microsoft.com/office/drawing/2014/main" id="{99AD45AF-99AC-4B0F-8B49-4EBB3295FFCD}"/>
                  </a:ext>
                </a:extLst>
              </p:cNvPr>
              <p:cNvSpPr/>
              <p:nvPr/>
            </p:nvSpPr>
            <p:spPr>
              <a:xfrm>
                <a:off x="38185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" name="Freeform: Shape 429">
                <a:extLst>
                  <a:ext uri="{FF2B5EF4-FFF2-40B4-BE49-F238E27FC236}">
                    <a16:creationId xmlns:a16="http://schemas.microsoft.com/office/drawing/2014/main" id="{3C2A018F-F333-49DC-A4BA-4EE920C06C79}"/>
                  </a:ext>
                </a:extLst>
              </p:cNvPr>
              <p:cNvSpPr/>
              <p:nvPr/>
            </p:nvSpPr>
            <p:spPr>
              <a:xfrm>
                <a:off x="38185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" name="Freeform: Shape 430">
                <a:extLst>
                  <a:ext uri="{FF2B5EF4-FFF2-40B4-BE49-F238E27FC236}">
                    <a16:creationId xmlns:a16="http://schemas.microsoft.com/office/drawing/2014/main" id="{3E593B89-8894-449C-8FC7-1C43D57A4E77}"/>
                  </a:ext>
                </a:extLst>
              </p:cNvPr>
              <p:cNvSpPr/>
              <p:nvPr/>
            </p:nvSpPr>
            <p:spPr>
              <a:xfrm>
                <a:off x="38185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" name="Freeform: Shape 431">
                <a:extLst>
                  <a:ext uri="{FF2B5EF4-FFF2-40B4-BE49-F238E27FC236}">
                    <a16:creationId xmlns:a16="http://schemas.microsoft.com/office/drawing/2014/main" id="{D48D5827-554F-479A-B8F9-B762689883B8}"/>
                  </a:ext>
                </a:extLst>
              </p:cNvPr>
              <p:cNvSpPr/>
              <p:nvPr/>
            </p:nvSpPr>
            <p:spPr>
              <a:xfrm>
                <a:off x="38185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" name="Freeform: Shape 432">
                <a:extLst>
                  <a:ext uri="{FF2B5EF4-FFF2-40B4-BE49-F238E27FC236}">
                    <a16:creationId xmlns:a16="http://schemas.microsoft.com/office/drawing/2014/main" id="{B7D4EE9A-AA27-4E89-B08C-42D52560A4C8}"/>
                  </a:ext>
                </a:extLst>
              </p:cNvPr>
              <p:cNvSpPr/>
              <p:nvPr/>
            </p:nvSpPr>
            <p:spPr>
              <a:xfrm>
                <a:off x="38185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" name="Freeform: Shape 433">
                <a:extLst>
                  <a:ext uri="{FF2B5EF4-FFF2-40B4-BE49-F238E27FC236}">
                    <a16:creationId xmlns:a16="http://schemas.microsoft.com/office/drawing/2014/main" id="{0947DE34-6B27-4E04-AC0E-84683BE28EF8}"/>
                  </a:ext>
                </a:extLst>
              </p:cNvPr>
              <p:cNvSpPr/>
              <p:nvPr/>
            </p:nvSpPr>
            <p:spPr>
              <a:xfrm>
                <a:off x="38185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" name="Freeform: Shape 434">
                <a:extLst>
                  <a:ext uri="{FF2B5EF4-FFF2-40B4-BE49-F238E27FC236}">
                    <a16:creationId xmlns:a16="http://schemas.microsoft.com/office/drawing/2014/main" id="{C4235D27-7190-4F40-89F2-A1C52384D186}"/>
                  </a:ext>
                </a:extLst>
              </p:cNvPr>
              <p:cNvSpPr/>
              <p:nvPr/>
            </p:nvSpPr>
            <p:spPr>
              <a:xfrm>
                <a:off x="38185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" name="Freeform: Shape 435">
                <a:extLst>
                  <a:ext uri="{FF2B5EF4-FFF2-40B4-BE49-F238E27FC236}">
                    <a16:creationId xmlns:a16="http://schemas.microsoft.com/office/drawing/2014/main" id="{90334E83-1F06-4E42-B5D4-647149E3392A}"/>
                  </a:ext>
                </a:extLst>
              </p:cNvPr>
              <p:cNvSpPr/>
              <p:nvPr/>
            </p:nvSpPr>
            <p:spPr>
              <a:xfrm>
                <a:off x="37423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" name="Freeform: Shape 436">
                <a:extLst>
                  <a:ext uri="{FF2B5EF4-FFF2-40B4-BE49-F238E27FC236}">
                    <a16:creationId xmlns:a16="http://schemas.microsoft.com/office/drawing/2014/main" id="{A00C3262-4217-44A2-BF21-07A8A3BC5462}"/>
                  </a:ext>
                </a:extLst>
              </p:cNvPr>
              <p:cNvSpPr/>
              <p:nvPr/>
            </p:nvSpPr>
            <p:spPr>
              <a:xfrm>
                <a:off x="37423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" name="Freeform: Shape 437">
                <a:extLst>
                  <a:ext uri="{FF2B5EF4-FFF2-40B4-BE49-F238E27FC236}">
                    <a16:creationId xmlns:a16="http://schemas.microsoft.com/office/drawing/2014/main" id="{4B11669F-9F55-4BD0-AC36-62B26D6FA1F2}"/>
                  </a:ext>
                </a:extLst>
              </p:cNvPr>
              <p:cNvSpPr/>
              <p:nvPr/>
            </p:nvSpPr>
            <p:spPr>
              <a:xfrm>
                <a:off x="37423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5"/>
                      <a:pt x="528" y="2132"/>
                      <a:pt x="1076" y="2132"/>
                    </a:cubicBezTo>
                    <a:cubicBezTo>
                      <a:pt x="1335" y="2132"/>
                      <a:pt x="1599" y="2036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" name="Freeform: Shape 438">
                <a:extLst>
                  <a:ext uri="{FF2B5EF4-FFF2-40B4-BE49-F238E27FC236}">
                    <a16:creationId xmlns:a16="http://schemas.microsoft.com/office/drawing/2014/main" id="{59E45E5B-41D4-4772-AC0A-18A603074FEB}"/>
                  </a:ext>
                </a:extLst>
              </p:cNvPr>
              <p:cNvSpPr/>
              <p:nvPr/>
            </p:nvSpPr>
            <p:spPr>
              <a:xfrm>
                <a:off x="37423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" name="Freeform: Shape 439">
                <a:extLst>
                  <a:ext uri="{FF2B5EF4-FFF2-40B4-BE49-F238E27FC236}">
                    <a16:creationId xmlns:a16="http://schemas.microsoft.com/office/drawing/2014/main" id="{1CC8388E-3401-4856-94C2-47A6120AF3BE}"/>
                  </a:ext>
                </a:extLst>
              </p:cNvPr>
              <p:cNvSpPr/>
              <p:nvPr/>
            </p:nvSpPr>
            <p:spPr>
              <a:xfrm>
                <a:off x="37423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" name="Freeform: Shape 440">
                <a:extLst>
                  <a:ext uri="{FF2B5EF4-FFF2-40B4-BE49-F238E27FC236}">
                    <a16:creationId xmlns:a16="http://schemas.microsoft.com/office/drawing/2014/main" id="{A1541245-1A57-457C-ADBE-F036A29E9D31}"/>
                  </a:ext>
                </a:extLst>
              </p:cNvPr>
              <p:cNvSpPr/>
              <p:nvPr/>
            </p:nvSpPr>
            <p:spPr>
              <a:xfrm>
                <a:off x="37423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" name="Freeform: Shape 441">
                <a:extLst>
                  <a:ext uri="{FF2B5EF4-FFF2-40B4-BE49-F238E27FC236}">
                    <a16:creationId xmlns:a16="http://schemas.microsoft.com/office/drawing/2014/main" id="{C78FD4F3-BED1-4FD9-9AD9-2C6C4285F1AF}"/>
                  </a:ext>
                </a:extLst>
              </p:cNvPr>
              <p:cNvSpPr/>
              <p:nvPr/>
            </p:nvSpPr>
            <p:spPr>
              <a:xfrm>
                <a:off x="37423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" name="Freeform: Shape 442">
                <a:extLst>
                  <a:ext uri="{FF2B5EF4-FFF2-40B4-BE49-F238E27FC236}">
                    <a16:creationId xmlns:a16="http://schemas.microsoft.com/office/drawing/2014/main" id="{BA887744-2D6C-4BBA-AEFD-2A0A449C65E2}"/>
                  </a:ext>
                </a:extLst>
              </p:cNvPr>
              <p:cNvSpPr/>
              <p:nvPr/>
            </p:nvSpPr>
            <p:spPr>
              <a:xfrm>
                <a:off x="37423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" name="Freeform: Shape 443">
                <a:extLst>
                  <a:ext uri="{FF2B5EF4-FFF2-40B4-BE49-F238E27FC236}">
                    <a16:creationId xmlns:a16="http://schemas.microsoft.com/office/drawing/2014/main" id="{646B8430-B42D-4E40-9C77-C904755B4ACF}"/>
                  </a:ext>
                </a:extLst>
              </p:cNvPr>
              <p:cNvSpPr/>
              <p:nvPr/>
            </p:nvSpPr>
            <p:spPr>
              <a:xfrm>
                <a:off x="37423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" name="Freeform: Shape 444">
                <a:extLst>
                  <a:ext uri="{FF2B5EF4-FFF2-40B4-BE49-F238E27FC236}">
                    <a16:creationId xmlns:a16="http://schemas.microsoft.com/office/drawing/2014/main" id="{AF842FBB-5BC8-4E21-B10D-1B951F60874E}"/>
                  </a:ext>
                </a:extLst>
              </p:cNvPr>
              <p:cNvSpPr/>
              <p:nvPr/>
            </p:nvSpPr>
            <p:spPr>
              <a:xfrm>
                <a:off x="36661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" name="Freeform: Shape 445">
                <a:extLst>
                  <a:ext uri="{FF2B5EF4-FFF2-40B4-BE49-F238E27FC236}">
                    <a16:creationId xmlns:a16="http://schemas.microsoft.com/office/drawing/2014/main" id="{38731BD5-EA45-4F66-B981-96C1E7D2A376}"/>
                  </a:ext>
                </a:extLst>
              </p:cNvPr>
              <p:cNvSpPr/>
              <p:nvPr/>
            </p:nvSpPr>
            <p:spPr>
              <a:xfrm>
                <a:off x="36661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" name="Freeform: Shape 446">
                <a:extLst>
                  <a:ext uri="{FF2B5EF4-FFF2-40B4-BE49-F238E27FC236}">
                    <a16:creationId xmlns:a16="http://schemas.microsoft.com/office/drawing/2014/main" id="{EB4A93FA-55EF-4CC0-B041-7D0AEA2599A7}"/>
                  </a:ext>
                </a:extLst>
              </p:cNvPr>
              <p:cNvSpPr/>
              <p:nvPr/>
            </p:nvSpPr>
            <p:spPr>
              <a:xfrm>
                <a:off x="36661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" name="Freeform: Shape 447">
                <a:extLst>
                  <a:ext uri="{FF2B5EF4-FFF2-40B4-BE49-F238E27FC236}">
                    <a16:creationId xmlns:a16="http://schemas.microsoft.com/office/drawing/2014/main" id="{B6DFCC44-3705-459B-96F9-AB8AB49EBA95}"/>
                  </a:ext>
                </a:extLst>
              </p:cNvPr>
              <p:cNvSpPr/>
              <p:nvPr/>
            </p:nvSpPr>
            <p:spPr>
              <a:xfrm>
                <a:off x="36661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" name="Freeform: Shape 448">
                <a:extLst>
                  <a:ext uri="{FF2B5EF4-FFF2-40B4-BE49-F238E27FC236}">
                    <a16:creationId xmlns:a16="http://schemas.microsoft.com/office/drawing/2014/main" id="{D762FE9A-95E1-4E57-9762-EACEFD572F94}"/>
                  </a:ext>
                </a:extLst>
              </p:cNvPr>
              <p:cNvSpPr/>
              <p:nvPr/>
            </p:nvSpPr>
            <p:spPr>
              <a:xfrm>
                <a:off x="366610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" name="Freeform: Shape 449">
                <a:extLst>
                  <a:ext uri="{FF2B5EF4-FFF2-40B4-BE49-F238E27FC236}">
                    <a16:creationId xmlns:a16="http://schemas.microsoft.com/office/drawing/2014/main" id="{1D96A496-1C72-49AC-8FAB-ECFCF45F50D0}"/>
                  </a:ext>
                </a:extLst>
              </p:cNvPr>
              <p:cNvSpPr/>
              <p:nvPr/>
            </p:nvSpPr>
            <p:spPr>
              <a:xfrm>
                <a:off x="35898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1" name="Freeform: Shape 450">
                <a:extLst>
                  <a:ext uri="{FF2B5EF4-FFF2-40B4-BE49-F238E27FC236}">
                    <a16:creationId xmlns:a16="http://schemas.microsoft.com/office/drawing/2014/main" id="{7FE6C472-4CFF-48E1-AEAA-D2C5F029CEDC}"/>
                  </a:ext>
                </a:extLst>
              </p:cNvPr>
              <p:cNvSpPr/>
              <p:nvPr/>
            </p:nvSpPr>
            <p:spPr>
              <a:xfrm>
                <a:off x="35898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2" name="Freeform: Shape 451">
                <a:extLst>
                  <a:ext uri="{FF2B5EF4-FFF2-40B4-BE49-F238E27FC236}">
                    <a16:creationId xmlns:a16="http://schemas.microsoft.com/office/drawing/2014/main" id="{F4B46BC2-C984-4190-89B5-96DFADEA4325}"/>
                  </a:ext>
                </a:extLst>
              </p:cNvPr>
              <p:cNvSpPr/>
              <p:nvPr/>
            </p:nvSpPr>
            <p:spPr>
              <a:xfrm>
                <a:off x="35898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3" name="Freeform: Shape 452">
                <a:extLst>
                  <a:ext uri="{FF2B5EF4-FFF2-40B4-BE49-F238E27FC236}">
                    <a16:creationId xmlns:a16="http://schemas.microsoft.com/office/drawing/2014/main" id="{31688B4F-7964-4516-90BE-52BD832A0B0C}"/>
                  </a:ext>
                </a:extLst>
              </p:cNvPr>
              <p:cNvSpPr/>
              <p:nvPr/>
            </p:nvSpPr>
            <p:spPr>
              <a:xfrm>
                <a:off x="35898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4" name="Freeform: Shape 453">
                <a:extLst>
                  <a:ext uri="{FF2B5EF4-FFF2-40B4-BE49-F238E27FC236}">
                    <a16:creationId xmlns:a16="http://schemas.microsoft.com/office/drawing/2014/main" id="{3A1155F2-00A2-412F-9DF5-E7DC61D660C2}"/>
                  </a:ext>
                </a:extLst>
              </p:cNvPr>
              <p:cNvSpPr/>
              <p:nvPr/>
            </p:nvSpPr>
            <p:spPr>
              <a:xfrm>
                <a:off x="35898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5" name="Freeform: Shape 454">
                <a:extLst>
                  <a:ext uri="{FF2B5EF4-FFF2-40B4-BE49-F238E27FC236}">
                    <a16:creationId xmlns:a16="http://schemas.microsoft.com/office/drawing/2014/main" id="{599B2285-7742-4A12-8180-75F5B255C342}"/>
                  </a:ext>
                </a:extLst>
              </p:cNvPr>
              <p:cNvSpPr/>
              <p:nvPr/>
            </p:nvSpPr>
            <p:spPr>
              <a:xfrm>
                <a:off x="35136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" name="Freeform: Shape 455">
                <a:extLst>
                  <a:ext uri="{FF2B5EF4-FFF2-40B4-BE49-F238E27FC236}">
                    <a16:creationId xmlns:a16="http://schemas.microsoft.com/office/drawing/2014/main" id="{0EBDD9ED-5BB6-49E5-84CE-766BA52E9233}"/>
                  </a:ext>
                </a:extLst>
              </p:cNvPr>
              <p:cNvSpPr/>
              <p:nvPr/>
            </p:nvSpPr>
            <p:spPr>
              <a:xfrm>
                <a:off x="35136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" name="Freeform: Shape 456">
                <a:extLst>
                  <a:ext uri="{FF2B5EF4-FFF2-40B4-BE49-F238E27FC236}">
                    <a16:creationId xmlns:a16="http://schemas.microsoft.com/office/drawing/2014/main" id="{16F191CC-7F0D-4A3E-9E6D-CC1FD9610267}"/>
                  </a:ext>
                </a:extLst>
              </p:cNvPr>
              <p:cNvSpPr/>
              <p:nvPr/>
            </p:nvSpPr>
            <p:spPr>
              <a:xfrm>
                <a:off x="35136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" name="Freeform: Shape 457">
                <a:extLst>
                  <a:ext uri="{FF2B5EF4-FFF2-40B4-BE49-F238E27FC236}">
                    <a16:creationId xmlns:a16="http://schemas.microsoft.com/office/drawing/2014/main" id="{9BC9E94D-CBA7-4F2B-B45E-BDBAB606D3CE}"/>
                  </a:ext>
                </a:extLst>
              </p:cNvPr>
              <p:cNvSpPr/>
              <p:nvPr/>
            </p:nvSpPr>
            <p:spPr>
              <a:xfrm>
                <a:off x="35136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" name="Freeform: Shape 458">
                <a:extLst>
                  <a:ext uri="{FF2B5EF4-FFF2-40B4-BE49-F238E27FC236}">
                    <a16:creationId xmlns:a16="http://schemas.microsoft.com/office/drawing/2014/main" id="{9722A6D9-B8DD-450B-85A5-00337FB4B7FB}"/>
                  </a:ext>
                </a:extLst>
              </p:cNvPr>
              <p:cNvSpPr/>
              <p:nvPr/>
            </p:nvSpPr>
            <p:spPr>
              <a:xfrm>
                <a:off x="35136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" name="Freeform: Shape 459">
                <a:extLst>
                  <a:ext uri="{FF2B5EF4-FFF2-40B4-BE49-F238E27FC236}">
                    <a16:creationId xmlns:a16="http://schemas.microsoft.com/office/drawing/2014/main" id="{77A22872-078C-4F12-817B-D337400896B7}"/>
                  </a:ext>
                </a:extLst>
              </p:cNvPr>
              <p:cNvSpPr/>
              <p:nvPr/>
            </p:nvSpPr>
            <p:spPr>
              <a:xfrm>
                <a:off x="35136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" name="Freeform: Shape 460">
                <a:extLst>
                  <a:ext uri="{FF2B5EF4-FFF2-40B4-BE49-F238E27FC236}">
                    <a16:creationId xmlns:a16="http://schemas.microsoft.com/office/drawing/2014/main" id="{5025DE54-4DF7-4202-9F68-A5D31A341979}"/>
                  </a:ext>
                </a:extLst>
              </p:cNvPr>
              <p:cNvSpPr/>
              <p:nvPr/>
            </p:nvSpPr>
            <p:spPr>
              <a:xfrm>
                <a:off x="35136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" name="Freeform: Shape 461">
                <a:extLst>
                  <a:ext uri="{FF2B5EF4-FFF2-40B4-BE49-F238E27FC236}">
                    <a16:creationId xmlns:a16="http://schemas.microsoft.com/office/drawing/2014/main" id="{4F6170BD-9FC9-4A63-8637-BF01A122DC8F}"/>
                  </a:ext>
                </a:extLst>
              </p:cNvPr>
              <p:cNvSpPr/>
              <p:nvPr/>
            </p:nvSpPr>
            <p:spPr>
              <a:xfrm>
                <a:off x="34374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" name="Freeform: Shape 462">
                <a:extLst>
                  <a:ext uri="{FF2B5EF4-FFF2-40B4-BE49-F238E27FC236}">
                    <a16:creationId xmlns:a16="http://schemas.microsoft.com/office/drawing/2014/main" id="{C227E768-1314-45A7-B809-4FE849610432}"/>
                  </a:ext>
                </a:extLst>
              </p:cNvPr>
              <p:cNvSpPr/>
              <p:nvPr/>
            </p:nvSpPr>
            <p:spPr>
              <a:xfrm>
                <a:off x="34374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" name="Freeform: Shape 463">
                <a:extLst>
                  <a:ext uri="{FF2B5EF4-FFF2-40B4-BE49-F238E27FC236}">
                    <a16:creationId xmlns:a16="http://schemas.microsoft.com/office/drawing/2014/main" id="{ED9DB423-5BD9-47CE-AFB7-C97714DF9442}"/>
                  </a:ext>
                </a:extLst>
              </p:cNvPr>
              <p:cNvSpPr/>
              <p:nvPr/>
            </p:nvSpPr>
            <p:spPr>
              <a:xfrm>
                <a:off x="34374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5" name="Freeform: Shape 464">
                <a:extLst>
                  <a:ext uri="{FF2B5EF4-FFF2-40B4-BE49-F238E27FC236}">
                    <a16:creationId xmlns:a16="http://schemas.microsoft.com/office/drawing/2014/main" id="{2E041E11-6095-417E-B6CC-DB9104D1F52E}"/>
                  </a:ext>
                </a:extLst>
              </p:cNvPr>
              <p:cNvSpPr/>
              <p:nvPr/>
            </p:nvSpPr>
            <p:spPr>
              <a:xfrm>
                <a:off x="34374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6" name="Freeform: Shape 465">
                <a:extLst>
                  <a:ext uri="{FF2B5EF4-FFF2-40B4-BE49-F238E27FC236}">
                    <a16:creationId xmlns:a16="http://schemas.microsoft.com/office/drawing/2014/main" id="{B0CDE1A6-4428-4823-85C0-CC55B967CFEE}"/>
                  </a:ext>
                </a:extLst>
              </p:cNvPr>
              <p:cNvSpPr/>
              <p:nvPr/>
            </p:nvSpPr>
            <p:spPr>
              <a:xfrm>
                <a:off x="34374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" name="Freeform: Shape 466">
                <a:extLst>
                  <a:ext uri="{FF2B5EF4-FFF2-40B4-BE49-F238E27FC236}">
                    <a16:creationId xmlns:a16="http://schemas.microsoft.com/office/drawing/2014/main" id="{3151F221-6B8D-4977-8E55-A8586DD487CD}"/>
                  </a:ext>
                </a:extLst>
              </p:cNvPr>
              <p:cNvSpPr/>
              <p:nvPr/>
            </p:nvSpPr>
            <p:spPr>
              <a:xfrm>
                <a:off x="34374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" name="Freeform: Shape 467">
                <a:extLst>
                  <a:ext uri="{FF2B5EF4-FFF2-40B4-BE49-F238E27FC236}">
                    <a16:creationId xmlns:a16="http://schemas.microsoft.com/office/drawing/2014/main" id="{E30092E3-FBA3-45E1-8527-C89CC503AF1D}"/>
                  </a:ext>
                </a:extLst>
              </p:cNvPr>
              <p:cNvSpPr/>
              <p:nvPr/>
            </p:nvSpPr>
            <p:spPr>
              <a:xfrm>
                <a:off x="34374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" name="Freeform: Shape 468">
                <a:extLst>
                  <a:ext uri="{FF2B5EF4-FFF2-40B4-BE49-F238E27FC236}">
                    <a16:creationId xmlns:a16="http://schemas.microsoft.com/office/drawing/2014/main" id="{934B1CA4-BC05-445C-AF38-A4407ED966EB}"/>
                  </a:ext>
                </a:extLst>
              </p:cNvPr>
              <p:cNvSpPr/>
              <p:nvPr/>
            </p:nvSpPr>
            <p:spPr>
              <a:xfrm>
                <a:off x="33614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" name="Freeform: Shape 469">
                <a:extLst>
                  <a:ext uri="{FF2B5EF4-FFF2-40B4-BE49-F238E27FC236}">
                    <a16:creationId xmlns:a16="http://schemas.microsoft.com/office/drawing/2014/main" id="{9337544D-AF4D-4CF9-88DD-1F0413FCDC96}"/>
                  </a:ext>
                </a:extLst>
              </p:cNvPr>
              <p:cNvSpPr/>
              <p:nvPr/>
            </p:nvSpPr>
            <p:spPr>
              <a:xfrm>
                <a:off x="33614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" name="Freeform: Shape 470">
                <a:extLst>
                  <a:ext uri="{FF2B5EF4-FFF2-40B4-BE49-F238E27FC236}">
                    <a16:creationId xmlns:a16="http://schemas.microsoft.com/office/drawing/2014/main" id="{43C5AD27-43CF-424E-8684-B6DADC1A669F}"/>
                  </a:ext>
                </a:extLst>
              </p:cNvPr>
              <p:cNvSpPr/>
              <p:nvPr/>
            </p:nvSpPr>
            <p:spPr>
              <a:xfrm>
                <a:off x="33614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" name="Freeform: Shape 471">
                <a:extLst>
                  <a:ext uri="{FF2B5EF4-FFF2-40B4-BE49-F238E27FC236}">
                    <a16:creationId xmlns:a16="http://schemas.microsoft.com/office/drawing/2014/main" id="{13C064E4-919B-4308-8C63-9EB327D4E7BB}"/>
                  </a:ext>
                </a:extLst>
              </p:cNvPr>
              <p:cNvSpPr/>
              <p:nvPr/>
            </p:nvSpPr>
            <p:spPr>
              <a:xfrm>
                <a:off x="33614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" name="Freeform: Shape 472">
                <a:extLst>
                  <a:ext uri="{FF2B5EF4-FFF2-40B4-BE49-F238E27FC236}">
                    <a16:creationId xmlns:a16="http://schemas.microsoft.com/office/drawing/2014/main" id="{64BA9130-F770-4E3F-A405-FFB9B0825C16}"/>
                  </a:ext>
                </a:extLst>
              </p:cNvPr>
              <p:cNvSpPr/>
              <p:nvPr/>
            </p:nvSpPr>
            <p:spPr>
              <a:xfrm>
                <a:off x="32852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" name="Freeform: Shape 473">
                <a:extLst>
                  <a:ext uri="{FF2B5EF4-FFF2-40B4-BE49-F238E27FC236}">
                    <a16:creationId xmlns:a16="http://schemas.microsoft.com/office/drawing/2014/main" id="{46E1F091-9F96-4B90-B9BA-CBD0D471F13D}"/>
                  </a:ext>
                </a:extLst>
              </p:cNvPr>
              <p:cNvSpPr/>
              <p:nvPr/>
            </p:nvSpPr>
            <p:spPr>
              <a:xfrm>
                <a:off x="31328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" name="Freeform: Shape 474">
                <a:extLst>
                  <a:ext uri="{FF2B5EF4-FFF2-40B4-BE49-F238E27FC236}">
                    <a16:creationId xmlns:a16="http://schemas.microsoft.com/office/drawing/2014/main" id="{4D02A205-8545-4BDA-9C6A-AB0E60C4E800}"/>
                  </a:ext>
                </a:extLst>
              </p:cNvPr>
              <p:cNvSpPr/>
              <p:nvPr/>
            </p:nvSpPr>
            <p:spPr>
              <a:xfrm>
                <a:off x="30568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" name="Freeform: Shape 475">
                <a:extLst>
                  <a:ext uri="{FF2B5EF4-FFF2-40B4-BE49-F238E27FC236}">
                    <a16:creationId xmlns:a16="http://schemas.microsoft.com/office/drawing/2014/main" id="{3BBA156A-D93A-4E27-A95C-5D21D0318831}"/>
                  </a:ext>
                </a:extLst>
              </p:cNvPr>
              <p:cNvSpPr/>
              <p:nvPr/>
            </p:nvSpPr>
            <p:spPr>
              <a:xfrm>
                <a:off x="3056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" name="Freeform: Shape 476">
                <a:extLst>
                  <a:ext uri="{FF2B5EF4-FFF2-40B4-BE49-F238E27FC236}">
                    <a16:creationId xmlns:a16="http://schemas.microsoft.com/office/drawing/2014/main" id="{BE47F33F-3BC4-42A7-B362-876414361A3C}"/>
                  </a:ext>
                </a:extLst>
              </p:cNvPr>
              <p:cNvSpPr/>
              <p:nvPr/>
            </p:nvSpPr>
            <p:spPr>
              <a:xfrm>
                <a:off x="29805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" name="Freeform: Shape 477">
                <a:extLst>
                  <a:ext uri="{FF2B5EF4-FFF2-40B4-BE49-F238E27FC236}">
                    <a16:creationId xmlns:a16="http://schemas.microsoft.com/office/drawing/2014/main" id="{604E79F6-AD4E-4A06-8AAE-C588317A8DD2}"/>
                  </a:ext>
                </a:extLst>
              </p:cNvPr>
              <p:cNvSpPr/>
              <p:nvPr/>
            </p:nvSpPr>
            <p:spPr>
              <a:xfrm>
                <a:off x="29805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" name="Freeform: Shape 478">
                <a:extLst>
                  <a:ext uri="{FF2B5EF4-FFF2-40B4-BE49-F238E27FC236}">
                    <a16:creationId xmlns:a16="http://schemas.microsoft.com/office/drawing/2014/main" id="{064FD7C7-A3CB-46B4-BC37-FE648794FCB6}"/>
                  </a:ext>
                </a:extLst>
              </p:cNvPr>
              <p:cNvSpPr/>
              <p:nvPr/>
            </p:nvSpPr>
            <p:spPr>
              <a:xfrm>
                <a:off x="29805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" name="Freeform: Shape 479">
                <a:extLst>
                  <a:ext uri="{FF2B5EF4-FFF2-40B4-BE49-F238E27FC236}">
                    <a16:creationId xmlns:a16="http://schemas.microsoft.com/office/drawing/2014/main" id="{1862A001-860E-4AF0-82F3-006066B55EE5}"/>
                  </a:ext>
                </a:extLst>
              </p:cNvPr>
              <p:cNvSpPr/>
              <p:nvPr/>
            </p:nvSpPr>
            <p:spPr>
              <a:xfrm>
                <a:off x="29805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" name="Freeform: Shape 480">
                <a:extLst>
                  <a:ext uri="{FF2B5EF4-FFF2-40B4-BE49-F238E27FC236}">
                    <a16:creationId xmlns:a16="http://schemas.microsoft.com/office/drawing/2014/main" id="{809978BF-A9D6-4901-9C39-D14FC9338DC5}"/>
                  </a:ext>
                </a:extLst>
              </p:cNvPr>
              <p:cNvSpPr/>
              <p:nvPr/>
            </p:nvSpPr>
            <p:spPr>
              <a:xfrm>
                <a:off x="29805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" name="Freeform: Shape 481">
                <a:extLst>
                  <a:ext uri="{FF2B5EF4-FFF2-40B4-BE49-F238E27FC236}">
                    <a16:creationId xmlns:a16="http://schemas.microsoft.com/office/drawing/2014/main" id="{F04A8615-6DED-496A-ABAE-3B41861715D0}"/>
                  </a:ext>
                </a:extLst>
              </p:cNvPr>
              <p:cNvSpPr/>
              <p:nvPr/>
            </p:nvSpPr>
            <p:spPr>
              <a:xfrm>
                <a:off x="29805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" name="Freeform: Shape 482">
                <a:extLst>
                  <a:ext uri="{FF2B5EF4-FFF2-40B4-BE49-F238E27FC236}">
                    <a16:creationId xmlns:a16="http://schemas.microsoft.com/office/drawing/2014/main" id="{C3FD660D-1C14-40D3-97A9-5EFDAFAA32A4}"/>
                  </a:ext>
                </a:extLst>
              </p:cNvPr>
              <p:cNvSpPr/>
              <p:nvPr/>
            </p:nvSpPr>
            <p:spPr>
              <a:xfrm>
                <a:off x="29043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" name="Freeform: Shape 483">
                <a:extLst>
                  <a:ext uri="{FF2B5EF4-FFF2-40B4-BE49-F238E27FC236}">
                    <a16:creationId xmlns:a16="http://schemas.microsoft.com/office/drawing/2014/main" id="{990A13F3-C740-4084-BA38-D78C6A3873D1}"/>
                  </a:ext>
                </a:extLst>
              </p:cNvPr>
              <p:cNvSpPr/>
              <p:nvPr/>
            </p:nvSpPr>
            <p:spPr>
              <a:xfrm>
                <a:off x="29043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" name="Freeform: Shape 484">
                <a:extLst>
                  <a:ext uri="{FF2B5EF4-FFF2-40B4-BE49-F238E27FC236}">
                    <a16:creationId xmlns:a16="http://schemas.microsoft.com/office/drawing/2014/main" id="{3A89036E-36BF-4D80-8830-449DFD300B20}"/>
                  </a:ext>
                </a:extLst>
              </p:cNvPr>
              <p:cNvSpPr/>
              <p:nvPr/>
            </p:nvSpPr>
            <p:spPr>
              <a:xfrm>
                <a:off x="29043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" name="Freeform: Shape 485">
                <a:extLst>
                  <a:ext uri="{FF2B5EF4-FFF2-40B4-BE49-F238E27FC236}">
                    <a16:creationId xmlns:a16="http://schemas.microsoft.com/office/drawing/2014/main" id="{70D5E4C6-04BC-42A9-9900-827D773ED8AC}"/>
                  </a:ext>
                </a:extLst>
              </p:cNvPr>
              <p:cNvSpPr/>
              <p:nvPr/>
            </p:nvSpPr>
            <p:spPr>
              <a:xfrm>
                <a:off x="29043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" name="Freeform: Shape 486">
                <a:extLst>
                  <a:ext uri="{FF2B5EF4-FFF2-40B4-BE49-F238E27FC236}">
                    <a16:creationId xmlns:a16="http://schemas.microsoft.com/office/drawing/2014/main" id="{E1FF8004-92E2-45E9-8AC9-61600616312B}"/>
                  </a:ext>
                </a:extLst>
              </p:cNvPr>
              <p:cNvSpPr/>
              <p:nvPr/>
            </p:nvSpPr>
            <p:spPr>
              <a:xfrm>
                <a:off x="29043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" name="Freeform: Shape 487">
                <a:extLst>
                  <a:ext uri="{FF2B5EF4-FFF2-40B4-BE49-F238E27FC236}">
                    <a16:creationId xmlns:a16="http://schemas.microsoft.com/office/drawing/2014/main" id="{8661AAF9-38E1-447D-AB07-8F4EF2855DAC}"/>
                  </a:ext>
                </a:extLst>
              </p:cNvPr>
              <p:cNvSpPr/>
              <p:nvPr/>
            </p:nvSpPr>
            <p:spPr>
              <a:xfrm>
                <a:off x="29043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" name="Freeform: Shape 488">
                <a:extLst>
                  <a:ext uri="{FF2B5EF4-FFF2-40B4-BE49-F238E27FC236}">
                    <a16:creationId xmlns:a16="http://schemas.microsoft.com/office/drawing/2014/main" id="{D9E86783-AA6C-4EC8-B247-3D40BCDF6F43}"/>
                  </a:ext>
                </a:extLst>
              </p:cNvPr>
              <p:cNvSpPr/>
              <p:nvPr/>
            </p:nvSpPr>
            <p:spPr>
              <a:xfrm>
                <a:off x="29043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" name="Freeform: Shape 489">
                <a:extLst>
                  <a:ext uri="{FF2B5EF4-FFF2-40B4-BE49-F238E27FC236}">
                    <a16:creationId xmlns:a16="http://schemas.microsoft.com/office/drawing/2014/main" id="{F43DD63E-C802-4909-BCE5-5F0E6D7E7B1F}"/>
                  </a:ext>
                </a:extLst>
              </p:cNvPr>
              <p:cNvSpPr/>
              <p:nvPr/>
            </p:nvSpPr>
            <p:spPr>
              <a:xfrm>
                <a:off x="28281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6" y="1"/>
                    </a:moveTo>
                    <a:cubicBezTo>
                      <a:pt x="1072" y="1"/>
                      <a:pt x="1069" y="1"/>
                      <a:pt x="1066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" name="Freeform: Shape 490">
                <a:extLst>
                  <a:ext uri="{FF2B5EF4-FFF2-40B4-BE49-F238E27FC236}">
                    <a16:creationId xmlns:a16="http://schemas.microsoft.com/office/drawing/2014/main" id="{8D41FFB7-7418-41F2-9E99-31E152F7ACCB}"/>
                  </a:ext>
                </a:extLst>
              </p:cNvPr>
              <p:cNvSpPr/>
              <p:nvPr/>
            </p:nvSpPr>
            <p:spPr>
              <a:xfrm>
                <a:off x="28281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" name="Freeform: Shape 491">
                <a:extLst>
                  <a:ext uri="{FF2B5EF4-FFF2-40B4-BE49-F238E27FC236}">
                    <a16:creationId xmlns:a16="http://schemas.microsoft.com/office/drawing/2014/main" id="{EF2F15EA-9015-488E-80F9-501697E729A9}"/>
                  </a:ext>
                </a:extLst>
              </p:cNvPr>
              <p:cNvSpPr/>
              <p:nvPr/>
            </p:nvSpPr>
            <p:spPr>
              <a:xfrm>
                <a:off x="28281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" name="Freeform: Shape 492">
                <a:extLst>
                  <a:ext uri="{FF2B5EF4-FFF2-40B4-BE49-F238E27FC236}">
                    <a16:creationId xmlns:a16="http://schemas.microsoft.com/office/drawing/2014/main" id="{6300C1F5-2269-4B9C-938F-68650F785275}"/>
                  </a:ext>
                </a:extLst>
              </p:cNvPr>
              <p:cNvSpPr/>
              <p:nvPr/>
            </p:nvSpPr>
            <p:spPr>
              <a:xfrm>
                <a:off x="28281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" name="Freeform: Shape 493">
                <a:extLst>
                  <a:ext uri="{FF2B5EF4-FFF2-40B4-BE49-F238E27FC236}">
                    <a16:creationId xmlns:a16="http://schemas.microsoft.com/office/drawing/2014/main" id="{FB115E47-E11B-48F6-B263-82AA0B5D58C2}"/>
                  </a:ext>
                </a:extLst>
              </p:cNvPr>
              <p:cNvSpPr/>
              <p:nvPr/>
            </p:nvSpPr>
            <p:spPr>
              <a:xfrm>
                <a:off x="28281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" name="Freeform: Shape 494">
                <a:extLst>
                  <a:ext uri="{FF2B5EF4-FFF2-40B4-BE49-F238E27FC236}">
                    <a16:creationId xmlns:a16="http://schemas.microsoft.com/office/drawing/2014/main" id="{AEB81E47-539B-4646-A419-83B7B3F98393}"/>
                  </a:ext>
                </a:extLst>
              </p:cNvPr>
              <p:cNvSpPr/>
              <p:nvPr/>
            </p:nvSpPr>
            <p:spPr>
              <a:xfrm>
                <a:off x="28281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" name="Freeform: Shape 495">
                <a:extLst>
                  <a:ext uri="{FF2B5EF4-FFF2-40B4-BE49-F238E27FC236}">
                    <a16:creationId xmlns:a16="http://schemas.microsoft.com/office/drawing/2014/main" id="{4AB53C5F-681D-4B46-9C33-DE4A768E149E}"/>
                  </a:ext>
                </a:extLst>
              </p:cNvPr>
              <p:cNvSpPr/>
              <p:nvPr/>
            </p:nvSpPr>
            <p:spPr>
              <a:xfrm>
                <a:off x="28281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" name="Freeform: Shape 496">
                <a:extLst>
                  <a:ext uri="{FF2B5EF4-FFF2-40B4-BE49-F238E27FC236}">
                    <a16:creationId xmlns:a16="http://schemas.microsoft.com/office/drawing/2014/main" id="{BF2EE526-E390-43B6-A8DE-89C018F76886}"/>
                  </a:ext>
                </a:extLst>
              </p:cNvPr>
              <p:cNvSpPr/>
              <p:nvPr/>
            </p:nvSpPr>
            <p:spPr>
              <a:xfrm>
                <a:off x="282815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" name="Freeform: Shape 497">
                <a:extLst>
                  <a:ext uri="{FF2B5EF4-FFF2-40B4-BE49-F238E27FC236}">
                    <a16:creationId xmlns:a16="http://schemas.microsoft.com/office/drawing/2014/main" id="{3F93B0D0-D683-4F98-9E39-AC5BC60C2B67}"/>
                  </a:ext>
                </a:extLst>
              </p:cNvPr>
              <p:cNvSpPr/>
              <p:nvPr/>
            </p:nvSpPr>
            <p:spPr>
              <a:xfrm>
                <a:off x="27519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" name="Freeform: Shape 498">
                <a:extLst>
                  <a:ext uri="{FF2B5EF4-FFF2-40B4-BE49-F238E27FC236}">
                    <a16:creationId xmlns:a16="http://schemas.microsoft.com/office/drawing/2014/main" id="{3B44F30E-E842-4A0B-B78E-A8B657A8A1B5}"/>
                  </a:ext>
                </a:extLst>
              </p:cNvPr>
              <p:cNvSpPr/>
              <p:nvPr/>
            </p:nvSpPr>
            <p:spPr>
              <a:xfrm>
                <a:off x="27519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" name="Freeform: Shape 499">
                <a:extLst>
                  <a:ext uri="{FF2B5EF4-FFF2-40B4-BE49-F238E27FC236}">
                    <a16:creationId xmlns:a16="http://schemas.microsoft.com/office/drawing/2014/main" id="{02225017-1D05-4AD5-B841-CE16B5DFC474}"/>
                  </a:ext>
                </a:extLst>
              </p:cNvPr>
              <p:cNvSpPr/>
              <p:nvPr/>
            </p:nvSpPr>
            <p:spPr>
              <a:xfrm>
                <a:off x="27519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" name="Freeform: Shape 500">
                <a:extLst>
                  <a:ext uri="{FF2B5EF4-FFF2-40B4-BE49-F238E27FC236}">
                    <a16:creationId xmlns:a16="http://schemas.microsoft.com/office/drawing/2014/main" id="{2B84C34A-902F-4A2A-B62B-4F719F87ED33}"/>
                  </a:ext>
                </a:extLst>
              </p:cNvPr>
              <p:cNvSpPr/>
              <p:nvPr/>
            </p:nvSpPr>
            <p:spPr>
              <a:xfrm>
                <a:off x="27519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" name="Freeform: Shape 501">
                <a:extLst>
                  <a:ext uri="{FF2B5EF4-FFF2-40B4-BE49-F238E27FC236}">
                    <a16:creationId xmlns:a16="http://schemas.microsoft.com/office/drawing/2014/main" id="{CA46CBF3-935D-427D-8837-9DB87289EBD5}"/>
                  </a:ext>
                </a:extLst>
              </p:cNvPr>
              <p:cNvSpPr/>
              <p:nvPr/>
            </p:nvSpPr>
            <p:spPr>
              <a:xfrm>
                <a:off x="27519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" name="Freeform: Shape 502">
                <a:extLst>
                  <a:ext uri="{FF2B5EF4-FFF2-40B4-BE49-F238E27FC236}">
                    <a16:creationId xmlns:a16="http://schemas.microsoft.com/office/drawing/2014/main" id="{53E660B3-BBBE-4C88-A18C-2B6D38051F87}"/>
                  </a:ext>
                </a:extLst>
              </p:cNvPr>
              <p:cNvSpPr/>
              <p:nvPr/>
            </p:nvSpPr>
            <p:spPr>
              <a:xfrm>
                <a:off x="275195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" name="Freeform: Shape 503">
                <a:extLst>
                  <a:ext uri="{FF2B5EF4-FFF2-40B4-BE49-F238E27FC236}">
                    <a16:creationId xmlns:a16="http://schemas.microsoft.com/office/drawing/2014/main" id="{688D88DE-4E17-4A5B-98AA-242AAC92F26A}"/>
                  </a:ext>
                </a:extLst>
              </p:cNvPr>
              <p:cNvSpPr/>
              <p:nvPr/>
            </p:nvSpPr>
            <p:spPr>
              <a:xfrm>
                <a:off x="27519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" name="Freeform: Shape 504">
                <a:extLst>
                  <a:ext uri="{FF2B5EF4-FFF2-40B4-BE49-F238E27FC236}">
                    <a16:creationId xmlns:a16="http://schemas.microsoft.com/office/drawing/2014/main" id="{4F4ADF1E-C271-44F4-B7A3-DCA94ADC69E9}"/>
                  </a:ext>
                </a:extLst>
              </p:cNvPr>
              <p:cNvSpPr/>
              <p:nvPr/>
            </p:nvSpPr>
            <p:spPr>
              <a:xfrm>
                <a:off x="2751950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" name="Freeform: Shape 505">
                <a:extLst>
                  <a:ext uri="{FF2B5EF4-FFF2-40B4-BE49-F238E27FC236}">
                    <a16:creationId xmlns:a16="http://schemas.microsoft.com/office/drawing/2014/main" id="{7A6B60F8-F93D-4D2E-A634-82E704193DD2}"/>
                  </a:ext>
                </a:extLst>
              </p:cNvPr>
              <p:cNvSpPr/>
              <p:nvPr/>
            </p:nvSpPr>
            <p:spPr>
              <a:xfrm>
                <a:off x="2675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" name="Freeform: Shape 506">
                <a:extLst>
                  <a:ext uri="{FF2B5EF4-FFF2-40B4-BE49-F238E27FC236}">
                    <a16:creationId xmlns:a16="http://schemas.microsoft.com/office/drawing/2014/main" id="{AC4C343B-4ABB-4071-8CF8-4EF78EEC0081}"/>
                  </a:ext>
                </a:extLst>
              </p:cNvPr>
              <p:cNvSpPr/>
              <p:nvPr/>
            </p:nvSpPr>
            <p:spPr>
              <a:xfrm>
                <a:off x="2675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" name="Freeform: Shape 507">
                <a:extLst>
                  <a:ext uri="{FF2B5EF4-FFF2-40B4-BE49-F238E27FC236}">
                    <a16:creationId xmlns:a16="http://schemas.microsoft.com/office/drawing/2014/main" id="{4426BFC0-6EA0-4143-AC6E-5773C9B9B7A8}"/>
                  </a:ext>
                </a:extLst>
              </p:cNvPr>
              <p:cNvSpPr/>
              <p:nvPr/>
            </p:nvSpPr>
            <p:spPr>
              <a:xfrm>
                <a:off x="2675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" name="Freeform: Shape 508">
                <a:extLst>
                  <a:ext uri="{FF2B5EF4-FFF2-40B4-BE49-F238E27FC236}">
                    <a16:creationId xmlns:a16="http://schemas.microsoft.com/office/drawing/2014/main" id="{E55A340B-72E4-450A-9870-F60FF697CD8A}"/>
                  </a:ext>
                </a:extLst>
              </p:cNvPr>
              <p:cNvSpPr/>
              <p:nvPr/>
            </p:nvSpPr>
            <p:spPr>
              <a:xfrm>
                <a:off x="2675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" name="Freeform: Shape 509">
                <a:extLst>
                  <a:ext uri="{FF2B5EF4-FFF2-40B4-BE49-F238E27FC236}">
                    <a16:creationId xmlns:a16="http://schemas.microsoft.com/office/drawing/2014/main" id="{F0F469AD-8255-4A39-A2DD-B17127AEE23C}"/>
                  </a:ext>
                </a:extLst>
              </p:cNvPr>
              <p:cNvSpPr/>
              <p:nvPr/>
            </p:nvSpPr>
            <p:spPr>
              <a:xfrm>
                <a:off x="26759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" name="Freeform: Shape 510">
                <a:extLst>
                  <a:ext uri="{FF2B5EF4-FFF2-40B4-BE49-F238E27FC236}">
                    <a16:creationId xmlns:a16="http://schemas.microsoft.com/office/drawing/2014/main" id="{AF04F884-77D9-42EA-8932-113F4CB3C7E9}"/>
                  </a:ext>
                </a:extLst>
              </p:cNvPr>
              <p:cNvSpPr/>
              <p:nvPr/>
            </p:nvSpPr>
            <p:spPr>
              <a:xfrm>
                <a:off x="26759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" name="Freeform: Shape 511">
                <a:extLst>
                  <a:ext uri="{FF2B5EF4-FFF2-40B4-BE49-F238E27FC236}">
                    <a16:creationId xmlns:a16="http://schemas.microsoft.com/office/drawing/2014/main" id="{5FD5727B-C78B-4BD2-9A3D-25BE9CEA1FE5}"/>
                  </a:ext>
                </a:extLst>
              </p:cNvPr>
              <p:cNvSpPr/>
              <p:nvPr/>
            </p:nvSpPr>
            <p:spPr>
              <a:xfrm>
                <a:off x="26759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Freeform: Shape 512">
                <a:extLst>
                  <a:ext uri="{FF2B5EF4-FFF2-40B4-BE49-F238E27FC236}">
                    <a16:creationId xmlns:a16="http://schemas.microsoft.com/office/drawing/2014/main" id="{64776D88-B872-44EF-9D2F-3F7D7D838B7E}"/>
                  </a:ext>
                </a:extLst>
              </p:cNvPr>
              <p:cNvSpPr/>
              <p:nvPr/>
            </p:nvSpPr>
            <p:spPr>
              <a:xfrm>
                <a:off x="26759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" name="Freeform: Shape 513">
                <a:extLst>
                  <a:ext uri="{FF2B5EF4-FFF2-40B4-BE49-F238E27FC236}">
                    <a16:creationId xmlns:a16="http://schemas.microsoft.com/office/drawing/2014/main" id="{4445A062-B2DF-4A26-93A3-1F3C529A73F9}"/>
                  </a:ext>
                </a:extLst>
              </p:cNvPr>
              <p:cNvSpPr/>
              <p:nvPr/>
            </p:nvSpPr>
            <p:spPr>
              <a:xfrm>
                <a:off x="25997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" name="Freeform: Shape 514">
                <a:extLst>
                  <a:ext uri="{FF2B5EF4-FFF2-40B4-BE49-F238E27FC236}">
                    <a16:creationId xmlns:a16="http://schemas.microsoft.com/office/drawing/2014/main" id="{104B5CF6-A607-44DE-B4DE-0EC09CBF72F3}"/>
                  </a:ext>
                </a:extLst>
              </p:cNvPr>
              <p:cNvSpPr/>
              <p:nvPr/>
            </p:nvSpPr>
            <p:spPr>
              <a:xfrm>
                <a:off x="25997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" name="Freeform: Shape 515">
                <a:extLst>
                  <a:ext uri="{FF2B5EF4-FFF2-40B4-BE49-F238E27FC236}">
                    <a16:creationId xmlns:a16="http://schemas.microsoft.com/office/drawing/2014/main" id="{7D635F17-36FB-4A11-8EC7-8C0DCB100A40}"/>
                  </a:ext>
                </a:extLst>
              </p:cNvPr>
              <p:cNvSpPr/>
              <p:nvPr/>
            </p:nvSpPr>
            <p:spPr>
              <a:xfrm>
                <a:off x="25997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" name="Freeform: Shape 516">
                <a:extLst>
                  <a:ext uri="{FF2B5EF4-FFF2-40B4-BE49-F238E27FC236}">
                    <a16:creationId xmlns:a16="http://schemas.microsoft.com/office/drawing/2014/main" id="{B233C3C3-8AF1-4EB5-BFB8-245050707245}"/>
                  </a:ext>
                </a:extLst>
              </p:cNvPr>
              <p:cNvSpPr/>
              <p:nvPr/>
            </p:nvSpPr>
            <p:spPr>
              <a:xfrm>
                <a:off x="25997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" name="Freeform: Shape 517">
                <a:extLst>
                  <a:ext uri="{FF2B5EF4-FFF2-40B4-BE49-F238E27FC236}">
                    <a16:creationId xmlns:a16="http://schemas.microsoft.com/office/drawing/2014/main" id="{C02A3CDC-E5F7-4347-B1DE-5E1CE8FF9646}"/>
                  </a:ext>
                </a:extLst>
              </p:cNvPr>
              <p:cNvSpPr/>
              <p:nvPr/>
            </p:nvSpPr>
            <p:spPr>
              <a:xfrm>
                <a:off x="25997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" name="Freeform: Shape 518">
                <a:extLst>
                  <a:ext uri="{FF2B5EF4-FFF2-40B4-BE49-F238E27FC236}">
                    <a16:creationId xmlns:a16="http://schemas.microsoft.com/office/drawing/2014/main" id="{91B6D485-1D8F-4D17-A3B0-03A424841257}"/>
                  </a:ext>
                </a:extLst>
              </p:cNvPr>
              <p:cNvSpPr/>
              <p:nvPr/>
            </p:nvSpPr>
            <p:spPr>
              <a:xfrm>
                <a:off x="25997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" name="Freeform: Shape 519">
                <a:extLst>
                  <a:ext uri="{FF2B5EF4-FFF2-40B4-BE49-F238E27FC236}">
                    <a16:creationId xmlns:a16="http://schemas.microsoft.com/office/drawing/2014/main" id="{6510E040-2431-4995-BF1B-4781D42E568D}"/>
                  </a:ext>
                </a:extLst>
              </p:cNvPr>
              <p:cNvSpPr/>
              <p:nvPr/>
            </p:nvSpPr>
            <p:spPr>
              <a:xfrm>
                <a:off x="259972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" name="Freeform: Shape 520">
                <a:extLst>
                  <a:ext uri="{FF2B5EF4-FFF2-40B4-BE49-F238E27FC236}">
                    <a16:creationId xmlns:a16="http://schemas.microsoft.com/office/drawing/2014/main" id="{96B87DB8-BF83-4CA8-A794-7FD6B5C59580}"/>
                  </a:ext>
                </a:extLst>
              </p:cNvPr>
              <p:cNvSpPr/>
              <p:nvPr/>
            </p:nvSpPr>
            <p:spPr>
              <a:xfrm>
                <a:off x="259972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" name="Freeform: Shape 521">
                <a:extLst>
                  <a:ext uri="{FF2B5EF4-FFF2-40B4-BE49-F238E27FC236}">
                    <a16:creationId xmlns:a16="http://schemas.microsoft.com/office/drawing/2014/main" id="{18A2E2DD-6D3C-4FC8-A5AE-AF29468E1338}"/>
                  </a:ext>
                </a:extLst>
              </p:cNvPr>
              <p:cNvSpPr/>
              <p:nvPr/>
            </p:nvSpPr>
            <p:spPr>
              <a:xfrm>
                <a:off x="259972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" name="Freeform: Shape 522">
                <a:extLst>
                  <a:ext uri="{FF2B5EF4-FFF2-40B4-BE49-F238E27FC236}">
                    <a16:creationId xmlns:a16="http://schemas.microsoft.com/office/drawing/2014/main" id="{E1EC5919-8F46-4B98-BE52-5AF4608424CF}"/>
                  </a:ext>
                </a:extLst>
              </p:cNvPr>
              <p:cNvSpPr/>
              <p:nvPr/>
            </p:nvSpPr>
            <p:spPr>
              <a:xfrm>
                <a:off x="25235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" name="Freeform: Shape 523">
                <a:extLst>
                  <a:ext uri="{FF2B5EF4-FFF2-40B4-BE49-F238E27FC236}">
                    <a16:creationId xmlns:a16="http://schemas.microsoft.com/office/drawing/2014/main" id="{DB3C1DBF-CB2C-4AB2-818B-C40BE2ECB970}"/>
                  </a:ext>
                </a:extLst>
              </p:cNvPr>
              <p:cNvSpPr/>
              <p:nvPr/>
            </p:nvSpPr>
            <p:spPr>
              <a:xfrm>
                <a:off x="25235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" name="Freeform: Shape 524">
                <a:extLst>
                  <a:ext uri="{FF2B5EF4-FFF2-40B4-BE49-F238E27FC236}">
                    <a16:creationId xmlns:a16="http://schemas.microsoft.com/office/drawing/2014/main" id="{6306E50A-4721-45F7-A676-20681F1C952F}"/>
                  </a:ext>
                </a:extLst>
              </p:cNvPr>
              <p:cNvSpPr/>
              <p:nvPr/>
            </p:nvSpPr>
            <p:spPr>
              <a:xfrm>
                <a:off x="25235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" name="Freeform: Shape 525">
                <a:extLst>
                  <a:ext uri="{FF2B5EF4-FFF2-40B4-BE49-F238E27FC236}">
                    <a16:creationId xmlns:a16="http://schemas.microsoft.com/office/drawing/2014/main" id="{20A67664-2804-4ECB-AA6C-6E14D727C799}"/>
                  </a:ext>
                </a:extLst>
              </p:cNvPr>
              <p:cNvSpPr/>
              <p:nvPr/>
            </p:nvSpPr>
            <p:spPr>
              <a:xfrm>
                <a:off x="2523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" name="Freeform: Shape 526">
                <a:extLst>
                  <a:ext uri="{FF2B5EF4-FFF2-40B4-BE49-F238E27FC236}">
                    <a16:creationId xmlns:a16="http://schemas.microsoft.com/office/drawing/2014/main" id="{F10012C5-CB3F-4FDE-8BA8-EC6C4A7E916F}"/>
                  </a:ext>
                </a:extLst>
              </p:cNvPr>
              <p:cNvSpPr/>
              <p:nvPr/>
            </p:nvSpPr>
            <p:spPr>
              <a:xfrm>
                <a:off x="2523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" name="Freeform: Shape 527">
                <a:extLst>
                  <a:ext uri="{FF2B5EF4-FFF2-40B4-BE49-F238E27FC236}">
                    <a16:creationId xmlns:a16="http://schemas.microsoft.com/office/drawing/2014/main" id="{78B637D2-D51C-471C-AD1B-56D5E208B62B}"/>
                  </a:ext>
                </a:extLst>
              </p:cNvPr>
              <p:cNvSpPr/>
              <p:nvPr/>
            </p:nvSpPr>
            <p:spPr>
              <a:xfrm>
                <a:off x="25235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" name="Freeform: Shape 528">
                <a:extLst>
                  <a:ext uri="{FF2B5EF4-FFF2-40B4-BE49-F238E27FC236}">
                    <a16:creationId xmlns:a16="http://schemas.microsoft.com/office/drawing/2014/main" id="{8F35D5B3-66E1-4E40-ACBF-01CE47F45711}"/>
                  </a:ext>
                </a:extLst>
              </p:cNvPr>
              <p:cNvSpPr/>
              <p:nvPr/>
            </p:nvSpPr>
            <p:spPr>
              <a:xfrm>
                <a:off x="25235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" name="Freeform: Shape 529">
                <a:extLst>
                  <a:ext uri="{FF2B5EF4-FFF2-40B4-BE49-F238E27FC236}">
                    <a16:creationId xmlns:a16="http://schemas.microsoft.com/office/drawing/2014/main" id="{DE697B89-2BF8-4066-BCC6-92680AAA2DCA}"/>
                  </a:ext>
                </a:extLst>
              </p:cNvPr>
              <p:cNvSpPr/>
              <p:nvPr/>
            </p:nvSpPr>
            <p:spPr>
              <a:xfrm>
                <a:off x="2523500" y="11905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" name="Freeform: Shape 530">
                <a:extLst>
                  <a:ext uri="{FF2B5EF4-FFF2-40B4-BE49-F238E27FC236}">
                    <a16:creationId xmlns:a16="http://schemas.microsoft.com/office/drawing/2014/main" id="{A6344D52-6BB5-4A3E-B690-942887F55B85}"/>
                  </a:ext>
                </a:extLst>
              </p:cNvPr>
              <p:cNvSpPr/>
              <p:nvPr/>
            </p:nvSpPr>
            <p:spPr>
              <a:xfrm>
                <a:off x="25235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" name="Freeform: Shape 531">
                <a:extLst>
                  <a:ext uri="{FF2B5EF4-FFF2-40B4-BE49-F238E27FC236}">
                    <a16:creationId xmlns:a16="http://schemas.microsoft.com/office/drawing/2014/main" id="{83EB2988-124D-4117-80D3-8842F835E8D6}"/>
                  </a:ext>
                </a:extLst>
              </p:cNvPr>
              <p:cNvSpPr/>
              <p:nvPr/>
            </p:nvSpPr>
            <p:spPr>
              <a:xfrm>
                <a:off x="25235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" name="Freeform: Shape 532">
                <a:extLst>
                  <a:ext uri="{FF2B5EF4-FFF2-40B4-BE49-F238E27FC236}">
                    <a16:creationId xmlns:a16="http://schemas.microsoft.com/office/drawing/2014/main" id="{9F23938A-86F1-4D09-AA8E-22E5C1B25BB0}"/>
                  </a:ext>
                </a:extLst>
              </p:cNvPr>
              <p:cNvSpPr/>
              <p:nvPr/>
            </p:nvSpPr>
            <p:spPr>
              <a:xfrm>
                <a:off x="24473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" name="Freeform: Shape 533">
                <a:extLst>
                  <a:ext uri="{FF2B5EF4-FFF2-40B4-BE49-F238E27FC236}">
                    <a16:creationId xmlns:a16="http://schemas.microsoft.com/office/drawing/2014/main" id="{B006D5E9-6A2D-4BA6-8522-86F2217E4828}"/>
                  </a:ext>
                </a:extLst>
              </p:cNvPr>
              <p:cNvSpPr/>
              <p:nvPr/>
            </p:nvSpPr>
            <p:spPr>
              <a:xfrm>
                <a:off x="24473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" name="Freeform: Shape 534">
                <a:extLst>
                  <a:ext uri="{FF2B5EF4-FFF2-40B4-BE49-F238E27FC236}">
                    <a16:creationId xmlns:a16="http://schemas.microsoft.com/office/drawing/2014/main" id="{BC625CA3-9B63-4E15-B965-EAF14CB8F2A0}"/>
                  </a:ext>
                </a:extLst>
              </p:cNvPr>
              <p:cNvSpPr/>
              <p:nvPr/>
            </p:nvSpPr>
            <p:spPr>
              <a:xfrm>
                <a:off x="24473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" name="Freeform: Shape 535">
                <a:extLst>
                  <a:ext uri="{FF2B5EF4-FFF2-40B4-BE49-F238E27FC236}">
                    <a16:creationId xmlns:a16="http://schemas.microsoft.com/office/drawing/2014/main" id="{ADC7B072-995E-40FD-9DCD-1E60BAD62C1A}"/>
                  </a:ext>
                </a:extLst>
              </p:cNvPr>
              <p:cNvSpPr/>
              <p:nvPr/>
            </p:nvSpPr>
            <p:spPr>
              <a:xfrm>
                <a:off x="24473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" name="Freeform: Shape 536">
                <a:extLst>
                  <a:ext uri="{FF2B5EF4-FFF2-40B4-BE49-F238E27FC236}">
                    <a16:creationId xmlns:a16="http://schemas.microsoft.com/office/drawing/2014/main" id="{4D694C69-7E46-472B-8CCE-1774E15645AD}"/>
                  </a:ext>
                </a:extLst>
              </p:cNvPr>
              <p:cNvSpPr/>
              <p:nvPr/>
            </p:nvSpPr>
            <p:spPr>
              <a:xfrm>
                <a:off x="24473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8" name="Freeform: Shape 537">
                <a:extLst>
                  <a:ext uri="{FF2B5EF4-FFF2-40B4-BE49-F238E27FC236}">
                    <a16:creationId xmlns:a16="http://schemas.microsoft.com/office/drawing/2014/main" id="{0960CE95-FBB8-4A54-B28E-A31C65A68D1A}"/>
                  </a:ext>
                </a:extLst>
              </p:cNvPr>
              <p:cNvSpPr/>
              <p:nvPr/>
            </p:nvSpPr>
            <p:spPr>
              <a:xfrm>
                <a:off x="24473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9" name="Freeform: Shape 538">
                <a:extLst>
                  <a:ext uri="{FF2B5EF4-FFF2-40B4-BE49-F238E27FC236}">
                    <a16:creationId xmlns:a16="http://schemas.microsoft.com/office/drawing/2014/main" id="{46044F4A-C517-47F8-8132-7EE0367BFCDC}"/>
                  </a:ext>
                </a:extLst>
              </p:cNvPr>
              <p:cNvSpPr/>
              <p:nvPr/>
            </p:nvSpPr>
            <p:spPr>
              <a:xfrm>
                <a:off x="2447300" y="12665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0" name="Freeform: Shape 539">
                <a:extLst>
                  <a:ext uri="{FF2B5EF4-FFF2-40B4-BE49-F238E27FC236}">
                    <a16:creationId xmlns:a16="http://schemas.microsoft.com/office/drawing/2014/main" id="{425E748C-0ACA-4ABF-B0C3-7C41AAE4B653}"/>
                  </a:ext>
                </a:extLst>
              </p:cNvPr>
              <p:cNvSpPr/>
              <p:nvPr/>
            </p:nvSpPr>
            <p:spPr>
              <a:xfrm>
                <a:off x="24473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" name="Freeform: Shape 540">
                <a:extLst>
                  <a:ext uri="{FF2B5EF4-FFF2-40B4-BE49-F238E27FC236}">
                    <a16:creationId xmlns:a16="http://schemas.microsoft.com/office/drawing/2014/main" id="{48FAABA3-5066-4D28-AC43-DEC406F5FA0B}"/>
                  </a:ext>
                </a:extLst>
              </p:cNvPr>
              <p:cNvSpPr/>
              <p:nvPr/>
            </p:nvSpPr>
            <p:spPr>
              <a:xfrm>
                <a:off x="2447300" y="11143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" name="Freeform: Shape 541">
                <a:extLst>
                  <a:ext uri="{FF2B5EF4-FFF2-40B4-BE49-F238E27FC236}">
                    <a16:creationId xmlns:a16="http://schemas.microsoft.com/office/drawing/2014/main" id="{13A47491-710B-4067-A813-67CE2EC313E4}"/>
                  </a:ext>
                </a:extLst>
              </p:cNvPr>
              <p:cNvSpPr/>
              <p:nvPr/>
            </p:nvSpPr>
            <p:spPr>
              <a:xfrm>
                <a:off x="24473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" name="Freeform: Shape 542">
                <a:extLst>
                  <a:ext uri="{FF2B5EF4-FFF2-40B4-BE49-F238E27FC236}">
                    <a16:creationId xmlns:a16="http://schemas.microsoft.com/office/drawing/2014/main" id="{B85DB73F-C602-462E-B275-4DD99ED7FC46}"/>
                  </a:ext>
                </a:extLst>
              </p:cNvPr>
              <p:cNvSpPr/>
              <p:nvPr/>
            </p:nvSpPr>
            <p:spPr>
              <a:xfrm>
                <a:off x="2371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" name="Freeform: Shape 543">
                <a:extLst>
                  <a:ext uri="{FF2B5EF4-FFF2-40B4-BE49-F238E27FC236}">
                    <a16:creationId xmlns:a16="http://schemas.microsoft.com/office/drawing/2014/main" id="{F8D723C3-450F-412A-9F74-1D4B34E88638}"/>
                  </a:ext>
                </a:extLst>
              </p:cNvPr>
              <p:cNvSpPr/>
              <p:nvPr/>
            </p:nvSpPr>
            <p:spPr>
              <a:xfrm>
                <a:off x="2371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" name="Freeform: Shape 544">
                <a:extLst>
                  <a:ext uri="{FF2B5EF4-FFF2-40B4-BE49-F238E27FC236}">
                    <a16:creationId xmlns:a16="http://schemas.microsoft.com/office/drawing/2014/main" id="{4B4820FF-2C8C-479F-92DF-B075512755CD}"/>
                  </a:ext>
                </a:extLst>
              </p:cNvPr>
              <p:cNvSpPr/>
              <p:nvPr/>
            </p:nvSpPr>
            <p:spPr>
              <a:xfrm>
                <a:off x="2371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" name="Freeform: Shape 545">
                <a:extLst>
                  <a:ext uri="{FF2B5EF4-FFF2-40B4-BE49-F238E27FC236}">
                    <a16:creationId xmlns:a16="http://schemas.microsoft.com/office/drawing/2014/main" id="{B0104BB4-4DAE-4C00-ACC7-42996970A8A7}"/>
                  </a:ext>
                </a:extLst>
              </p:cNvPr>
              <p:cNvSpPr/>
              <p:nvPr/>
            </p:nvSpPr>
            <p:spPr>
              <a:xfrm>
                <a:off x="2371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" name="Freeform: Shape 546">
                <a:extLst>
                  <a:ext uri="{FF2B5EF4-FFF2-40B4-BE49-F238E27FC236}">
                    <a16:creationId xmlns:a16="http://schemas.microsoft.com/office/drawing/2014/main" id="{C1FBB59B-19A7-48F6-874D-2CC8EBE34F5E}"/>
                  </a:ext>
                </a:extLst>
              </p:cNvPr>
              <p:cNvSpPr/>
              <p:nvPr/>
            </p:nvSpPr>
            <p:spPr>
              <a:xfrm>
                <a:off x="2371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" name="Freeform: Shape 547">
                <a:extLst>
                  <a:ext uri="{FF2B5EF4-FFF2-40B4-BE49-F238E27FC236}">
                    <a16:creationId xmlns:a16="http://schemas.microsoft.com/office/drawing/2014/main" id="{C9EC06CE-E913-4162-BB9A-6F3849970C57}"/>
                  </a:ext>
                </a:extLst>
              </p:cNvPr>
              <p:cNvSpPr/>
              <p:nvPr/>
            </p:nvSpPr>
            <p:spPr>
              <a:xfrm>
                <a:off x="23712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" name="Freeform: Shape 548">
                <a:extLst>
                  <a:ext uri="{FF2B5EF4-FFF2-40B4-BE49-F238E27FC236}">
                    <a16:creationId xmlns:a16="http://schemas.microsoft.com/office/drawing/2014/main" id="{CB812816-CB46-4FE9-879A-18CB581AE74D}"/>
                  </a:ext>
                </a:extLst>
              </p:cNvPr>
              <p:cNvSpPr/>
              <p:nvPr/>
            </p:nvSpPr>
            <p:spPr>
              <a:xfrm>
                <a:off x="23712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" name="Freeform: Shape 549">
                <a:extLst>
                  <a:ext uri="{FF2B5EF4-FFF2-40B4-BE49-F238E27FC236}">
                    <a16:creationId xmlns:a16="http://schemas.microsoft.com/office/drawing/2014/main" id="{A42F3FD5-5AF7-40F7-AFB0-2149FEC31329}"/>
                  </a:ext>
                </a:extLst>
              </p:cNvPr>
              <p:cNvSpPr/>
              <p:nvPr/>
            </p:nvSpPr>
            <p:spPr>
              <a:xfrm>
                <a:off x="23712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" name="Freeform: Shape 550">
                <a:extLst>
                  <a:ext uri="{FF2B5EF4-FFF2-40B4-BE49-F238E27FC236}">
                    <a16:creationId xmlns:a16="http://schemas.microsoft.com/office/drawing/2014/main" id="{B1763495-17AA-4E30-BEB8-69F771CE5A1E}"/>
                  </a:ext>
                </a:extLst>
              </p:cNvPr>
              <p:cNvSpPr/>
              <p:nvPr/>
            </p:nvSpPr>
            <p:spPr>
              <a:xfrm>
                <a:off x="237127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" name="Freeform: Shape 551">
                <a:extLst>
                  <a:ext uri="{FF2B5EF4-FFF2-40B4-BE49-F238E27FC236}">
                    <a16:creationId xmlns:a16="http://schemas.microsoft.com/office/drawing/2014/main" id="{70CB0EF5-E2FD-4EB3-8F9C-FD3C779F2426}"/>
                  </a:ext>
                </a:extLst>
              </p:cNvPr>
              <p:cNvSpPr/>
              <p:nvPr/>
            </p:nvSpPr>
            <p:spPr>
              <a:xfrm>
                <a:off x="22950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" name="Freeform: Shape 552">
                <a:extLst>
                  <a:ext uri="{FF2B5EF4-FFF2-40B4-BE49-F238E27FC236}">
                    <a16:creationId xmlns:a16="http://schemas.microsoft.com/office/drawing/2014/main" id="{E44AA81A-B2BB-49BF-87C6-5D545E377F2E}"/>
                  </a:ext>
                </a:extLst>
              </p:cNvPr>
              <p:cNvSpPr/>
              <p:nvPr/>
            </p:nvSpPr>
            <p:spPr>
              <a:xfrm>
                <a:off x="22950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" name="Freeform: Shape 553">
                <a:extLst>
                  <a:ext uri="{FF2B5EF4-FFF2-40B4-BE49-F238E27FC236}">
                    <a16:creationId xmlns:a16="http://schemas.microsoft.com/office/drawing/2014/main" id="{AADD80B2-0395-4458-8030-6D6E28E07C85}"/>
                  </a:ext>
                </a:extLst>
              </p:cNvPr>
              <p:cNvSpPr/>
              <p:nvPr/>
            </p:nvSpPr>
            <p:spPr>
              <a:xfrm>
                <a:off x="22950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" name="Freeform: Shape 554">
                <a:extLst>
                  <a:ext uri="{FF2B5EF4-FFF2-40B4-BE49-F238E27FC236}">
                    <a16:creationId xmlns:a16="http://schemas.microsoft.com/office/drawing/2014/main" id="{84233B0C-4F2E-41D1-AAEF-A9A19980E6B8}"/>
                  </a:ext>
                </a:extLst>
              </p:cNvPr>
              <p:cNvSpPr/>
              <p:nvPr/>
            </p:nvSpPr>
            <p:spPr>
              <a:xfrm>
                <a:off x="22950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" name="Freeform: Shape 555">
                <a:extLst>
                  <a:ext uri="{FF2B5EF4-FFF2-40B4-BE49-F238E27FC236}">
                    <a16:creationId xmlns:a16="http://schemas.microsoft.com/office/drawing/2014/main" id="{4BB9D7E7-8E5B-4E3E-833E-4E6E5EB5EF8D}"/>
                  </a:ext>
                </a:extLst>
              </p:cNvPr>
              <p:cNvSpPr/>
              <p:nvPr/>
            </p:nvSpPr>
            <p:spPr>
              <a:xfrm>
                <a:off x="22186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9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" name="Freeform: Shape 556">
                <a:extLst>
                  <a:ext uri="{FF2B5EF4-FFF2-40B4-BE49-F238E27FC236}">
                    <a16:creationId xmlns:a16="http://schemas.microsoft.com/office/drawing/2014/main" id="{AB8E2BF8-D0B8-47FD-9E77-AC5F830582E0}"/>
                  </a:ext>
                </a:extLst>
              </p:cNvPr>
              <p:cNvSpPr/>
              <p:nvPr/>
            </p:nvSpPr>
            <p:spPr>
              <a:xfrm>
                <a:off x="22186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" name="Freeform: Shape 557">
                <a:extLst>
                  <a:ext uri="{FF2B5EF4-FFF2-40B4-BE49-F238E27FC236}">
                    <a16:creationId xmlns:a16="http://schemas.microsoft.com/office/drawing/2014/main" id="{9B00AF59-03F5-4D84-BABA-775D6426B623}"/>
                  </a:ext>
                </a:extLst>
              </p:cNvPr>
              <p:cNvSpPr/>
              <p:nvPr/>
            </p:nvSpPr>
            <p:spPr>
              <a:xfrm>
                <a:off x="22186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" name="Freeform: Shape 558">
                <a:extLst>
                  <a:ext uri="{FF2B5EF4-FFF2-40B4-BE49-F238E27FC236}">
                    <a16:creationId xmlns:a16="http://schemas.microsoft.com/office/drawing/2014/main" id="{21981256-64D5-452C-A69E-98736D53716C}"/>
                  </a:ext>
                </a:extLst>
              </p:cNvPr>
              <p:cNvSpPr/>
              <p:nvPr/>
            </p:nvSpPr>
            <p:spPr>
              <a:xfrm>
                <a:off x="21424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" name="Freeform: Shape 559">
                <a:extLst>
                  <a:ext uri="{FF2B5EF4-FFF2-40B4-BE49-F238E27FC236}">
                    <a16:creationId xmlns:a16="http://schemas.microsoft.com/office/drawing/2014/main" id="{B689184C-A12A-44E5-ACEE-72762A629943}"/>
                  </a:ext>
                </a:extLst>
              </p:cNvPr>
              <p:cNvSpPr/>
              <p:nvPr/>
            </p:nvSpPr>
            <p:spPr>
              <a:xfrm>
                <a:off x="214242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" name="Freeform: Shape 560">
                <a:extLst>
                  <a:ext uri="{FF2B5EF4-FFF2-40B4-BE49-F238E27FC236}">
                    <a16:creationId xmlns:a16="http://schemas.microsoft.com/office/drawing/2014/main" id="{D159841C-1702-44AA-A9F8-072102F2EBA7}"/>
                  </a:ext>
                </a:extLst>
              </p:cNvPr>
              <p:cNvSpPr/>
              <p:nvPr/>
            </p:nvSpPr>
            <p:spPr>
              <a:xfrm>
                <a:off x="27519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" name="Freeform: Shape 561">
                <a:extLst>
                  <a:ext uri="{FF2B5EF4-FFF2-40B4-BE49-F238E27FC236}">
                    <a16:creationId xmlns:a16="http://schemas.microsoft.com/office/drawing/2014/main" id="{65ACF300-071D-409A-95D0-79F8FD0BB1CA}"/>
                  </a:ext>
                </a:extLst>
              </p:cNvPr>
              <p:cNvSpPr/>
              <p:nvPr/>
            </p:nvSpPr>
            <p:spPr>
              <a:xfrm>
                <a:off x="2751950" y="35519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4" y="2033"/>
                      <a:pt x="1821" y="1814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" name="Freeform: Shape 562">
                <a:extLst>
                  <a:ext uri="{FF2B5EF4-FFF2-40B4-BE49-F238E27FC236}">
                    <a16:creationId xmlns:a16="http://schemas.microsoft.com/office/drawing/2014/main" id="{2A8D7E5A-EE5D-43E8-BBCB-3D2F059C99B6}"/>
                  </a:ext>
                </a:extLst>
              </p:cNvPr>
              <p:cNvSpPr/>
              <p:nvPr/>
            </p:nvSpPr>
            <p:spPr>
              <a:xfrm>
                <a:off x="2751950" y="3475725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" name="Freeform: Shape 563">
                <a:extLst>
                  <a:ext uri="{FF2B5EF4-FFF2-40B4-BE49-F238E27FC236}">
                    <a16:creationId xmlns:a16="http://schemas.microsoft.com/office/drawing/2014/main" id="{8EA40B38-6B0F-460E-9218-111E65F2BC2F}"/>
                  </a:ext>
                </a:extLst>
              </p:cNvPr>
              <p:cNvSpPr/>
              <p:nvPr/>
            </p:nvSpPr>
            <p:spPr>
              <a:xfrm>
                <a:off x="2675925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" name="Freeform: Shape 564">
                <a:extLst>
                  <a:ext uri="{FF2B5EF4-FFF2-40B4-BE49-F238E27FC236}">
                    <a16:creationId xmlns:a16="http://schemas.microsoft.com/office/drawing/2014/main" id="{F3D6A982-6B0E-4A6A-929B-176A4D02072A}"/>
                  </a:ext>
                </a:extLst>
              </p:cNvPr>
              <p:cNvSpPr/>
              <p:nvPr/>
            </p:nvSpPr>
            <p:spPr>
              <a:xfrm>
                <a:off x="26757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1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6" name="Freeform: Shape 565">
                <a:extLst>
                  <a:ext uri="{FF2B5EF4-FFF2-40B4-BE49-F238E27FC236}">
                    <a16:creationId xmlns:a16="http://schemas.microsoft.com/office/drawing/2014/main" id="{B9BAD415-C51B-4872-BBB4-9B0B429E77EB}"/>
                  </a:ext>
                </a:extLst>
              </p:cNvPr>
              <p:cNvSpPr/>
              <p:nvPr/>
            </p:nvSpPr>
            <p:spPr>
              <a:xfrm>
                <a:off x="2675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7" name="Freeform: Shape 566">
                <a:extLst>
                  <a:ext uri="{FF2B5EF4-FFF2-40B4-BE49-F238E27FC236}">
                    <a16:creationId xmlns:a16="http://schemas.microsoft.com/office/drawing/2014/main" id="{5F75481A-025C-4A09-9FCA-B4B4CEA1B18E}"/>
                  </a:ext>
                </a:extLst>
              </p:cNvPr>
              <p:cNvSpPr/>
              <p:nvPr/>
            </p:nvSpPr>
            <p:spPr>
              <a:xfrm>
                <a:off x="2675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8" name="Freeform: Shape 567">
                <a:extLst>
                  <a:ext uri="{FF2B5EF4-FFF2-40B4-BE49-F238E27FC236}">
                    <a16:creationId xmlns:a16="http://schemas.microsoft.com/office/drawing/2014/main" id="{F9FA8969-41A4-4CAD-BCDA-8AE26FE1EAAC}"/>
                  </a:ext>
                </a:extLst>
              </p:cNvPr>
              <p:cNvSpPr/>
              <p:nvPr/>
            </p:nvSpPr>
            <p:spPr>
              <a:xfrm>
                <a:off x="26759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9" name="Freeform: Shape 568">
                <a:extLst>
                  <a:ext uri="{FF2B5EF4-FFF2-40B4-BE49-F238E27FC236}">
                    <a16:creationId xmlns:a16="http://schemas.microsoft.com/office/drawing/2014/main" id="{C8A508AB-EF8A-48BD-B7E7-A1477A326EC3}"/>
                  </a:ext>
                </a:extLst>
              </p:cNvPr>
              <p:cNvSpPr/>
              <p:nvPr/>
            </p:nvSpPr>
            <p:spPr>
              <a:xfrm>
                <a:off x="26759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0" name="Freeform: Shape 569">
                <a:extLst>
                  <a:ext uri="{FF2B5EF4-FFF2-40B4-BE49-F238E27FC236}">
                    <a16:creationId xmlns:a16="http://schemas.microsoft.com/office/drawing/2014/main" id="{A64018A4-5EC7-444B-A6DF-0A7AC02A4E6F}"/>
                  </a:ext>
                </a:extLst>
              </p:cNvPr>
              <p:cNvSpPr/>
              <p:nvPr/>
            </p:nvSpPr>
            <p:spPr>
              <a:xfrm>
                <a:off x="259972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1" name="Freeform: Shape 570">
                <a:extLst>
                  <a:ext uri="{FF2B5EF4-FFF2-40B4-BE49-F238E27FC236}">
                    <a16:creationId xmlns:a16="http://schemas.microsoft.com/office/drawing/2014/main" id="{F8F06114-5BDA-4D19-9D85-80EF13038F4D}"/>
                  </a:ext>
                </a:extLst>
              </p:cNvPr>
              <p:cNvSpPr/>
              <p:nvPr/>
            </p:nvSpPr>
            <p:spPr>
              <a:xfrm>
                <a:off x="2599725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73"/>
                    </a:cubicBezTo>
                    <a:cubicBezTo>
                      <a:pt x="0" y="1715"/>
                      <a:pt x="526" y="2139"/>
                      <a:pt x="1073" y="2139"/>
                    </a:cubicBezTo>
                    <a:cubicBezTo>
                      <a:pt x="1336" y="2139"/>
                      <a:pt x="1604" y="2040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2" name="Freeform: Shape 571">
                <a:extLst>
                  <a:ext uri="{FF2B5EF4-FFF2-40B4-BE49-F238E27FC236}">
                    <a16:creationId xmlns:a16="http://schemas.microsoft.com/office/drawing/2014/main" id="{541D896A-9082-402A-9462-795898F695B2}"/>
                  </a:ext>
                </a:extLst>
              </p:cNvPr>
              <p:cNvSpPr/>
              <p:nvPr/>
            </p:nvSpPr>
            <p:spPr>
              <a:xfrm>
                <a:off x="259972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3" name="Freeform: Shape 572">
                <a:extLst>
                  <a:ext uri="{FF2B5EF4-FFF2-40B4-BE49-F238E27FC236}">
                    <a16:creationId xmlns:a16="http://schemas.microsoft.com/office/drawing/2014/main" id="{8E6336C7-8366-46B6-8332-F3E7A7E8E559}"/>
                  </a:ext>
                </a:extLst>
              </p:cNvPr>
              <p:cNvSpPr/>
              <p:nvPr/>
            </p:nvSpPr>
            <p:spPr>
              <a:xfrm>
                <a:off x="259972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" name="Freeform: Shape 573">
                <a:extLst>
                  <a:ext uri="{FF2B5EF4-FFF2-40B4-BE49-F238E27FC236}">
                    <a16:creationId xmlns:a16="http://schemas.microsoft.com/office/drawing/2014/main" id="{E1BBC12D-1DA4-47CD-A9D0-FE29C6F9B63F}"/>
                  </a:ext>
                </a:extLst>
              </p:cNvPr>
              <p:cNvSpPr/>
              <p:nvPr/>
            </p:nvSpPr>
            <p:spPr>
              <a:xfrm>
                <a:off x="259972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5" name="Freeform: Shape 574">
                <a:extLst>
                  <a:ext uri="{FF2B5EF4-FFF2-40B4-BE49-F238E27FC236}">
                    <a16:creationId xmlns:a16="http://schemas.microsoft.com/office/drawing/2014/main" id="{1C1B73CB-CAE7-49BC-9533-4415EDA57591}"/>
                  </a:ext>
                </a:extLst>
              </p:cNvPr>
              <p:cNvSpPr/>
              <p:nvPr/>
            </p:nvSpPr>
            <p:spPr>
              <a:xfrm>
                <a:off x="259972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6" name="Freeform: Shape 575">
                <a:extLst>
                  <a:ext uri="{FF2B5EF4-FFF2-40B4-BE49-F238E27FC236}">
                    <a16:creationId xmlns:a16="http://schemas.microsoft.com/office/drawing/2014/main" id="{F439FD9D-0D43-4C9A-8026-B78224DDD56A}"/>
                  </a:ext>
                </a:extLst>
              </p:cNvPr>
              <p:cNvSpPr/>
              <p:nvPr/>
            </p:nvSpPr>
            <p:spPr>
              <a:xfrm>
                <a:off x="252350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7" name="Freeform: Shape 576">
                <a:extLst>
                  <a:ext uri="{FF2B5EF4-FFF2-40B4-BE49-F238E27FC236}">
                    <a16:creationId xmlns:a16="http://schemas.microsoft.com/office/drawing/2014/main" id="{DFF64F64-29AE-4CF0-8964-5FE9C971E573}"/>
                  </a:ext>
                </a:extLst>
              </p:cNvPr>
              <p:cNvSpPr/>
              <p:nvPr/>
            </p:nvSpPr>
            <p:spPr>
              <a:xfrm>
                <a:off x="252350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" name="Freeform: Shape 577">
                <a:extLst>
                  <a:ext uri="{FF2B5EF4-FFF2-40B4-BE49-F238E27FC236}">
                    <a16:creationId xmlns:a16="http://schemas.microsoft.com/office/drawing/2014/main" id="{71ED91EF-2721-4F71-A650-D144C37F2EB8}"/>
                  </a:ext>
                </a:extLst>
              </p:cNvPr>
              <p:cNvSpPr/>
              <p:nvPr/>
            </p:nvSpPr>
            <p:spPr>
              <a:xfrm>
                <a:off x="25235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" name="Freeform: Shape 578">
                <a:extLst>
                  <a:ext uri="{FF2B5EF4-FFF2-40B4-BE49-F238E27FC236}">
                    <a16:creationId xmlns:a16="http://schemas.microsoft.com/office/drawing/2014/main" id="{2A1CBA9E-9057-43DB-886C-3EEE082627B1}"/>
                  </a:ext>
                </a:extLst>
              </p:cNvPr>
              <p:cNvSpPr/>
              <p:nvPr/>
            </p:nvSpPr>
            <p:spPr>
              <a:xfrm>
                <a:off x="25235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" name="Freeform: Shape 579">
                <a:extLst>
                  <a:ext uri="{FF2B5EF4-FFF2-40B4-BE49-F238E27FC236}">
                    <a16:creationId xmlns:a16="http://schemas.microsoft.com/office/drawing/2014/main" id="{E43BAC3B-AFEB-445D-8340-2212349F75E4}"/>
                  </a:ext>
                </a:extLst>
              </p:cNvPr>
              <p:cNvSpPr/>
              <p:nvPr/>
            </p:nvSpPr>
            <p:spPr>
              <a:xfrm>
                <a:off x="2523500" y="362795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8"/>
                      <a:pt x="1" y="488"/>
                      <a:pt x="1" y="1073"/>
                    </a:cubicBezTo>
                    <a:cubicBezTo>
                      <a:pt x="1" y="1715"/>
                      <a:pt x="527" y="2139"/>
                      <a:pt x="1073" y="2139"/>
                    </a:cubicBezTo>
                    <a:cubicBezTo>
                      <a:pt x="1337" y="2139"/>
                      <a:pt x="1605" y="2040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" name="Freeform: Shape 580">
                <a:extLst>
                  <a:ext uri="{FF2B5EF4-FFF2-40B4-BE49-F238E27FC236}">
                    <a16:creationId xmlns:a16="http://schemas.microsoft.com/office/drawing/2014/main" id="{0D5D9AAD-1350-46D5-9CB1-DD54377A00B5}"/>
                  </a:ext>
                </a:extLst>
              </p:cNvPr>
              <p:cNvSpPr/>
              <p:nvPr/>
            </p:nvSpPr>
            <p:spPr>
              <a:xfrm>
                <a:off x="25235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" name="Freeform: Shape 581">
                <a:extLst>
                  <a:ext uri="{FF2B5EF4-FFF2-40B4-BE49-F238E27FC236}">
                    <a16:creationId xmlns:a16="http://schemas.microsoft.com/office/drawing/2014/main" id="{B698D381-B36A-464E-B7AF-FC1431EE7025}"/>
                  </a:ext>
                </a:extLst>
              </p:cNvPr>
              <p:cNvSpPr/>
              <p:nvPr/>
            </p:nvSpPr>
            <p:spPr>
              <a:xfrm>
                <a:off x="25235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" name="Freeform: Shape 582">
                <a:extLst>
                  <a:ext uri="{FF2B5EF4-FFF2-40B4-BE49-F238E27FC236}">
                    <a16:creationId xmlns:a16="http://schemas.microsoft.com/office/drawing/2014/main" id="{50207E28-5366-4AA7-A343-3F23ECBF7DA6}"/>
                  </a:ext>
                </a:extLst>
              </p:cNvPr>
              <p:cNvSpPr/>
              <p:nvPr/>
            </p:nvSpPr>
            <p:spPr>
              <a:xfrm>
                <a:off x="25235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" name="Freeform: Shape 583">
                <a:extLst>
                  <a:ext uri="{FF2B5EF4-FFF2-40B4-BE49-F238E27FC236}">
                    <a16:creationId xmlns:a16="http://schemas.microsoft.com/office/drawing/2014/main" id="{CA79B12F-2BA0-45AF-A245-9F9D5B1DB824}"/>
                  </a:ext>
                </a:extLst>
              </p:cNvPr>
              <p:cNvSpPr/>
              <p:nvPr/>
            </p:nvSpPr>
            <p:spPr>
              <a:xfrm>
                <a:off x="2447300" y="40852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" name="Freeform: Shape 584">
                <a:extLst>
                  <a:ext uri="{FF2B5EF4-FFF2-40B4-BE49-F238E27FC236}">
                    <a16:creationId xmlns:a16="http://schemas.microsoft.com/office/drawing/2014/main" id="{B425C56B-256E-4453-B93D-F8A6C0F06E61}"/>
                  </a:ext>
                </a:extLst>
              </p:cNvPr>
              <p:cNvSpPr/>
              <p:nvPr/>
            </p:nvSpPr>
            <p:spPr>
              <a:xfrm>
                <a:off x="2447300" y="4009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39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" name="Freeform: Shape 585">
                <a:extLst>
                  <a:ext uri="{FF2B5EF4-FFF2-40B4-BE49-F238E27FC236}">
                    <a16:creationId xmlns:a16="http://schemas.microsoft.com/office/drawing/2014/main" id="{7B68F067-5F53-4F9A-8A4B-486A546CBA2D}"/>
                  </a:ext>
                </a:extLst>
              </p:cNvPr>
              <p:cNvSpPr/>
              <p:nvPr/>
            </p:nvSpPr>
            <p:spPr>
              <a:xfrm>
                <a:off x="2447300" y="3932800"/>
                <a:ext cx="622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4" y="2041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" name="Freeform: Shape 586">
                <a:extLst>
                  <a:ext uri="{FF2B5EF4-FFF2-40B4-BE49-F238E27FC236}">
                    <a16:creationId xmlns:a16="http://schemas.microsoft.com/office/drawing/2014/main" id="{F06F2A43-E36B-4462-92D0-BF81E4FE5E7D}"/>
                  </a:ext>
                </a:extLst>
              </p:cNvPr>
              <p:cNvSpPr/>
              <p:nvPr/>
            </p:nvSpPr>
            <p:spPr>
              <a:xfrm>
                <a:off x="2447300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" name="Freeform: Shape 587">
                <a:extLst>
                  <a:ext uri="{FF2B5EF4-FFF2-40B4-BE49-F238E27FC236}">
                    <a16:creationId xmlns:a16="http://schemas.microsoft.com/office/drawing/2014/main" id="{5015F0FB-8E8C-4957-9A05-EC30D1DB4374}"/>
                  </a:ext>
                </a:extLst>
              </p:cNvPr>
              <p:cNvSpPr/>
              <p:nvPr/>
            </p:nvSpPr>
            <p:spPr>
              <a:xfrm>
                <a:off x="2447300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29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Freeform: Shape 588">
                <a:extLst>
                  <a:ext uri="{FF2B5EF4-FFF2-40B4-BE49-F238E27FC236}">
                    <a16:creationId xmlns:a16="http://schemas.microsoft.com/office/drawing/2014/main" id="{69BE69E9-ED26-4C47-B29B-DE854F662043}"/>
                  </a:ext>
                </a:extLst>
              </p:cNvPr>
              <p:cNvSpPr/>
              <p:nvPr/>
            </p:nvSpPr>
            <p:spPr>
              <a:xfrm>
                <a:off x="2447300" y="37041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" name="Freeform: Shape 589">
                <a:extLst>
                  <a:ext uri="{FF2B5EF4-FFF2-40B4-BE49-F238E27FC236}">
                    <a16:creationId xmlns:a16="http://schemas.microsoft.com/office/drawing/2014/main" id="{95D3BDC8-E222-41CF-8688-8E1AE54DC5EA}"/>
                  </a:ext>
                </a:extLst>
              </p:cNvPr>
              <p:cNvSpPr/>
              <p:nvPr/>
            </p:nvSpPr>
            <p:spPr>
              <a:xfrm>
                <a:off x="2447300" y="36279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8" y="2137"/>
                      <a:pt x="1076" y="2137"/>
                    </a:cubicBezTo>
                    <a:cubicBezTo>
                      <a:pt x="1339" y="2137"/>
                      <a:pt x="1605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1" name="Freeform: Shape 590">
                <a:extLst>
                  <a:ext uri="{FF2B5EF4-FFF2-40B4-BE49-F238E27FC236}">
                    <a16:creationId xmlns:a16="http://schemas.microsoft.com/office/drawing/2014/main" id="{10C4612D-A7DD-4A1B-AD5F-C3633AA067E7}"/>
                  </a:ext>
                </a:extLst>
              </p:cNvPr>
              <p:cNvSpPr/>
              <p:nvPr/>
            </p:nvSpPr>
            <p:spPr>
              <a:xfrm>
                <a:off x="2447300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" name="Freeform: Shape 591">
                <a:extLst>
                  <a:ext uri="{FF2B5EF4-FFF2-40B4-BE49-F238E27FC236}">
                    <a16:creationId xmlns:a16="http://schemas.microsoft.com/office/drawing/2014/main" id="{8350C129-AFE6-4A82-A421-39A8A8747050}"/>
                  </a:ext>
                </a:extLst>
              </p:cNvPr>
              <p:cNvSpPr/>
              <p:nvPr/>
            </p:nvSpPr>
            <p:spPr>
              <a:xfrm>
                <a:off x="2447300" y="34757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" name="Freeform: Shape 592">
                <a:extLst>
                  <a:ext uri="{FF2B5EF4-FFF2-40B4-BE49-F238E27FC236}">
                    <a16:creationId xmlns:a16="http://schemas.microsoft.com/office/drawing/2014/main" id="{5E66CEDE-0C3A-493B-9077-DAFF894E8B6C}"/>
                  </a:ext>
                </a:extLst>
              </p:cNvPr>
              <p:cNvSpPr/>
              <p:nvPr/>
            </p:nvSpPr>
            <p:spPr>
              <a:xfrm>
                <a:off x="2447300" y="33995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" name="Freeform: Shape 593">
                <a:extLst>
                  <a:ext uri="{FF2B5EF4-FFF2-40B4-BE49-F238E27FC236}">
                    <a16:creationId xmlns:a16="http://schemas.microsoft.com/office/drawing/2014/main" id="{C50B052E-A827-4B2C-B5A6-379041C1BE82}"/>
                  </a:ext>
                </a:extLst>
              </p:cNvPr>
              <p:cNvSpPr/>
              <p:nvPr/>
            </p:nvSpPr>
            <p:spPr>
              <a:xfrm>
                <a:off x="2447300" y="332330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5" name="Freeform: Shape 594">
                <a:extLst>
                  <a:ext uri="{FF2B5EF4-FFF2-40B4-BE49-F238E27FC236}">
                    <a16:creationId xmlns:a16="http://schemas.microsoft.com/office/drawing/2014/main" id="{B680B392-41B5-4491-9B36-BD029226ABDD}"/>
                  </a:ext>
                </a:extLst>
              </p:cNvPr>
              <p:cNvSpPr/>
              <p:nvPr/>
            </p:nvSpPr>
            <p:spPr>
              <a:xfrm>
                <a:off x="237127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" name="Freeform: Shape 595">
                <a:extLst>
                  <a:ext uri="{FF2B5EF4-FFF2-40B4-BE49-F238E27FC236}">
                    <a16:creationId xmlns:a16="http://schemas.microsoft.com/office/drawing/2014/main" id="{EF9C4F77-5536-4FBC-B4C4-BAC721F13563}"/>
                  </a:ext>
                </a:extLst>
              </p:cNvPr>
              <p:cNvSpPr/>
              <p:nvPr/>
            </p:nvSpPr>
            <p:spPr>
              <a:xfrm>
                <a:off x="237127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" name="Freeform: Shape 596">
                <a:extLst>
                  <a:ext uri="{FF2B5EF4-FFF2-40B4-BE49-F238E27FC236}">
                    <a16:creationId xmlns:a16="http://schemas.microsoft.com/office/drawing/2014/main" id="{D18FC7BC-ADE4-403B-82D5-F539844919AC}"/>
                  </a:ext>
                </a:extLst>
              </p:cNvPr>
              <p:cNvSpPr/>
              <p:nvPr/>
            </p:nvSpPr>
            <p:spPr>
              <a:xfrm>
                <a:off x="2371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" name="Freeform: Shape 597">
                <a:extLst>
                  <a:ext uri="{FF2B5EF4-FFF2-40B4-BE49-F238E27FC236}">
                    <a16:creationId xmlns:a16="http://schemas.microsoft.com/office/drawing/2014/main" id="{E97C8D3E-2759-40D4-94B3-C59E0828F8EA}"/>
                  </a:ext>
                </a:extLst>
              </p:cNvPr>
              <p:cNvSpPr/>
              <p:nvPr/>
            </p:nvSpPr>
            <p:spPr>
              <a:xfrm>
                <a:off x="2371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" name="Freeform: Shape 598">
                <a:extLst>
                  <a:ext uri="{FF2B5EF4-FFF2-40B4-BE49-F238E27FC236}">
                    <a16:creationId xmlns:a16="http://schemas.microsoft.com/office/drawing/2014/main" id="{8293318C-84BC-4307-B34C-B1F185934B1E}"/>
                  </a:ext>
                </a:extLst>
              </p:cNvPr>
              <p:cNvSpPr/>
              <p:nvPr/>
            </p:nvSpPr>
            <p:spPr>
              <a:xfrm>
                <a:off x="237107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" name="Freeform: Shape 599">
                <a:extLst>
                  <a:ext uri="{FF2B5EF4-FFF2-40B4-BE49-F238E27FC236}">
                    <a16:creationId xmlns:a16="http://schemas.microsoft.com/office/drawing/2014/main" id="{700C27FD-4B04-411A-B983-C4B9A78D2F0E}"/>
                  </a:ext>
                </a:extLst>
              </p:cNvPr>
              <p:cNvSpPr/>
              <p:nvPr/>
            </p:nvSpPr>
            <p:spPr>
              <a:xfrm>
                <a:off x="237107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" name="Freeform: Shape 600">
                <a:extLst>
                  <a:ext uri="{FF2B5EF4-FFF2-40B4-BE49-F238E27FC236}">
                    <a16:creationId xmlns:a16="http://schemas.microsoft.com/office/drawing/2014/main" id="{028FFEA0-6667-4EAC-922F-442F9A49763E}"/>
                  </a:ext>
                </a:extLst>
              </p:cNvPr>
              <p:cNvSpPr/>
              <p:nvPr/>
            </p:nvSpPr>
            <p:spPr>
              <a:xfrm>
                <a:off x="237107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" name="Freeform: Shape 601">
                <a:extLst>
                  <a:ext uri="{FF2B5EF4-FFF2-40B4-BE49-F238E27FC236}">
                    <a16:creationId xmlns:a16="http://schemas.microsoft.com/office/drawing/2014/main" id="{6D7A7854-7409-4D15-8ED6-08D5AE574B90}"/>
                  </a:ext>
                </a:extLst>
              </p:cNvPr>
              <p:cNvSpPr/>
              <p:nvPr/>
            </p:nvSpPr>
            <p:spPr>
              <a:xfrm>
                <a:off x="237127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3" name="Freeform: Shape 602">
                <a:extLst>
                  <a:ext uri="{FF2B5EF4-FFF2-40B4-BE49-F238E27FC236}">
                    <a16:creationId xmlns:a16="http://schemas.microsoft.com/office/drawing/2014/main" id="{C6D9B01C-3C96-48C2-8125-7EC656EC6827}"/>
                  </a:ext>
                </a:extLst>
              </p:cNvPr>
              <p:cNvSpPr/>
              <p:nvPr/>
            </p:nvSpPr>
            <p:spPr>
              <a:xfrm>
                <a:off x="237127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" name="Freeform: Shape 603">
                <a:extLst>
                  <a:ext uri="{FF2B5EF4-FFF2-40B4-BE49-F238E27FC236}">
                    <a16:creationId xmlns:a16="http://schemas.microsoft.com/office/drawing/2014/main" id="{F2491DF2-52D6-4491-8452-3D8E73A38DF8}"/>
                  </a:ext>
                </a:extLst>
              </p:cNvPr>
              <p:cNvSpPr/>
              <p:nvPr/>
            </p:nvSpPr>
            <p:spPr>
              <a:xfrm>
                <a:off x="237107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" name="Freeform: Shape 604">
                <a:extLst>
                  <a:ext uri="{FF2B5EF4-FFF2-40B4-BE49-F238E27FC236}">
                    <a16:creationId xmlns:a16="http://schemas.microsoft.com/office/drawing/2014/main" id="{A0ED107D-43F4-4527-B3A4-5B3FEB64AB74}"/>
                  </a:ext>
                </a:extLst>
              </p:cNvPr>
              <p:cNvSpPr/>
              <p:nvPr/>
            </p:nvSpPr>
            <p:spPr>
              <a:xfrm>
                <a:off x="23710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" name="Freeform: Shape 605">
                <a:extLst>
                  <a:ext uri="{FF2B5EF4-FFF2-40B4-BE49-F238E27FC236}">
                    <a16:creationId xmlns:a16="http://schemas.microsoft.com/office/drawing/2014/main" id="{9C8A8398-69A0-45DC-8EAC-1F0C19134A27}"/>
                  </a:ext>
                </a:extLst>
              </p:cNvPr>
              <p:cNvSpPr/>
              <p:nvPr/>
            </p:nvSpPr>
            <p:spPr>
              <a:xfrm>
                <a:off x="23710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7" name="Freeform: Shape 606">
                <a:extLst>
                  <a:ext uri="{FF2B5EF4-FFF2-40B4-BE49-F238E27FC236}">
                    <a16:creationId xmlns:a16="http://schemas.microsoft.com/office/drawing/2014/main" id="{E0CE854B-3614-4F9F-BC8E-86E4CB9EED19}"/>
                  </a:ext>
                </a:extLst>
              </p:cNvPr>
              <p:cNvSpPr/>
              <p:nvPr/>
            </p:nvSpPr>
            <p:spPr>
              <a:xfrm>
                <a:off x="23710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Freeform: Shape 607">
                <a:extLst>
                  <a:ext uri="{FF2B5EF4-FFF2-40B4-BE49-F238E27FC236}">
                    <a16:creationId xmlns:a16="http://schemas.microsoft.com/office/drawing/2014/main" id="{60A04AC3-8C0A-45BE-8E7E-80EA5D620BC2}"/>
                  </a:ext>
                </a:extLst>
              </p:cNvPr>
              <p:cNvSpPr/>
              <p:nvPr/>
            </p:nvSpPr>
            <p:spPr>
              <a:xfrm>
                <a:off x="23710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Freeform: Shape 608">
                <a:extLst>
                  <a:ext uri="{FF2B5EF4-FFF2-40B4-BE49-F238E27FC236}">
                    <a16:creationId xmlns:a16="http://schemas.microsoft.com/office/drawing/2014/main" id="{1D141906-6D37-46BF-A258-C9AF7BE1E6F2}"/>
                  </a:ext>
                </a:extLst>
              </p:cNvPr>
              <p:cNvSpPr/>
              <p:nvPr/>
            </p:nvSpPr>
            <p:spPr>
              <a:xfrm>
                <a:off x="2295075" y="43136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" name="Freeform: Shape 609">
                <a:extLst>
                  <a:ext uri="{FF2B5EF4-FFF2-40B4-BE49-F238E27FC236}">
                    <a16:creationId xmlns:a16="http://schemas.microsoft.com/office/drawing/2014/main" id="{13F610C5-F433-4A67-BF3B-F62BA6B35844}"/>
                  </a:ext>
                </a:extLst>
              </p:cNvPr>
              <p:cNvSpPr/>
              <p:nvPr/>
            </p:nvSpPr>
            <p:spPr>
              <a:xfrm>
                <a:off x="2295075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" name="Freeform: Shape 610">
                <a:extLst>
                  <a:ext uri="{FF2B5EF4-FFF2-40B4-BE49-F238E27FC236}">
                    <a16:creationId xmlns:a16="http://schemas.microsoft.com/office/drawing/2014/main" id="{1A5E28C6-8309-4288-BB5C-D8A87759D818}"/>
                  </a:ext>
                </a:extLst>
              </p:cNvPr>
              <p:cNvSpPr/>
              <p:nvPr/>
            </p:nvSpPr>
            <p:spPr>
              <a:xfrm>
                <a:off x="2295075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" name="Freeform: Shape 611">
                <a:extLst>
                  <a:ext uri="{FF2B5EF4-FFF2-40B4-BE49-F238E27FC236}">
                    <a16:creationId xmlns:a16="http://schemas.microsoft.com/office/drawing/2014/main" id="{1AFF4A77-5DF9-406C-A87D-15A17B069016}"/>
                  </a:ext>
                </a:extLst>
              </p:cNvPr>
              <p:cNvSpPr/>
              <p:nvPr/>
            </p:nvSpPr>
            <p:spPr>
              <a:xfrm>
                <a:off x="2295075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" name="Freeform: Shape 612">
                <a:extLst>
                  <a:ext uri="{FF2B5EF4-FFF2-40B4-BE49-F238E27FC236}">
                    <a16:creationId xmlns:a16="http://schemas.microsoft.com/office/drawing/2014/main" id="{F3A29534-3ED2-4B47-860A-877568B4115D}"/>
                  </a:ext>
                </a:extLst>
              </p:cNvPr>
              <p:cNvSpPr/>
              <p:nvPr/>
            </p:nvSpPr>
            <p:spPr>
              <a:xfrm>
                <a:off x="2295075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" name="Freeform: Shape 613">
                <a:extLst>
                  <a:ext uri="{FF2B5EF4-FFF2-40B4-BE49-F238E27FC236}">
                    <a16:creationId xmlns:a16="http://schemas.microsoft.com/office/drawing/2014/main" id="{16A8E0B4-AC93-4E1F-AED9-ED06E350DC84}"/>
                  </a:ext>
                </a:extLst>
              </p:cNvPr>
              <p:cNvSpPr/>
              <p:nvPr/>
            </p:nvSpPr>
            <p:spPr>
              <a:xfrm>
                <a:off x="229485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1" y="2139"/>
                      <a:pt x="1078" y="2139"/>
                    </a:cubicBezTo>
                    <a:cubicBezTo>
                      <a:pt x="1342" y="2139"/>
                      <a:pt x="1611" y="2041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5" name="Freeform: Shape 614">
                <a:extLst>
                  <a:ext uri="{FF2B5EF4-FFF2-40B4-BE49-F238E27FC236}">
                    <a16:creationId xmlns:a16="http://schemas.microsoft.com/office/drawing/2014/main" id="{05D991E0-0F4B-4DE2-B544-A659DE5EC45F}"/>
                  </a:ext>
                </a:extLst>
              </p:cNvPr>
              <p:cNvSpPr/>
              <p:nvPr/>
            </p:nvSpPr>
            <p:spPr>
              <a:xfrm>
                <a:off x="229507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" name="Freeform: Shape 615">
                <a:extLst>
                  <a:ext uri="{FF2B5EF4-FFF2-40B4-BE49-F238E27FC236}">
                    <a16:creationId xmlns:a16="http://schemas.microsoft.com/office/drawing/2014/main" id="{6F8C017C-6049-4FCC-A564-894EEC2277E2}"/>
                  </a:ext>
                </a:extLst>
              </p:cNvPr>
              <p:cNvSpPr/>
              <p:nvPr/>
            </p:nvSpPr>
            <p:spPr>
              <a:xfrm>
                <a:off x="2294850" y="3780375"/>
                <a:ext cx="626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505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2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505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" name="Freeform: Shape 616">
                <a:extLst>
                  <a:ext uri="{FF2B5EF4-FFF2-40B4-BE49-F238E27FC236}">
                    <a16:creationId xmlns:a16="http://schemas.microsoft.com/office/drawing/2014/main" id="{06FF7BC6-EAA1-4F05-BE17-05AEE8FC2EFC}"/>
                  </a:ext>
                </a:extLst>
              </p:cNvPr>
              <p:cNvSpPr/>
              <p:nvPr/>
            </p:nvSpPr>
            <p:spPr>
              <a:xfrm>
                <a:off x="229507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" name="Freeform: Shape 617">
                <a:extLst>
                  <a:ext uri="{FF2B5EF4-FFF2-40B4-BE49-F238E27FC236}">
                    <a16:creationId xmlns:a16="http://schemas.microsoft.com/office/drawing/2014/main" id="{0C6D9D48-8D33-4954-8B35-7D3EF45CF68E}"/>
                  </a:ext>
                </a:extLst>
              </p:cNvPr>
              <p:cNvSpPr/>
              <p:nvPr/>
            </p:nvSpPr>
            <p:spPr>
              <a:xfrm>
                <a:off x="229507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9" name="Freeform: Shape 618">
                <a:extLst>
                  <a:ext uri="{FF2B5EF4-FFF2-40B4-BE49-F238E27FC236}">
                    <a16:creationId xmlns:a16="http://schemas.microsoft.com/office/drawing/2014/main" id="{82429271-7796-41C5-A6A8-748CC9DA4E66}"/>
                  </a:ext>
                </a:extLst>
              </p:cNvPr>
              <p:cNvSpPr/>
              <p:nvPr/>
            </p:nvSpPr>
            <p:spPr>
              <a:xfrm>
                <a:off x="229507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0" name="Freeform: Shape 619">
                <a:extLst>
                  <a:ext uri="{FF2B5EF4-FFF2-40B4-BE49-F238E27FC236}">
                    <a16:creationId xmlns:a16="http://schemas.microsoft.com/office/drawing/2014/main" id="{7F7F79A7-73AC-4E11-A15C-A9DFB754D78E}"/>
                  </a:ext>
                </a:extLst>
              </p:cNvPr>
              <p:cNvSpPr/>
              <p:nvPr/>
            </p:nvSpPr>
            <p:spPr>
              <a:xfrm>
                <a:off x="229507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" name="Freeform: Shape 620">
                <a:extLst>
                  <a:ext uri="{FF2B5EF4-FFF2-40B4-BE49-F238E27FC236}">
                    <a16:creationId xmlns:a16="http://schemas.microsoft.com/office/drawing/2014/main" id="{08F26F6C-8774-4B94-8973-15FEEAC5D462}"/>
                  </a:ext>
                </a:extLst>
              </p:cNvPr>
              <p:cNvSpPr/>
              <p:nvPr/>
            </p:nvSpPr>
            <p:spPr>
              <a:xfrm>
                <a:off x="2295075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2" name="Freeform: Shape 621">
                <a:extLst>
                  <a:ext uri="{FF2B5EF4-FFF2-40B4-BE49-F238E27FC236}">
                    <a16:creationId xmlns:a16="http://schemas.microsoft.com/office/drawing/2014/main" id="{A855F105-EA3E-4A2F-98BE-12B3EA58540F}"/>
                  </a:ext>
                </a:extLst>
              </p:cNvPr>
              <p:cNvSpPr/>
              <p:nvPr/>
            </p:nvSpPr>
            <p:spPr>
              <a:xfrm>
                <a:off x="22949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4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" name="Freeform: Shape 622">
                <a:extLst>
                  <a:ext uri="{FF2B5EF4-FFF2-40B4-BE49-F238E27FC236}">
                    <a16:creationId xmlns:a16="http://schemas.microsoft.com/office/drawing/2014/main" id="{AD8E53DC-7427-4D42-8F97-E0A46187DF83}"/>
                  </a:ext>
                </a:extLst>
              </p:cNvPr>
              <p:cNvSpPr/>
              <p:nvPr/>
            </p:nvSpPr>
            <p:spPr>
              <a:xfrm>
                <a:off x="229492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" name="Freeform: Shape 623">
                <a:extLst>
                  <a:ext uri="{FF2B5EF4-FFF2-40B4-BE49-F238E27FC236}">
                    <a16:creationId xmlns:a16="http://schemas.microsoft.com/office/drawing/2014/main" id="{AD30AC64-C0BE-46F6-81EB-1374A024694A}"/>
                  </a:ext>
                </a:extLst>
              </p:cNvPr>
              <p:cNvSpPr/>
              <p:nvPr/>
            </p:nvSpPr>
            <p:spPr>
              <a:xfrm>
                <a:off x="2295075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" name="Freeform: Shape 624">
                <a:extLst>
                  <a:ext uri="{FF2B5EF4-FFF2-40B4-BE49-F238E27FC236}">
                    <a16:creationId xmlns:a16="http://schemas.microsoft.com/office/drawing/2014/main" id="{6A809BAE-3C62-43D4-9EAC-F32896EC5EE1}"/>
                  </a:ext>
                </a:extLst>
              </p:cNvPr>
              <p:cNvSpPr/>
              <p:nvPr/>
            </p:nvSpPr>
            <p:spPr>
              <a:xfrm>
                <a:off x="22950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6" name="Freeform: Shape 625">
                <a:extLst>
                  <a:ext uri="{FF2B5EF4-FFF2-40B4-BE49-F238E27FC236}">
                    <a16:creationId xmlns:a16="http://schemas.microsoft.com/office/drawing/2014/main" id="{8F518D9C-C3BB-4A8C-AB55-9E20E0D04B5F}"/>
                  </a:ext>
                </a:extLst>
              </p:cNvPr>
              <p:cNvSpPr/>
              <p:nvPr/>
            </p:nvSpPr>
            <p:spPr>
              <a:xfrm>
                <a:off x="22186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7" name="Freeform: Shape 626">
                <a:extLst>
                  <a:ext uri="{FF2B5EF4-FFF2-40B4-BE49-F238E27FC236}">
                    <a16:creationId xmlns:a16="http://schemas.microsoft.com/office/drawing/2014/main" id="{715E68E8-9379-4809-8E69-A97DD1150E59}"/>
                  </a:ext>
                </a:extLst>
              </p:cNvPr>
              <p:cNvSpPr/>
              <p:nvPr/>
            </p:nvSpPr>
            <p:spPr>
              <a:xfrm>
                <a:off x="2218650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" name="Freeform: Shape 627">
                <a:extLst>
                  <a:ext uri="{FF2B5EF4-FFF2-40B4-BE49-F238E27FC236}">
                    <a16:creationId xmlns:a16="http://schemas.microsoft.com/office/drawing/2014/main" id="{15C8421B-7085-4DE8-9548-214085203271}"/>
                  </a:ext>
                </a:extLst>
              </p:cNvPr>
              <p:cNvSpPr/>
              <p:nvPr/>
            </p:nvSpPr>
            <p:spPr>
              <a:xfrm>
                <a:off x="2218650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9" name="Freeform: Shape 628">
                <a:extLst>
                  <a:ext uri="{FF2B5EF4-FFF2-40B4-BE49-F238E27FC236}">
                    <a16:creationId xmlns:a16="http://schemas.microsoft.com/office/drawing/2014/main" id="{7D37B5F0-D834-47B7-8A6A-0D6D366F3181}"/>
                  </a:ext>
                </a:extLst>
              </p:cNvPr>
              <p:cNvSpPr/>
              <p:nvPr/>
            </p:nvSpPr>
            <p:spPr>
              <a:xfrm>
                <a:off x="2218650" y="41614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0" name="Freeform: Shape 629">
                <a:extLst>
                  <a:ext uri="{FF2B5EF4-FFF2-40B4-BE49-F238E27FC236}">
                    <a16:creationId xmlns:a16="http://schemas.microsoft.com/office/drawing/2014/main" id="{45911F58-9B1F-49FD-B63F-DDF32FEC0BF0}"/>
                  </a:ext>
                </a:extLst>
              </p:cNvPr>
              <p:cNvSpPr/>
              <p:nvPr/>
            </p:nvSpPr>
            <p:spPr>
              <a:xfrm>
                <a:off x="22186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1" name="Freeform: Shape 630">
                <a:extLst>
                  <a:ext uri="{FF2B5EF4-FFF2-40B4-BE49-F238E27FC236}">
                    <a16:creationId xmlns:a16="http://schemas.microsoft.com/office/drawing/2014/main" id="{83E60853-38CA-40BB-86C7-86F4B406ABC6}"/>
                  </a:ext>
                </a:extLst>
              </p:cNvPr>
              <p:cNvSpPr/>
              <p:nvPr/>
            </p:nvSpPr>
            <p:spPr>
              <a:xfrm>
                <a:off x="22186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2" name="Freeform: Shape 631">
                <a:extLst>
                  <a:ext uri="{FF2B5EF4-FFF2-40B4-BE49-F238E27FC236}">
                    <a16:creationId xmlns:a16="http://schemas.microsoft.com/office/drawing/2014/main" id="{69D1A87F-88BF-4710-B0E3-FFE5F99ABD4B}"/>
                  </a:ext>
                </a:extLst>
              </p:cNvPr>
              <p:cNvSpPr/>
              <p:nvPr/>
            </p:nvSpPr>
            <p:spPr>
              <a:xfrm>
                <a:off x="221865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1" y="1821"/>
                    </a:cubicBezTo>
                    <a:cubicBezTo>
                      <a:pt x="2488" y="1146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3" name="Freeform: Shape 632">
                <a:extLst>
                  <a:ext uri="{FF2B5EF4-FFF2-40B4-BE49-F238E27FC236}">
                    <a16:creationId xmlns:a16="http://schemas.microsoft.com/office/drawing/2014/main" id="{3F6FBE46-CE22-45B6-934C-DF875EEF14CA}"/>
                  </a:ext>
                </a:extLst>
              </p:cNvPr>
              <p:cNvSpPr/>
              <p:nvPr/>
            </p:nvSpPr>
            <p:spPr>
              <a:xfrm>
                <a:off x="221865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" name="Freeform: Shape 633">
                <a:extLst>
                  <a:ext uri="{FF2B5EF4-FFF2-40B4-BE49-F238E27FC236}">
                    <a16:creationId xmlns:a16="http://schemas.microsoft.com/office/drawing/2014/main" id="{97078ED3-7642-473A-80EF-5E1C134918BD}"/>
                  </a:ext>
                </a:extLst>
              </p:cNvPr>
              <p:cNvSpPr/>
              <p:nvPr/>
            </p:nvSpPr>
            <p:spPr>
              <a:xfrm>
                <a:off x="221865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" name="Freeform: Shape 634">
                <a:extLst>
                  <a:ext uri="{FF2B5EF4-FFF2-40B4-BE49-F238E27FC236}">
                    <a16:creationId xmlns:a16="http://schemas.microsoft.com/office/drawing/2014/main" id="{D17097ED-5C95-4568-BDC6-B7BE7F09C681}"/>
                  </a:ext>
                </a:extLst>
              </p:cNvPr>
              <p:cNvSpPr/>
              <p:nvPr/>
            </p:nvSpPr>
            <p:spPr>
              <a:xfrm>
                <a:off x="22186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" name="Freeform: Shape 635">
                <a:extLst>
                  <a:ext uri="{FF2B5EF4-FFF2-40B4-BE49-F238E27FC236}">
                    <a16:creationId xmlns:a16="http://schemas.microsoft.com/office/drawing/2014/main" id="{7E7244E6-FA2F-463E-951E-FC82A588894C}"/>
                  </a:ext>
                </a:extLst>
              </p:cNvPr>
              <p:cNvSpPr/>
              <p:nvPr/>
            </p:nvSpPr>
            <p:spPr>
              <a:xfrm>
                <a:off x="22186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7" name="Freeform: Shape 636">
                <a:extLst>
                  <a:ext uri="{FF2B5EF4-FFF2-40B4-BE49-F238E27FC236}">
                    <a16:creationId xmlns:a16="http://schemas.microsoft.com/office/drawing/2014/main" id="{C4889F3C-6F8F-4C45-B5F8-7B15F59E4A2B}"/>
                  </a:ext>
                </a:extLst>
              </p:cNvPr>
              <p:cNvSpPr/>
              <p:nvPr/>
            </p:nvSpPr>
            <p:spPr>
              <a:xfrm>
                <a:off x="221865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8" name="Freeform: Shape 637">
                <a:extLst>
                  <a:ext uri="{FF2B5EF4-FFF2-40B4-BE49-F238E27FC236}">
                    <a16:creationId xmlns:a16="http://schemas.microsoft.com/office/drawing/2014/main" id="{ACAF0A3F-DC07-400F-BC61-B14932C3171C}"/>
                  </a:ext>
                </a:extLst>
              </p:cNvPr>
              <p:cNvSpPr/>
              <p:nvPr/>
            </p:nvSpPr>
            <p:spPr>
              <a:xfrm>
                <a:off x="22186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9" name="Freeform: Shape 638">
                <a:extLst>
                  <a:ext uri="{FF2B5EF4-FFF2-40B4-BE49-F238E27FC236}">
                    <a16:creationId xmlns:a16="http://schemas.microsoft.com/office/drawing/2014/main" id="{F9E5C1CF-28D1-4800-A2BA-A9190103ED27}"/>
                  </a:ext>
                </a:extLst>
              </p:cNvPr>
              <p:cNvSpPr/>
              <p:nvPr/>
            </p:nvSpPr>
            <p:spPr>
              <a:xfrm>
                <a:off x="22186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0" name="Freeform: Shape 639">
                <a:extLst>
                  <a:ext uri="{FF2B5EF4-FFF2-40B4-BE49-F238E27FC236}">
                    <a16:creationId xmlns:a16="http://schemas.microsoft.com/office/drawing/2014/main" id="{4F6547C3-EB95-4367-A329-22B08668446C}"/>
                  </a:ext>
                </a:extLst>
              </p:cNvPr>
              <p:cNvSpPr/>
              <p:nvPr/>
            </p:nvSpPr>
            <p:spPr>
              <a:xfrm>
                <a:off x="22186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1" name="Freeform: Shape 640">
                <a:extLst>
                  <a:ext uri="{FF2B5EF4-FFF2-40B4-BE49-F238E27FC236}">
                    <a16:creationId xmlns:a16="http://schemas.microsoft.com/office/drawing/2014/main" id="{7C5EA67D-0297-4F40-BFAA-C4E83CAD6F3E}"/>
                  </a:ext>
                </a:extLst>
              </p:cNvPr>
              <p:cNvSpPr/>
              <p:nvPr/>
            </p:nvSpPr>
            <p:spPr>
              <a:xfrm>
                <a:off x="2218650" y="3247075"/>
                <a:ext cx="62425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40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11"/>
                      <a:pt x="529" y="2140"/>
                      <a:pt x="1079" y="2140"/>
                    </a:cubicBezTo>
                    <a:cubicBezTo>
                      <a:pt x="1339" y="2140"/>
                      <a:pt x="1605" y="2044"/>
                      <a:pt x="1821" y="1830"/>
                    </a:cubicBezTo>
                    <a:cubicBezTo>
                      <a:pt x="2496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" name="Freeform: Shape 641">
                <a:extLst>
                  <a:ext uri="{FF2B5EF4-FFF2-40B4-BE49-F238E27FC236}">
                    <a16:creationId xmlns:a16="http://schemas.microsoft.com/office/drawing/2014/main" id="{F6D75723-74D9-4D18-9F11-91A28A863C07}"/>
                  </a:ext>
                </a:extLst>
              </p:cNvPr>
              <p:cNvSpPr/>
              <p:nvPr/>
            </p:nvSpPr>
            <p:spPr>
              <a:xfrm>
                <a:off x="221865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5"/>
                      <a:pt x="528" y="2131"/>
                      <a:pt x="1078" y="2131"/>
                    </a:cubicBezTo>
                    <a:cubicBezTo>
                      <a:pt x="1339" y="2131"/>
                      <a:pt x="1604" y="2036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3" name="Freeform: Shape 642">
                <a:extLst>
                  <a:ext uri="{FF2B5EF4-FFF2-40B4-BE49-F238E27FC236}">
                    <a16:creationId xmlns:a16="http://schemas.microsoft.com/office/drawing/2014/main" id="{5AEE9C0A-6C96-4F0E-868B-CF1A711F9C64}"/>
                  </a:ext>
                </a:extLst>
              </p:cNvPr>
              <p:cNvSpPr/>
              <p:nvPr/>
            </p:nvSpPr>
            <p:spPr>
              <a:xfrm>
                <a:off x="22186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" name="Freeform: Shape 643">
                <a:extLst>
                  <a:ext uri="{FF2B5EF4-FFF2-40B4-BE49-F238E27FC236}">
                    <a16:creationId xmlns:a16="http://schemas.microsoft.com/office/drawing/2014/main" id="{A6D2FAF7-B89F-4996-A12D-788E77999E70}"/>
                  </a:ext>
                </a:extLst>
              </p:cNvPr>
              <p:cNvSpPr/>
              <p:nvPr/>
            </p:nvSpPr>
            <p:spPr>
              <a:xfrm>
                <a:off x="22186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5" name="Freeform: Shape 644">
                <a:extLst>
                  <a:ext uri="{FF2B5EF4-FFF2-40B4-BE49-F238E27FC236}">
                    <a16:creationId xmlns:a16="http://schemas.microsoft.com/office/drawing/2014/main" id="{1927F41F-A633-4BE1-A65E-F1CDA7127D8E}"/>
                  </a:ext>
                </a:extLst>
              </p:cNvPr>
              <p:cNvSpPr/>
              <p:nvPr/>
            </p:nvSpPr>
            <p:spPr>
              <a:xfrm>
                <a:off x="22186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6" name="Freeform: Shape 645">
                <a:extLst>
                  <a:ext uri="{FF2B5EF4-FFF2-40B4-BE49-F238E27FC236}">
                    <a16:creationId xmlns:a16="http://schemas.microsoft.com/office/drawing/2014/main" id="{458FDEFF-7137-40BD-85FB-CD3D900D8A35}"/>
                  </a:ext>
                </a:extLst>
              </p:cNvPr>
              <p:cNvSpPr/>
              <p:nvPr/>
            </p:nvSpPr>
            <p:spPr>
              <a:xfrm>
                <a:off x="2142425" y="46183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7" name="Freeform: Shape 646">
                <a:extLst>
                  <a:ext uri="{FF2B5EF4-FFF2-40B4-BE49-F238E27FC236}">
                    <a16:creationId xmlns:a16="http://schemas.microsoft.com/office/drawing/2014/main" id="{9A75B3CC-D5FE-4717-8F62-D01900CAE093}"/>
                  </a:ext>
                </a:extLst>
              </p:cNvPr>
              <p:cNvSpPr/>
              <p:nvPr/>
            </p:nvSpPr>
            <p:spPr>
              <a:xfrm>
                <a:off x="214242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8" name="Freeform: Shape 647">
                <a:extLst>
                  <a:ext uri="{FF2B5EF4-FFF2-40B4-BE49-F238E27FC236}">
                    <a16:creationId xmlns:a16="http://schemas.microsoft.com/office/drawing/2014/main" id="{132F550E-9E03-4199-B77A-2EC41426FD91}"/>
                  </a:ext>
                </a:extLst>
              </p:cNvPr>
              <p:cNvSpPr/>
              <p:nvPr/>
            </p:nvSpPr>
            <p:spPr>
              <a:xfrm>
                <a:off x="2142425" y="43136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9" name="Freeform: Shape 648">
                <a:extLst>
                  <a:ext uri="{FF2B5EF4-FFF2-40B4-BE49-F238E27FC236}">
                    <a16:creationId xmlns:a16="http://schemas.microsoft.com/office/drawing/2014/main" id="{BFB31310-E3FD-4A61-9CFF-103E1C44C456}"/>
                  </a:ext>
                </a:extLst>
              </p:cNvPr>
              <p:cNvSpPr/>
              <p:nvPr/>
            </p:nvSpPr>
            <p:spPr>
              <a:xfrm>
                <a:off x="214242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" name="Freeform: Shape 649">
                <a:extLst>
                  <a:ext uri="{FF2B5EF4-FFF2-40B4-BE49-F238E27FC236}">
                    <a16:creationId xmlns:a16="http://schemas.microsoft.com/office/drawing/2014/main" id="{92F1ED68-7F45-478F-904A-2E0AB01A9B40}"/>
                  </a:ext>
                </a:extLst>
              </p:cNvPr>
              <p:cNvSpPr/>
              <p:nvPr/>
            </p:nvSpPr>
            <p:spPr>
              <a:xfrm>
                <a:off x="2142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" name="Freeform: Shape 650">
                <a:extLst>
                  <a:ext uri="{FF2B5EF4-FFF2-40B4-BE49-F238E27FC236}">
                    <a16:creationId xmlns:a16="http://schemas.microsoft.com/office/drawing/2014/main" id="{C569B267-BC60-44A9-9076-8183A3A4305B}"/>
                  </a:ext>
                </a:extLst>
              </p:cNvPr>
              <p:cNvSpPr/>
              <p:nvPr/>
            </p:nvSpPr>
            <p:spPr>
              <a:xfrm>
                <a:off x="2142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" name="Freeform: Shape 651">
                <a:extLst>
                  <a:ext uri="{FF2B5EF4-FFF2-40B4-BE49-F238E27FC236}">
                    <a16:creationId xmlns:a16="http://schemas.microsoft.com/office/drawing/2014/main" id="{5EE8DC24-9C41-4013-B7D4-21492B65B8E0}"/>
                  </a:ext>
                </a:extLst>
              </p:cNvPr>
              <p:cNvSpPr/>
              <p:nvPr/>
            </p:nvSpPr>
            <p:spPr>
              <a:xfrm>
                <a:off x="2142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" name="Freeform: Shape 652">
                <a:extLst>
                  <a:ext uri="{FF2B5EF4-FFF2-40B4-BE49-F238E27FC236}">
                    <a16:creationId xmlns:a16="http://schemas.microsoft.com/office/drawing/2014/main" id="{16671B15-A964-4452-9661-B66473914FB7}"/>
                  </a:ext>
                </a:extLst>
              </p:cNvPr>
              <p:cNvSpPr/>
              <p:nvPr/>
            </p:nvSpPr>
            <p:spPr>
              <a:xfrm>
                <a:off x="214242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" name="Freeform: Shape 653">
                <a:extLst>
                  <a:ext uri="{FF2B5EF4-FFF2-40B4-BE49-F238E27FC236}">
                    <a16:creationId xmlns:a16="http://schemas.microsoft.com/office/drawing/2014/main" id="{C081E2AA-D9DB-40ED-B732-A28BE10666D5}"/>
                  </a:ext>
                </a:extLst>
              </p:cNvPr>
              <p:cNvSpPr/>
              <p:nvPr/>
            </p:nvSpPr>
            <p:spPr>
              <a:xfrm>
                <a:off x="214242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Freeform: Shape 654">
                <a:extLst>
                  <a:ext uri="{FF2B5EF4-FFF2-40B4-BE49-F238E27FC236}">
                    <a16:creationId xmlns:a16="http://schemas.microsoft.com/office/drawing/2014/main" id="{22473FDD-094C-4C14-9E92-237F72893074}"/>
                  </a:ext>
                </a:extLst>
              </p:cNvPr>
              <p:cNvSpPr/>
              <p:nvPr/>
            </p:nvSpPr>
            <p:spPr>
              <a:xfrm>
                <a:off x="21424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Freeform: Shape 655">
                <a:extLst>
                  <a:ext uri="{FF2B5EF4-FFF2-40B4-BE49-F238E27FC236}">
                    <a16:creationId xmlns:a16="http://schemas.microsoft.com/office/drawing/2014/main" id="{241BAE43-DAE7-429A-A405-0BB88107B26A}"/>
                  </a:ext>
                </a:extLst>
              </p:cNvPr>
              <p:cNvSpPr/>
              <p:nvPr/>
            </p:nvSpPr>
            <p:spPr>
              <a:xfrm>
                <a:off x="214242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Freeform: Shape 656">
                <a:extLst>
                  <a:ext uri="{FF2B5EF4-FFF2-40B4-BE49-F238E27FC236}">
                    <a16:creationId xmlns:a16="http://schemas.microsoft.com/office/drawing/2014/main" id="{43B98BF3-4DAD-4CF6-85A6-CC590242B14D}"/>
                  </a:ext>
                </a:extLst>
              </p:cNvPr>
              <p:cNvSpPr/>
              <p:nvPr/>
            </p:nvSpPr>
            <p:spPr>
              <a:xfrm>
                <a:off x="21424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" name="Freeform: Shape 657">
                <a:extLst>
                  <a:ext uri="{FF2B5EF4-FFF2-40B4-BE49-F238E27FC236}">
                    <a16:creationId xmlns:a16="http://schemas.microsoft.com/office/drawing/2014/main" id="{C44E0C70-357C-4877-BF66-BC46577BCFC1}"/>
                  </a:ext>
                </a:extLst>
              </p:cNvPr>
              <p:cNvSpPr/>
              <p:nvPr/>
            </p:nvSpPr>
            <p:spPr>
              <a:xfrm>
                <a:off x="214242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" name="Freeform: Shape 658">
                <a:extLst>
                  <a:ext uri="{FF2B5EF4-FFF2-40B4-BE49-F238E27FC236}">
                    <a16:creationId xmlns:a16="http://schemas.microsoft.com/office/drawing/2014/main" id="{92554ECD-0AC5-4B64-818E-044F6ED92809}"/>
                  </a:ext>
                </a:extLst>
              </p:cNvPr>
              <p:cNvSpPr/>
              <p:nvPr/>
            </p:nvSpPr>
            <p:spPr>
              <a:xfrm>
                <a:off x="214242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" name="Freeform: Shape 659">
                <a:extLst>
                  <a:ext uri="{FF2B5EF4-FFF2-40B4-BE49-F238E27FC236}">
                    <a16:creationId xmlns:a16="http://schemas.microsoft.com/office/drawing/2014/main" id="{EEC482EC-8F28-481A-B972-9E788DDA251B}"/>
                  </a:ext>
                </a:extLst>
              </p:cNvPr>
              <p:cNvSpPr/>
              <p:nvPr/>
            </p:nvSpPr>
            <p:spPr>
              <a:xfrm>
                <a:off x="214242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1" name="Freeform: Shape 660">
                <a:extLst>
                  <a:ext uri="{FF2B5EF4-FFF2-40B4-BE49-F238E27FC236}">
                    <a16:creationId xmlns:a16="http://schemas.microsoft.com/office/drawing/2014/main" id="{8B8A2FF6-F042-41E7-83EA-E379E7A0BDD1}"/>
                  </a:ext>
                </a:extLst>
              </p:cNvPr>
              <p:cNvSpPr/>
              <p:nvPr/>
            </p:nvSpPr>
            <p:spPr>
              <a:xfrm>
                <a:off x="21424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2" name="Freeform: Shape 661">
                <a:extLst>
                  <a:ext uri="{FF2B5EF4-FFF2-40B4-BE49-F238E27FC236}">
                    <a16:creationId xmlns:a16="http://schemas.microsoft.com/office/drawing/2014/main" id="{EE60A9EF-3F4E-40B6-8C6C-FBADB38ABD35}"/>
                  </a:ext>
                </a:extLst>
              </p:cNvPr>
              <p:cNvSpPr/>
              <p:nvPr/>
            </p:nvSpPr>
            <p:spPr>
              <a:xfrm>
                <a:off x="21424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" name="Freeform: Shape 662">
                <a:extLst>
                  <a:ext uri="{FF2B5EF4-FFF2-40B4-BE49-F238E27FC236}">
                    <a16:creationId xmlns:a16="http://schemas.microsoft.com/office/drawing/2014/main" id="{A09EA2AD-008E-48DC-9D0F-C92151C548CD}"/>
                  </a:ext>
                </a:extLst>
              </p:cNvPr>
              <p:cNvSpPr/>
              <p:nvPr/>
            </p:nvSpPr>
            <p:spPr>
              <a:xfrm>
                <a:off x="21424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" name="Freeform: Shape 663">
                <a:extLst>
                  <a:ext uri="{FF2B5EF4-FFF2-40B4-BE49-F238E27FC236}">
                    <a16:creationId xmlns:a16="http://schemas.microsoft.com/office/drawing/2014/main" id="{0BAD6DAC-95D9-4947-AA22-9C6A1B260CC6}"/>
                  </a:ext>
                </a:extLst>
              </p:cNvPr>
              <p:cNvSpPr/>
              <p:nvPr/>
            </p:nvSpPr>
            <p:spPr>
              <a:xfrm>
                <a:off x="21424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" name="Freeform: Shape 664">
                <a:extLst>
                  <a:ext uri="{FF2B5EF4-FFF2-40B4-BE49-F238E27FC236}">
                    <a16:creationId xmlns:a16="http://schemas.microsoft.com/office/drawing/2014/main" id="{2160D01A-133B-49A5-8BE5-FA47F4E86F88}"/>
                  </a:ext>
                </a:extLst>
              </p:cNvPr>
              <p:cNvSpPr/>
              <p:nvPr/>
            </p:nvSpPr>
            <p:spPr>
              <a:xfrm>
                <a:off x="21424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" name="Freeform: Shape 665">
                <a:extLst>
                  <a:ext uri="{FF2B5EF4-FFF2-40B4-BE49-F238E27FC236}">
                    <a16:creationId xmlns:a16="http://schemas.microsoft.com/office/drawing/2014/main" id="{4CDF9A55-973C-4450-BE21-37374911DC65}"/>
                  </a:ext>
                </a:extLst>
              </p:cNvPr>
              <p:cNvSpPr/>
              <p:nvPr/>
            </p:nvSpPr>
            <p:spPr>
              <a:xfrm>
                <a:off x="21424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" name="Freeform: Shape 666">
                <a:extLst>
                  <a:ext uri="{FF2B5EF4-FFF2-40B4-BE49-F238E27FC236}">
                    <a16:creationId xmlns:a16="http://schemas.microsoft.com/office/drawing/2014/main" id="{49E99D15-9806-4B4D-9FCA-2F524A51771C}"/>
                  </a:ext>
                </a:extLst>
              </p:cNvPr>
              <p:cNvSpPr/>
              <p:nvPr/>
            </p:nvSpPr>
            <p:spPr>
              <a:xfrm>
                <a:off x="21424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" name="Freeform: Shape 667">
                <a:extLst>
                  <a:ext uri="{FF2B5EF4-FFF2-40B4-BE49-F238E27FC236}">
                    <a16:creationId xmlns:a16="http://schemas.microsoft.com/office/drawing/2014/main" id="{385765C6-3C77-48A8-B7AE-50072D13D095}"/>
                  </a:ext>
                </a:extLst>
              </p:cNvPr>
              <p:cNvSpPr/>
              <p:nvPr/>
            </p:nvSpPr>
            <p:spPr>
              <a:xfrm>
                <a:off x="21424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" name="Freeform: Shape 668">
                <a:extLst>
                  <a:ext uri="{FF2B5EF4-FFF2-40B4-BE49-F238E27FC236}">
                    <a16:creationId xmlns:a16="http://schemas.microsoft.com/office/drawing/2014/main" id="{1C6DDD27-F851-4458-8487-0663710078E1}"/>
                  </a:ext>
                </a:extLst>
              </p:cNvPr>
              <p:cNvSpPr/>
              <p:nvPr/>
            </p:nvSpPr>
            <p:spPr>
              <a:xfrm>
                <a:off x="21424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" name="Freeform: Shape 669">
                <a:extLst>
                  <a:ext uri="{FF2B5EF4-FFF2-40B4-BE49-F238E27FC236}">
                    <a16:creationId xmlns:a16="http://schemas.microsoft.com/office/drawing/2014/main" id="{44A5CD1B-4F9A-4CAE-9F45-51435BC11534}"/>
                  </a:ext>
                </a:extLst>
              </p:cNvPr>
              <p:cNvSpPr/>
              <p:nvPr/>
            </p:nvSpPr>
            <p:spPr>
              <a:xfrm>
                <a:off x="21424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" name="Freeform: Shape 670">
                <a:extLst>
                  <a:ext uri="{FF2B5EF4-FFF2-40B4-BE49-F238E27FC236}">
                    <a16:creationId xmlns:a16="http://schemas.microsoft.com/office/drawing/2014/main" id="{AF572266-B70A-4BEC-AB7E-8FC9102ECFD7}"/>
                  </a:ext>
                </a:extLst>
              </p:cNvPr>
              <p:cNvSpPr/>
              <p:nvPr/>
            </p:nvSpPr>
            <p:spPr>
              <a:xfrm>
                <a:off x="2142425" y="1038125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" name="Freeform: Shape 671">
                <a:extLst>
                  <a:ext uri="{FF2B5EF4-FFF2-40B4-BE49-F238E27FC236}">
                    <a16:creationId xmlns:a16="http://schemas.microsoft.com/office/drawing/2014/main" id="{B913128A-73F3-4D89-8EB6-5DAB1C8CC6C1}"/>
                  </a:ext>
                </a:extLst>
              </p:cNvPr>
              <p:cNvSpPr/>
              <p:nvPr/>
            </p:nvSpPr>
            <p:spPr>
              <a:xfrm>
                <a:off x="2066425" y="46183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" name="Freeform: Shape 672">
                <a:extLst>
                  <a:ext uri="{FF2B5EF4-FFF2-40B4-BE49-F238E27FC236}">
                    <a16:creationId xmlns:a16="http://schemas.microsoft.com/office/drawing/2014/main" id="{282BA5DE-C025-4B24-A49B-4BE9B1A40EF4}"/>
                  </a:ext>
                </a:extLst>
              </p:cNvPr>
              <p:cNvSpPr/>
              <p:nvPr/>
            </p:nvSpPr>
            <p:spPr>
              <a:xfrm>
                <a:off x="2066425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" name="Freeform: Shape 673">
                <a:extLst>
                  <a:ext uri="{FF2B5EF4-FFF2-40B4-BE49-F238E27FC236}">
                    <a16:creationId xmlns:a16="http://schemas.microsoft.com/office/drawing/2014/main" id="{2333C070-8685-4A23-A8A9-97477EE5A25E}"/>
                  </a:ext>
                </a:extLst>
              </p:cNvPr>
              <p:cNvSpPr/>
              <p:nvPr/>
            </p:nvSpPr>
            <p:spPr>
              <a:xfrm>
                <a:off x="2066425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5" name="Freeform: Shape 674">
                <a:extLst>
                  <a:ext uri="{FF2B5EF4-FFF2-40B4-BE49-F238E27FC236}">
                    <a16:creationId xmlns:a16="http://schemas.microsoft.com/office/drawing/2014/main" id="{1520BE8C-D2BA-41C9-BEC6-549336BDD467}"/>
                  </a:ext>
                </a:extLst>
              </p:cNvPr>
              <p:cNvSpPr/>
              <p:nvPr/>
            </p:nvSpPr>
            <p:spPr>
              <a:xfrm>
                <a:off x="2066425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6" name="Freeform: Shape 675">
                <a:extLst>
                  <a:ext uri="{FF2B5EF4-FFF2-40B4-BE49-F238E27FC236}">
                    <a16:creationId xmlns:a16="http://schemas.microsoft.com/office/drawing/2014/main" id="{5C138119-9B3B-4289-89FC-B3393FAF6CBC}"/>
                  </a:ext>
                </a:extLst>
              </p:cNvPr>
              <p:cNvSpPr/>
              <p:nvPr/>
            </p:nvSpPr>
            <p:spPr>
              <a:xfrm>
                <a:off x="2066425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7" name="Freeform: Shape 676">
                <a:extLst>
                  <a:ext uri="{FF2B5EF4-FFF2-40B4-BE49-F238E27FC236}">
                    <a16:creationId xmlns:a16="http://schemas.microsoft.com/office/drawing/2014/main" id="{424B7DD5-57C7-489B-B864-57918BE0BD84}"/>
                  </a:ext>
                </a:extLst>
              </p:cNvPr>
              <p:cNvSpPr/>
              <p:nvPr/>
            </p:nvSpPr>
            <p:spPr>
              <a:xfrm>
                <a:off x="206642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8" name="Freeform: Shape 677">
                <a:extLst>
                  <a:ext uri="{FF2B5EF4-FFF2-40B4-BE49-F238E27FC236}">
                    <a16:creationId xmlns:a16="http://schemas.microsoft.com/office/drawing/2014/main" id="{04C4C889-3F39-4EAA-A230-3A052E342BB0}"/>
                  </a:ext>
                </a:extLst>
              </p:cNvPr>
              <p:cNvSpPr/>
              <p:nvPr/>
            </p:nvSpPr>
            <p:spPr>
              <a:xfrm>
                <a:off x="206642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9" name="Freeform: Shape 678">
                <a:extLst>
                  <a:ext uri="{FF2B5EF4-FFF2-40B4-BE49-F238E27FC236}">
                    <a16:creationId xmlns:a16="http://schemas.microsoft.com/office/drawing/2014/main" id="{E526A038-9669-4053-91C6-25E526AB0BE4}"/>
                  </a:ext>
                </a:extLst>
              </p:cNvPr>
              <p:cNvSpPr/>
              <p:nvPr/>
            </p:nvSpPr>
            <p:spPr>
              <a:xfrm>
                <a:off x="20664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0" name="Freeform: Shape 679">
                <a:extLst>
                  <a:ext uri="{FF2B5EF4-FFF2-40B4-BE49-F238E27FC236}">
                    <a16:creationId xmlns:a16="http://schemas.microsoft.com/office/drawing/2014/main" id="{9CCB0552-A7B0-4CCC-ABDF-546D683324C1}"/>
                  </a:ext>
                </a:extLst>
              </p:cNvPr>
              <p:cNvSpPr/>
              <p:nvPr/>
            </p:nvSpPr>
            <p:spPr>
              <a:xfrm>
                <a:off x="20664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1" name="Freeform: Shape 680">
                <a:extLst>
                  <a:ext uri="{FF2B5EF4-FFF2-40B4-BE49-F238E27FC236}">
                    <a16:creationId xmlns:a16="http://schemas.microsoft.com/office/drawing/2014/main" id="{C461FBC5-2E14-4D40-9CD9-D43127EDBE5B}"/>
                  </a:ext>
                </a:extLst>
              </p:cNvPr>
              <p:cNvSpPr/>
              <p:nvPr/>
            </p:nvSpPr>
            <p:spPr>
              <a:xfrm>
                <a:off x="20664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2" name="Freeform: Shape 681">
                <a:extLst>
                  <a:ext uri="{FF2B5EF4-FFF2-40B4-BE49-F238E27FC236}">
                    <a16:creationId xmlns:a16="http://schemas.microsoft.com/office/drawing/2014/main" id="{DFE07EA4-6B9C-429E-93F2-FBF0BCF6932F}"/>
                  </a:ext>
                </a:extLst>
              </p:cNvPr>
              <p:cNvSpPr/>
              <p:nvPr/>
            </p:nvSpPr>
            <p:spPr>
              <a:xfrm>
                <a:off x="20664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3" name="Freeform: Shape 682">
                <a:extLst>
                  <a:ext uri="{FF2B5EF4-FFF2-40B4-BE49-F238E27FC236}">
                    <a16:creationId xmlns:a16="http://schemas.microsoft.com/office/drawing/2014/main" id="{3E915F9E-24D7-46C4-B838-8AF70D5FB94B}"/>
                  </a:ext>
                </a:extLst>
              </p:cNvPr>
              <p:cNvSpPr/>
              <p:nvPr/>
            </p:nvSpPr>
            <p:spPr>
              <a:xfrm>
                <a:off x="2066275" y="3399500"/>
                <a:ext cx="6237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4" extrusionOk="0">
                    <a:moveTo>
                      <a:pt x="1071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47"/>
                      <a:pt x="2014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4" name="Freeform: Shape 683">
                <a:extLst>
                  <a:ext uri="{FF2B5EF4-FFF2-40B4-BE49-F238E27FC236}">
                    <a16:creationId xmlns:a16="http://schemas.microsoft.com/office/drawing/2014/main" id="{28E8CB56-490A-4B52-A426-68CA4CEEBA9D}"/>
                  </a:ext>
                </a:extLst>
              </p:cNvPr>
              <p:cNvSpPr/>
              <p:nvPr/>
            </p:nvSpPr>
            <p:spPr>
              <a:xfrm>
                <a:off x="2066275" y="332330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3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5" name="Freeform: Shape 684">
                <a:extLst>
                  <a:ext uri="{FF2B5EF4-FFF2-40B4-BE49-F238E27FC236}">
                    <a16:creationId xmlns:a16="http://schemas.microsoft.com/office/drawing/2014/main" id="{86298409-AA4D-40F8-8B61-2E76F56F0449}"/>
                  </a:ext>
                </a:extLst>
              </p:cNvPr>
              <p:cNvSpPr/>
              <p:nvPr/>
            </p:nvSpPr>
            <p:spPr>
              <a:xfrm>
                <a:off x="2066275" y="3247075"/>
                <a:ext cx="6237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3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6" name="Freeform: Shape 685">
                <a:extLst>
                  <a:ext uri="{FF2B5EF4-FFF2-40B4-BE49-F238E27FC236}">
                    <a16:creationId xmlns:a16="http://schemas.microsoft.com/office/drawing/2014/main" id="{29C7C84C-250A-48BE-A5FB-94B465A72773}"/>
                  </a:ext>
                </a:extLst>
              </p:cNvPr>
              <p:cNvSpPr/>
              <p:nvPr/>
            </p:nvSpPr>
            <p:spPr>
              <a:xfrm>
                <a:off x="20664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7" name="Freeform: Shape 686">
                <a:extLst>
                  <a:ext uri="{FF2B5EF4-FFF2-40B4-BE49-F238E27FC236}">
                    <a16:creationId xmlns:a16="http://schemas.microsoft.com/office/drawing/2014/main" id="{A7F0FB85-CF68-48BF-88BC-1D1DEBAFFB95}"/>
                  </a:ext>
                </a:extLst>
              </p:cNvPr>
              <p:cNvSpPr/>
              <p:nvPr/>
            </p:nvSpPr>
            <p:spPr>
              <a:xfrm>
                <a:off x="20664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8" name="Freeform: Shape 687">
                <a:extLst>
                  <a:ext uri="{FF2B5EF4-FFF2-40B4-BE49-F238E27FC236}">
                    <a16:creationId xmlns:a16="http://schemas.microsoft.com/office/drawing/2014/main" id="{3E6A15F7-C32D-4108-B167-951C50503538}"/>
                  </a:ext>
                </a:extLst>
              </p:cNvPr>
              <p:cNvSpPr/>
              <p:nvPr/>
            </p:nvSpPr>
            <p:spPr>
              <a:xfrm>
                <a:off x="20664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9" name="Freeform: Shape 688">
                <a:extLst>
                  <a:ext uri="{FF2B5EF4-FFF2-40B4-BE49-F238E27FC236}">
                    <a16:creationId xmlns:a16="http://schemas.microsoft.com/office/drawing/2014/main" id="{DD2854F6-ED19-4E18-8ADF-86CED5A672C7}"/>
                  </a:ext>
                </a:extLst>
              </p:cNvPr>
              <p:cNvSpPr/>
              <p:nvPr/>
            </p:nvSpPr>
            <p:spPr>
              <a:xfrm>
                <a:off x="20664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0" name="Freeform: Shape 689">
                <a:extLst>
                  <a:ext uri="{FF2B5EF4-FFF2-40B4-BE49-F238E27FC236}">
                    <a16:creationId xmlns:a16="http://schemas.microsoft.com/office/drawing/2014/main" id="{08294EE3-D71D-4205-8CB1-A3D4D1272431}"/>
                  </a:ext>
                </a:extLst>
              </p:cNvPr>
              <p:cNvSpPr/>
              <p:nvPr/>
            </p:nvSpPr>
            <p:spPr>
              <a:xfrm>
                <a:off x="20664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1" name="Freeform: Shape 690">
                <a:extLst>
                  <a:ext uri="{FF2B5EF4-FFF2-40B4-BE49-F238E27FC236}">
                    <a16:creationId xmlns:a16="http://schemas.microsoft.com/office/drawing/2014/main" id="{C9C86153-5E15-4A3F-8D4E-0E72C58FDB84}"/>
                  </a:ext>
                </a:extLst>
              </p:cNvPr>
              <p:cNvSpPr/>
              <p:nvPr/>
            </p:nvSpPr>
            <p:spPr>
              <a:xfrm>
                <a:off x="20664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2" name="Freeform: Shape 691">
                <a:extLst>
                  <a:ext uri="{FF2B5EF4-FFF2-40B4-BE49-F238E27FC236}">
                    <a16:creationId xmlns:a16="http://schemas.microsoft.com/office/drawing/2014/main" id="{E64B5155-92B7-4FDB-8696-D66DE2D3E9E2}"/>
                  </a:ext>
                </a:extLst>
              </p:cNvPr>
              <p:cNvSpPr/>
              <p:nvPr/>
            </p:nvSpPr>
            <p:spPr>
              <a:xfrm>
                <a:off x="20664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3" name="Freeform: Shape 692">
                <a:extLst>
                  <a:ext uri="{FF2B5EF4-FFF2-40B4-BE49-F238E27FC236}">
                    <a16:creationId xmlns:a16="http://schemas.microsoft.com/office/drawing/2014/main" id="{9396817B-1EE2-403B-AAE0-376E5D1536FC}"/>
                  </a:ext>
                </a:extLst>
              </p:cNvPr>
              <p:cNvSpPr/>
              <p:nvPr/>
            </p:nvSpPr>
            <p:spPr>
              <a:xfrm>
                <a:off x="20664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4" name="Freeform: Shape 693">
                <a:extLst>
                  <a:ext uri="{FF2B5EF4-FFF2-40B4-BE49-F238E27FC236}">
                    <a16:creationId xmlns:a16="http://schemas.microsoft.com/office/drawing/2014/main" id="{8761CE25-CC83-4528-95D8-CCBD5DFEABAE}"/>
                  </a:ext>
                </a:extLst>
              </p:cNvPr>
              <p:cNvSpPr/>
              <p:nvPr/>
            </p:nvSpPr>
            <p:spPr>
              <a:xfrm>
                <a:off x="20664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5" name="Freeform: Shape 694">
                <a:extLst>
                  <a:ext uri="{FF2B5EF4-FFF2-40B4-BE49-F238E27FC236}">
                    <a16:creationId xmlns:a16="http://schemas.microsoft.com/office/drawing/2014/main" id="{ADEDBE40-E1E4-4BB2-9B07-41D0915E758D}"/>
                  </a:ext>
                </a:extLst>
              </p:cNvPr>
              <p:cNvSpPr/>
              <p:nvPr/>
            </p:nvSpPr>
            <p:spPr>
              <a:xfrm>
                <a:off x="20664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6" name="Freeform: Shape 695">
                <a:extLst>
                  <a:ext uri="{FF2B5EF4-FFF2-40B4-BE49-F238E27FC236}">
                    <a16:creationId xmlns:a16="http://schemas.microsoft.com/office/drawing/2014/main" id="{21C4B025-DB22-4A60-950C-C56DB3AE786A}"/>
                  </a:ext>
                </a:extLst>
              </p:cNvPr>
              <p:cNvSpPr/>
              <p:nvPr/>
            </p:nvSpPr>
            <p:spPr>
              <a:xfrm>
                <a:off x="20664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7" name="Freeform: Shape 696">
                <a:extLst>
                  <a:ext uri="{FF2B5EF4-FFF2-40B4-BE49-F238E27FC236}">
                    <a16:creationId xmlns:a16="http://schemas.microsoft.com/office/drawing/2014/main" id="{E625776F-FE0E-42EF-9D1F-CCD00090935E}"/>
                  </a:ext>
                </a:extLst>
              </p:cNvPr>
              <p:cNvSpPr/>
              <p:nvPr/>
            </p:nvSpPr>
            <p:spPr>
              <a:xfrm>
                <a:off x="20664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8" name="Freeform: Shape 697">
                <a:extLst>
                  <a:ext uri="{FF2B5EF4-FFF2-40B4-BE49-F238E27FC236}">
                    <a16:creationId xmlns:a16="http://schemas.microsoft.com/office/drawing/2014/main" id="{BE2AD888-FE35-4F9A-BD91-04636B15736A}"/>
                  </a:ext>
                </a:extLst>
              </p:cNvPr>
              <p:cNvSpPr/>
              <p:nvPr/>
            </p:nvSpPr>
            <p:spPr>
              <a:xfrm>
                <a:off x="20664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9" name="Freeform: Shape 698">
                <a:extLst>
                  <a:ext uri="{FF2B5EF4-FFF2-40B4-BE49-F238E27FC236}">
                    <a16:creationId xmlns:a16="http://schemas.microsoft.com/office/drawing/2014/main" id="{867F8B53-2CEB-4752-825C-3EF4694A0CDD}"/>
                  </a:ext>
                </a:extLst>
              </p:cNvPr>
              <p:cNvSpPr/>
              <p:nvPr/>
            </p:nvSpPr>
            <p:spPr>
              <a:xfrm>
                <a:off x="20664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0" name="Freeform: Shape 699">
                <a:extLst>
                  <a:ext uri="{FF2B5EF4-FFF2-40B4-BE49-F238E27FC236}">
                    <a16:creationId xmlns:a16="http://schemas.microsoft.com/office/drawing/2014/main" id="{9C3C85CC-2236-4D3E-A624-13B629C45619}"/>
                  </a:ext>
                </a:extLst>
              </p:cNvPr>
              <p:cNvSpPr/>
              <p:nvPr/>
            </p:nvSpPr>
            <p:spPr>
              <a:xfrm>
                <a:off x="1990200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1" name="Freeform: Shape 700">
                <a:extLst>
                  <a:ext uri="{FF2B5EF4-FFF2-40B4-BE49-F238E27FC236}">
                    <a16:creationId xmlns:a16="http://schemas.microsoft.com/office/drawing/2014/main" id="{CB4D9C4C-4481-42C9-81AC-2BAA5A5F75B7}"/>
                  </a:ext>
                </a:extLst>
              </p:cNvPr>
              <p:cNvSpPr/>
              <p:nvPr/>
            </p:nvSpPr>
            <p:spPr>
              <a:xfrm>
                <a:off x="1990200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2" name="Freeform: Shape 701">
                <a:extLst>
                  <a:ext uri="{FF2B5EF4-FFF2-40B4-BE49-F238E27FC236}">
                    <a16:creationId xmlns:a16="http://schemas.microsoft.com/office/drawing/2014/main" id="{906B6035-4539-4B7E-BBA5-D10FD68CFBBB}"/>
                  </a:ext>
                </a:extLst>
              </p:cNvPr>
              <p:cNvSpPr/>
              <p:nvPr/>
            </p:nvSpPr>
            <p:spPr>
              <a:xfrm>
                <a:off x="199020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" name="Freeform: Shape 702">
                <a:extLst>
                  <a:ext uri="{FF2B5EF4-FFF2-40B4-BE49-F238E27FC236}">
                    <a16:creationId xmlns:a16="http://schemas.microsoft.com/office/drawing/2014/main" id="{CB7BDF4A-0F6A-4B81-AE4C-E06C27C7A362}"/>
                  </a:ext>
                </a:extLst>
              </p:cNvPr>
              <p:cNvSpPr/>
              <p:nvPr/>
            </p:nvSpPr>
            <p:spPr>
              <a:xfrm>
                <a:off x="19902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" name="Freeform: Shape 703">
                <a:extLst>
                  <a:ext uri="{FF2B5EF4-FFF2-40B4-BE49-F238E27FC236}">
                    <a16:creationId xmlns:a16="http://schemas.microsoft.com/office/drawing/2014/main" id="{F34F2D5A-CBE7-417D-955A-CBD8F2A16142}"/>
                  </a:ext>
                </a:extLst>
              </p:cNvPr>
              <p:cNvSpPr/>
              <p:nvPr/>
            </p:nvSpPr>
            <p:spPr>
              <a:xfrm>
                <a:off x="19902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5" name="Freeform: Shape 704">
                <a:extLst>
                  <a:ext uri="{FF2B5EF4-FFF2-40B4-BE49-F238E27FC236}">
                    <a16:creationId xmlns:a16="http://schemas.microsoft.com/office/drawing/2014/main" id="{2F3B0705-F619-43C7-9596-D89AA87194EE}"/>
                  </a:ext>
                </a:extLst>
              </p:cNvPr>
              <p:cNvSpPr/>
              <p:nvPr/>
            </p:nvSpPr>
            <p:spPr>
              <a:xfrm>
                <a:off x="19902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" name="Freeform: Shape 705">
                <a:extLst>
                  <a:ext uri="{FF2B5EF4-FFF2-40B4-BE49-F238E27FC236}">
                    <a16:creationId xmlns:a16="http://schemas.microsoft.com/office/drawing/2014/main" id="{3CD792A7-56B1-4D5C-BE62-B303B5346D98}"/>
                  </a:ext>
                </a:extLst>
              </p:cNvPr>
              <p:cNvSpPr/>
              <p:nvPr/>
            </p:nvSpPr>
            <p:spPr>
              <a:xfrm>
                <a:off x="19902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7" name="Freeform: Shape 706">
                <a:extLst>
                  <a:ext uri="{FF2B5EF4-FFF2-40B4-BE49-F238E27FC236}">
                    <a16:creationId xmlns:a16="http://schemas.microsoft.com/office/drawing/2014/main" id="{D4ABB296-5DA7-4BCA-9E65-1E37EF11A44F}"/>
                  </a:ext>
                </a:extLst>
              </p:cNvPr>
              <p:cNvSpPr/>
              <p:nvPr/>
            </p:nvSpPr>
            <p:spPr>
              <a:xfrm>
                <a:off x="19900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8" name="Freeform: Shape 707">
                <a:extLst>
                  <a:ext uri="{FF2B5EF4-FFF2-40B4-BE49-F238E27FC236}">
                    <a16:creationId xmlns:a16="http://schemas.microsoft.com/office/drawing/2014/main" id="{26AFAD66-DDC6-4BBE-8DFE-24D4188AD98F}"/>
                  </a:ext>
                </a:extLst>
              </p:cNvPr>
              <p:cNvSpPr/>
              <p:nvPr/>
            </p:nvSpPr>
            <p:spPr>
              <a:xfrm>
                <a:off x="199007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9" name="Freeform: Shape 708">
                <a:extLst>
                  <a:ext uri="{FF2B5EF4-FFF2-40B4-BE49-F238E27FC236}">
                    <a16:creationId xmlns:a16="http://schemas.microsoft.com/office/drawing/2014/main" id="{C1660BE3-435F-4557-89BD-F91338DFD58A}"/>
                  </a:ext>
                </a:extLst>
              </p:cNvPr>
              <p:cNvSpPr/>
              <p:nvPr/>
            </p:nvSpPr>
            <p:spPr>
              <a:xfrm>
                <a:off x="19902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0" name="Freeform: Shape 709">
                <a:extLst>
                  <a:ext uri="{FF2B5EF4-FFF2-40B4-BE49-F238E27FC236}">
                    <a16:creationId xmlns:a16="http://schemas.microsoft.com/office/drawing/2014/main" id="{54E815A4-06C3-4B2D-9414-8761C7BAEF2E}"/>
                  </a:ext>
                </a:extLst>
              </p:cNvPr>
              <p:cNvSpPr/>
              <p:nvPr/>
            </p:nvSpPr>
            <p:spPr>
              <a:xfrm>
                <a:off x="19902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1" name="Freeform: Shape 710">
                <a:extLst>
                  <a:ext uri="{FF2B5EF4-FFF2-40B4-BE49-F238E27FC236}">
                    <a16:creationId xmlns:a16="http://schemas.microsoft.com/office/drawing/2014/main" id="{038543FF-FC91-4AA9-8402-D17D8041D63A}"/>
                  </a:ext>
                </a:extLst>
              </p:cNvPr>
              <p:cNvSpPr/>
              <p:nvPr/>
            </p:nvSpPr>
            <p:spPr>
              <a:xfrm>
                <a:off x="19902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2" name="Freeform: Shape 711">
                <a:extLst>
                  <a:ext uri="{FF2B5EF4-FFF2-40B4-BE49-F238E27FC236}">
                    <a16:creationId xmlns:a16="http://schemas.microsoft.com/office/drawing/2014/main" id="{E61A5A3F-30B7-49D0-845D-B5A55FC9608A}"/>
                  </a:ext>
                </a:extLst>
              </p:cNvPr>
              <p:cNvSpPr/>
              <p:nvPr/>
            </p:nvSpPr>
            <p:spPr>
              <a:xfrm>
                <a:off x="19902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3" name="Freeform: Shape 712">
                <a:extLst>
                  <a:ext uri="{FF2B5EF4-FFF2-40B4-BE49-F238E27FC236}">
                    <a16:creationId xmlns:a16="http://schemas.microsoft.com/office/drawing/2014/main" id="{3435461A-6885-47F0-80EB-FF13F8D7E133}"/>
                  </a:ext>
                </a:extLst>
              </p:cNvPr>
              <p:cNvSpPr/>
              <p:nvPr/>
            </p:nvSpPr>
            <p:spPr>
              <a:xfrm>
                <a:off x="19902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" name="Freeform: Shape 713">
                <a:extLst>
                  <a:ext uri="{FF2B5EF4-FFF2-40B4-BE49-F238E27FC236}">
                    <a16:creationId xmlns:a16="http://schemas.microsoft.com/office/drawing/2014/main" id="{A9C6C019-7689-4C7E-93FD-EFAF25BE848C}"/>
                  </a:ext>
                </a:extLst>
              </p:cNvPr>
              <p:cNvSpPr/>
              <p:nvPr/>
            </p:nvSpPr>
            <p:spPr>
              <a:xfrm>
                <a:off x="19902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5" name="Freeform: Shape 714">
                <a:extLst>
                  <a:ext uri="{FF2B5EF4-FFF2-40B4-BE49-F238E27FC236}">
                    <a16:creationId xmlns:a16="http://schemas.microsoft.com/office/drawing/2014/main" id="{7F828D21-05BB-46E9-A830-03DE8B26E575}"/>
                  </a:ext>
                </a:extLst>
              </p:cNvPr>
              <p:cNvSpPr/>
              <p:nvPr/>
            </p:nvSpPr>
            <p:spPr>
              <a:xfrm>
                <a:off x="19902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6" name="Freeform: Shape 715">
                <a:extLst>
                  <a:ext uri="{FF2B5EF4-FFF2-40B4-BE49-F238E27FC236}">
                    <a16:creationId xmlns:a16="http://schemas.microsoft.com/office/drawing/2014/main" id="{58D9462B-E118-45DD-8052-B84D57D0131D}"/>
                  </a:ext>
                </a:extLst>
              </p:cNvPr>
              <p:cNvSpPr/>
              <p:nvPr/>
            </p:nvSpPr>
            <p:spPr>
              <a:xfrm>
                <a:off x="19902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7" name="Freeform: Shape 716">
                <a:extLst>
                  <a:ext uri="{FF2B5EF4-FFF2-40B4-BE49-F238E27FC236}">
                    <a16:creationId xmlns:a16="http://schemas.microsoft.com/office/drawing/2014/main" id="{BCC72EA7-DA31-4945-B12B-512A84EA65D2}"/>
                  </a:ext>
                </a:extLst>
              </p:cNvPr>
              <p:cNvSpPr/>
              <p:nvPr/>
            </p:nvSpPr>
            <p:spPr>
              <a:xfrm>
                <a:off x="19902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8" name="Freeform: Shape 717">
                <a:extLst>
                  <a:ext uri="{FF2B5EF4-FFF2-40B4-BE49-F238E27FC236}">
                    <a16:creationId xmlns:a16="http://schemas.microsoft.com/office/drawing/2014/main" id="{877D36D1-AEFD-4282-9C26-F3E687C8F178}"/>
                  </a:ext>
                </a:extLst>
              </p:cNvPr>
              <p:cNvSpPr/>
              <p:nvPr/>
            </p:nvSpPr>
            <p:spPr>
              <a:xfrm>
                <a:off x="19902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9" name="Freeform: Shape 718">
                <a:extLst>
                  <a:ext uri="{FF2B5EF4-FFF2-40B4-BE49-F238E27FC236}">
                    <a16:creationId xmlns:a16="http://schemas.microsoft.com/office/drawing/2014/main" id="{2AD891A5-94E2-4FDE-B46E-FFA4CCDDFC5D}"/>
                  </a:ext>
                </a:extLst>
              </p:cNvPr>
              <p:cNvSpPr/>
              <p:nvPr/>
            </p:nvSpPr>
            <p:spPr>
              <a:xfrm>
                <a:off x="19902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0" name="Freeform: Shape 719">
                <a:extLst>
                  <a:ext uri="{FF2B5EF4-FFF2-40B4-BE49-F238E27FC236}">
                    <a16:creationId xmlns:a16="http://schemas.microsoft.com/office/drawing/2014/main" id="{27C51390-F61C-4FBE-90FD-C1FF5D3AC729}"/>
                  </a:ext>
                </a:extLst>
              </p:cNvPr>
              <p:cNvSpPr/>
              <p:nvPr/>
            </p:nvSpPr>
            <p:spPr>
              <a:xfrm>
                <a:off x="19902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" name="Freeform: Shape 720">
                <a:extLst>
                  <a:ext uri="{FF2B5EF4-FFF2-40B4-BE49-F238E27FC236}">
                    <a16:creationId xmlns:a16="http://schemas.microsoft.com/office/drawing/2014/main" id="{ECF58001-6A16-45FB-9B43-E18AE0A46186}"/>
                  </a:ext>
                </a:extLst>
              </p:cNvPr>
              <p:cNvSpPr/>
              <p:nvPr/>
            </p:nvSpPr>
            <p:spPr>
              <a:xfrm>
                <a:off x="19902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2" name="Freeform: Shape 721">
                <a:extLst>
                  <a:ext uri="{FF2B5EF4-FFF2-40B4-BE49-F238E27FC236}">
                    <a16:creationId xmlns:a16="http://schemas.microsoft.com/office/drawing/2014/main" id="{2AE27613-6ACA-4E6E-BD5E-DC8784DFE1E5}"/>
                  </a:ext>
                </a:extLst>
              </p:cNvPr>
              <p:cNvSpPr/>
              <p:nvPr/>
            </p:nvSpPr>
            <p:spPr>
              <a:xfrm>
                <a:off x="19902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3" name="Freeform: Shape 722">
                <a:extLst>
                  <a:ext uri="{FF2B5EF4-FFF2-40B4-BE49-F238E27FC236}">
                    <a16:creationId xmlns:a16="http://schemas.microsoft.com/office/drawing/2014/main" id="{394BA2D1-2A77-45F3-AF0A-EF0EE9AE5623}"/>
                  </a:ext>
                </a:extLst>
              </p:cNvPr>
              <p:cNvSpPr/>
              <p:nvPr/>
            </p:nvSpPr>
            <p:spPr>
              <a:xfrm>
                <a:off x="19902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4" name="Freeform: Shape 723">
                <a:extLst>
                  <a:ext uri="{FF2B5EF4-FFF2-40B4-BE49-F238E27FC236}">
                    <a16:creationId xmlns:a16="http://schemas.microsoft.com/office/drawing/2014/main" id="{C1477DB5-1EA0-457E-A49A-24FD215C9D38}"/>
                  </a:ext>
                </a:extLst>
              </p:cNvPr>
              <p:cNvSpPr/>
              <p:nvPr/>
            </p:nvSpPr>
            <p:spPr>
              <a:xfrm>
                <a:off x="19902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5" name="Freeform: Shape 724">
                <a:extLst>
                  <a:ext uri="{FF2B5EF4-FFF2-40B4-BE49-F238E27FC236}">
                    <a16:creationId xmlns:a16="http://schemas.microsoft.com/office/drawing/2014/main" id="{57943649-1027-4BCE-896C-66BB2EEFA4D5}"/>
                  </a:ext>
                </a:extLst>
              </p:cNvPr>
              <p:cNvSpPr/>
              <p:nvPr/>
            </p:nvSpPr>
            <p:spPr>
              <a:xfrm>
                <a:off x="19902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6" name="Freeform: Shape 725">
                <a:extLst>
                  <a:ext uri="{FF2B5EF4-FFF2-40B4-BE49-F238E27FC236}">
                    <a16:creationId xmlns:a16="http://schemas.microsoft.com/office/drawing/2014/main" id="{5F11CACF-454F-4BAF-A10E-3672447C0DE6}"/>
                  </a:ext>
                </a:extLst>
              </p:cNvPr>
              <p:cNvSpPr/>
              <p:nvPr/>
            </p:nvSpPr>
            <p:spPr>
              <a:xfrm>
                <a:off x="19140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7" name="Freeform: Shape 726">
                <a:extLst>
                  <a:ext uri="{FF2B5EF4-FFF2-40B4-BE49-F238E27FC236}">
                    <a16:creationId xmlns:a16="http://schemas.microsoft.com/office/drawing/2014/main" id="{5B92C5AB-DD54-49D5-BD58-694DC8789B71}"/>
                  </a:ext>
                </a:extLst>
              </p:cNvPr>
              <p:cNvSpPr/>
              <p:nvPr/>
            </p:nvSpPr>
            <p:spPr>
              <a:xfrm>
                <a:off x="1914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8" name="Freeform: Shape 727">
                <a:extLst>
                  <a:ext uri="{FF2B5EF4-FFF2-40B4-BE49-F238E27FC236}">
                    <a16:creationId xmlns:a16="http://schemas.microsoft.com/office/drawing/2014/main" id="{18DF4BAE-2A6D-4222-805A-C637DF952EC5}"/>
                  </a:ext>
                </a:extLst>
              </p:cNvPr>
              <p:cNvSpPr/>
              <p:nvPr/>
            </p:nvSpPr>
            <p:spPr>
              <a:xfrm>
                <a:off x="19140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9" name="Freeform: Shape 728">
                <a:extLst>
                  <a:ext uri="{FF2B5EF4-FFF2-40B4-BE49-F238E27FC236}">
                    <a16:creationId xmlns:a16="http://schemas.microsoft.com/office/drawing/2014/main" id="{8D9FF73A-7480-402D-A3EB-503630238700}"/>
                  </a:ext>
                </a:extLst>
              </p:cNvPr>
              <p:cNvSpPr/>
              <p:nvPr/>
            </p:nvSpPr>
            <p:spPr>
              <a:xfrm>
                <a:off x="191400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0" name="Freeform: Shape 729">
                <a:extLst>
                  <a:ext uri="{FF2B5EF4-FFF2-40B4-BE49-F238E27FC236}">
                    <a16:creationId xmlns:a16="http://schemas.microsoft.com/office/drawing/2014/main" id="{5AADA57D-69DE-41DF-A253-B97F8CB4CCFC}"/>
                  </a:ext>
                </a:extLst>
              </p:cNvPr>
              <p:cNvSpPr/>
              <p:nvPr/>
            </p:nvSpPr>
            <p:spPr>
              <a:xfrm>
                <a:off x="19140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1" name="Freeform: Shape 730">
                <a:extLst>
                  <a:ext uri="{FF2B5EF4-FFF2-40B4-BE49-F238E27FC236}">
                    <a16:creationId xmlns:a16="http://schemas.microsoft.com/office/drawing/2014/main" id="{89EFBB7D-59DB-4555-9EC3-9FD636CD5B71}"/>
                  </a:ext>
                </a:extLst>
              </p:cNvPr>
              <p:cNvSpPr/>
              <p:nvPr/>
            </p:nvSpPr>
            <p:spPr>
              <a:xfrm>
                <a:off x="19140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2" name="Freeform: Shape 731">
                <a:extLst>
                  <a:ext uri="{FF2B5EF4-FFF2-40B4-BE49-F238E27FC236}">
                    <a16:creationId xmlns:a16="http://schemas.microsoft.com/office/drawing/2014/main" id="{A2A87C77-5C2C-4B1F-8E96-F192686B564A}"/>
                  </a:ext>
                </a:extLst>
              </p:cNvPr>
              <p:cNvSpPr/>
              <p:nvPr/>
            </p:nvSpPr>
            <p:spPr>
              <a:xfrm>
                <a:off x="19140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3" name="Freeform: Shape 732">
                <a:extLst>
                  <a:ext uri="{FF2B5EF4-FFF2-40B4-BE49-F238E27FC236}">
                    <a16:creationId xmlns:a16="http://schemas.microsoft.com/office/drawing/2014/main" id="{6BC6C883-E26D-419A-8565-CE5EC1C46F7E}"/>
                  </a:ext>
                </a:extLst>
              </p:cNvPr>
              <p:cNvSpPr/>
              <p:nvPr/>
            </p:nvSpPr>
            <p:spPr>
              <a:xfrm>
                <a:off x="19140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4" name="Freeform: Shape 733">
                <a:extLst>
                  <a:ext uri="{FF2B5EF4-FFF2-40B4-BE49-F238E27FC236}">
                    <a16:creationId xmlns:a16="http://schemas.microsoft.com/office/drawing/2014/main" id="{06316537-942F-413A-89DA-39DDA1BFBFE0}"/>
                  </a:ext>
                </a:extLst>
              </p:cNvPr>
              <p:cNvSpPr/>
              <p:nvPr/>
            </p:nvSpPr>
            <p:spPr>
              <a:xfrm>
                <a:off x="19140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5" name="Freeform: Shape 734">
                <a:extLst>
                  <a:ext uri="{FF2B5EF4-FFF2-40B4-BE49-F238E27FC236}">
                    <a16:creationId xmlns:a16="http://schemas.microsoft.com/office/drawing/2014/main" id="{6B9BA450-A58D-4E72-B117-B570C3A89DA2}"/>
                  </a:ext>
                </a:extLst>
              </p:cNvPr>
              <p:cNvSpPr/>
              <p:nvPr/>
            </p:nvSpPr>
            <p:spPr>
              <a:xfrm>
                <a:off x="19140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6" name="Freeform: Shape 735">
                <a:extLst>
                  <a:ext uri="{FF2B5EF4-FFF2-40B4-BE49-F238E27FC236}">
                    <a16:creationId xmlns:a16="http://schemas.microsoft.com/office/drawing/2014/main" id="{639FCBA3-4EB0-4F1B-9F16-EF1116924F99}"/>
                  </a:ext>
                </a:extLst>
              </p:cNvPr>
              <p:cNvSpPr/>
              <p:nvPr/>
            </p:nvSpPr>
            <p:spPr>
              <a:xfrm>
                <a:off x="19140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7" name="Freeform: Shape 736">
                <a:extLst>
                  <a:ext uri="{FF2B5EF4-FFF2-40B4-BE49-F238E27FC236}">
                    <a16:creationId xmlns:a16="http://schemas.microsoft.com/office/drawing/2014/main" id="{F85BB5E1-2B04-4B74-A6E3-10D75DFD5D54}"/>
                  </a:ext>
                </a:extLst>
              </p:cNvPr>
              <p:cNvSpPr/>
              <p:nvPr/>
            </p:nvSpPr>
            <p:spPr>
              <a:xfrm>
                <a:off x="19140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8" name="Freeform: Shape 737">
                <a:extLst>
                  <a:ext uri="{FF2B5EF4-FFF2-40B4-BE49-F238E27FC236}">
                    <a16:creationId xmlns:a16="http://schemas.microsoft.com/office/drawing/2014/main" id="{D6B622D2-FE68-4458-9165-33E9D1BB9C7E}"/>
                  </a:ext>
                </a:extLst>
              </p:cNvPr>
              <p:cNvSpPr/>
              <p:nvPr/>
            </p:nvSpPr>
            <p:spPr>
              <a:xfrm>
                <a:off x="19140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9" name="Freeform: Shape 738">
                <a:extLst>
                  <a:ext uri="{FF2B5EF4-FFF2-40B4-BE49-F238E27FC236}">
                    <a16:creationId xmlns:a16="http://schemas.microsoft.com/office/drawing/2014/main" id="{E79EA5C5-B18F-4DCE-9BC0-3E0E1BF8F467}"/>
                  </a:ext>
                </a:extLst>
              </p:cNvPr>
              <p:cNvSpPr/>
              <p:nvPr/>
            </p:nvSpPr>
            <p:spPr>
              <a:xfrm>
                <a:off x="19140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0" name="Freeform: Shape 739">
                <a:extLst>
                  <a:ext uri="{FF2B5EF4-FFF2-40B4-BE49-F238E27FC236}">
                    <a16:creationId xmlns:a16="http://schemas.microsoft.com/office/drawing/2014/main" id="{BA6ADEF0-02B0-4505-A3BD-3478AD01B9B6}"/>
                  </a:ext>
                </a:extLst>
              </p:cNvPr>
              <p:cNvSpPr/>
              <p:nvPr/>
            </p:nvSpPr>
            <p:spPr>
              <a:xfrm>
                <a:off x="1914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1" name="Freeform: Shape 740">
                <a:extLst>
                  <a:ext uri="{FF2B5EF4-FFF2-40B4-BE49-F238E27FC236}">
                    <a16:creationId xmlns:a16="http://schemas.microsoft.com/office/drawing/2014/main" id="{D145EE41-2408-4C99-864F-C93E328D0AF1}"/>
                  </a:ext>
                </a:extLst>
              </p:cNvPr>
              <p:cNvSpPr/>
              <p:nvPr/>
            </p:nvSpPr>
            <p:spPr>
              <a:xfrm>
                <a:off x="1914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2" name="Freeform: Shape 741">
                <a:extLst>
                  <a:ext uri="{FF2B5EF4-FFF2-40B4-BE49-F238E27FC236}">
                    <a16:creationId xmlns:a16="http://schemas.microsoft.com/office/drawing/2014/main" id="{AB22FAE8-2361-42D9-9D45-43250CE6EC3E}"/>
                  </a:ext>
                </a:extLst>
              </p:cNvPr>
              <p:cNvSpPr/>
              <p:nvPr/>
            </p:nvSpPr>
            <p:spPr>
              <a:xfrm>
                <a:off x="19140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3" name="Freeform: Shape 742">
                <a:extLst>
                  <a:ext uri="{FF2B5EF4-FFF2-40B4-BE49-F238E27FC236}">
                    <a16:creationId xmlns:a16="http://schemas.microsoft.com/office/drawing/2014/main" id="{705A1448-1B38-4D19-8A3E-C2C01DF4D838}"/>
                  </a:ext>
                </a:extLst>
              </p:cNvPr>
              <p:cNvSpPr/>
              <p:nvPr/>
            </p:nvSpPr>
            <p:spPr>
              <a:xfrm>
                <a:off x="19140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4" name="Freeform: Shape 743">
                <a:extLst>
                  <a:ext uri="{FF2B5EF4-FFF2-40B4-BE49-F238E27FC236}">
                    <a16:creationId xmlns:a16="http://schemas.microsoft.com/office/drawing/2014/main" id="{114A9DFD-AAC5-45B7-8944-D48E22CF8236}"/>
                  </a:ext>
                </a:extLst>
              </p:cNvPr>
              <p:cNvSpPr/>
              <p:nvPr/>
            </p:nvSpPr>
            <p:spPr>
              <a:xfrm>
                <a:off x="18377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5" name="Freeform: Shape 744">
                <a:extLst>
                  <a:ext uri="{FF2B5EF4-FFF2-40B4-BE49-F238E27FC236}">
                    <a16:creationId xmlns:a16="http://schemas.microsoft.com/office/drawing/2014/main" id="{D9BB280C-C8F9-4A69-8AB9-824BFF75804E}"/>
                  </a:ext>
                </a:extLst>
              </p:cNvPr>
              <p:cNvSpPr/>
              <p:nvPr/>
            </p:nvSpPr>
            <p:spPr>
              <a:xfrm>
                <a:off x="18377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6" name="Freeform: Shape 745">
                <a:extLst>
                  <a:ext uri="{FF2B5EF4-FFF2-40B4-BE49-F238E27FC236}">
                    <a16:creationId xmlns:a16="http://schemas.microsoft.com/office/drawing/2014/main" id="{3843AB4F-B6E4-41F3-9FAF-081211C45214}"/>
                  </a:ext>
                </a:extLst>
              </p:cNvPr>
              <p:cNvSpPr/>
              <p:nvPr/>
            </p:nvSpPr>
            <p:spPr>
              <a:xfrm>
                <a:off x="18377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7" name="Freeform: Shape 746">
                <a:extLst>
                  <a:ext uri="{FF2B5EF4-FFF2-40B4-BE49-F238E27FC236}">
                    <a16:creationId xmlns:a16="http://schemas.microsoft.com/office/drawing/2014/main" id="{1CF10785-6972-469F-87AE-BA58E3B42BDA}"/>
                  </a:ext>
                </a:extLst>
              </p:cNvPr>
              <p:cNvSpPr/>
              <p:nvPr/>
            </p:nvSpPr>
            <p:spPr>
              <a:xfrm>
                <a:off x="18377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8" name="Freeform: Shape 747">
                <a:extLst>
                  <a:ext uri="{FF2B5EF4-FFF2-40B4-BE49-F238E27FC236}">
                    <a16:creationId xmlns:a16="http://schemas.microsoft.com/office/drawing/2014/main" id="{4BC549C3-9263-494E-8F4B-582DF4E4F49D}"/>
                  </a:ext>
                </a:extLst>
              </p:cNvPr>
              <p:cNvSpPr/>
              <p:nvPr/>
            </p:nvSpPr>
            <p:spPr>
              <a:xfrm>
                <a:off x="18377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9" name="Freeform: Shape 748">
                <a:extLst>
                  <a:ext uri="{FF2B5EF4-FFF2-40B4-BE49-F238E27FC236}">
                    <a16:creationId xmlns:a16="http://schemas.microsoft.com/office/drawing/2014/main" id="{8116A020-5268-46BF-B5ED-23D1E5459CDE}"/>
                  </a:ext>
                </a:extLst>
              </p:cNvPr>
              <p:cNvSpPr/>
              <p:nvPr/>
            </p:nvSpPr>
            <p:spPr>
              <a:xfrm>
                <a:off x="18377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0" name="Freeform: Shape 749">
                <a:extLst>
                  <a:ext uri="{FF2B5EF4-FFF2-40B4-BE49-F238E27FC236}">
                    <a16:creationId xmlns:a16="http://schemas.microsoft.com/office/drawing/2014/main" id="{04751008-9895-4981-9E5E-04BFE95A22F0}"/>
                  </a:ext>
                </a:extLst>
              </p:cNvPr>
              <p:cNvSpPr/>
              <p:nvPr/>
            </p:nvSpPr>
            <p:spPr>
              <a:xfrm>
                <a:off x="18377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1" name="Freeform: Shape 750">
                <a:extLst>
                  <a:ext uri="{FF2B5EF4-FFF2-40B4-BE49-F238E27FC236}">
                    <a16:creationId xmlns:a16="http://schemas.microsoft.com/office/drawing/2014/main" id="{5AA1163E-3676-48C3-935D-A4A73660CA48}"/>
                  </a:ext>
                </a:extLst>
              </p:cNvPr>
              <p:cNvSpPr/>
              <p:nvPr/>
            </p:nvSpPr>
            <p:spPr>
              <a:xfrm>
                <a:off x="18377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2" name="Freeform: Shape 751">
                <a:extLst>
                  <a:ext uri="{FF2B5EF4-FFF2-40B4-BE49-F238E27FC236}">
                    <a16:creationId xmlns:a16="http://schemas.microsoft.com/office/drawing/2014/main" id="{97FB4F87-8438-4AE9-8A23-C380B00ECC5F}"/>
                  </a:ext>
                </a:extLst>
              </p:cNvPr>
              <p:cNvSpPr/>
              <p:nvPr/>
            </p:nvSpPr>
            <p:spPr>
              <a:xfrm>
                <a:off x="18377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" name="Freeform: Shape 752">
                <a:extLst>
                  <a:ext uri="{FF2B5EF4-FFF2-40B4-BE49-F238E27FC236}">
                    <a16:creationId xmlns:a16="http://schemas.microsoft.com/office/drawing/2014/main" id="{775CEF0E-F8AB-4D37-8E16-1D0D54069BDB}"/>
                  </a:ext>
                </a:extLst>
              </p:cNvPr>
              <p:cNvSpPr/>
              <p:nvPr/>
            </p:nvSpPr>
            <p:spPr>
              <a:xfrm>
                <a:off x="18377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" name="Freeform: Shape 753">
                <a:extLst>
                  <a:ext uri="{FF2B5EF4-FFF2-40B4-BE49-F238E27FC236}">
                    <a16:creationId xmlns:a16="http://schemas.microsoft.com/office/drawing/2014/main" id="{26C9EBE9-DCC1-43D1-BA8C-D36C7D883B12}"/>
                  </a:ext>
                </a:extLst>
              </p:cNvPr>
              <p:cNvSpPr/>
              <p:nvPr/>
            </p:nvSpPr>
            <p:spPr>
              <a:xfrm>
                <a:off x="18377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" name="Freeform: Shape 754">
                <a:extLst>
                  <a:ext uri="{FF2B5EF4-FFF2-40B4-BE49-F238E27FC236}">
                    <a16:creationId xmlns:a16="http://schemas.microsoft.com/office/drawing/2014/main" id="{B46BAD7E-2336-4DE9-835F-804BCEDD6426}"/>
                  </a:ext>
                </a:extLst>
              </p:cNvPr>
              <p:cNvSpPr/>
              <p:nvPr/>
            </p:nvSpPr>
            <p:spPr>
              <a:xfrm>
                <a:off x="18377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" name="Freeform: Shape 755">
                <a:extLst>
                  <a:ext uri="{FF2B5EF4-FFF2-40B4-BE49-F238E27FC236}">
                    <a16:creationId xmlns:a16="http://schemas.microsoft.com/office/drawing/2014/main" id="{625906ED-D873-4875-8621-28906CFE803E}"/>
                  </a:ext>
                </a:extLst>
              </p:cNvPr>
              <p:cNvSpPr/>
              <p:nvPr/>
            </p:nvSpPr>
            <p:spPr>
              <a:xfrm>
                <a:off x="18377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" name="Freeform: Shape 756">
                <a:extLst>
                  <a:ext uri="{FF2B5EF4-FFF2-40B4-BE49-F238E27FC236}">
                    <a16:creationId xmlns:a16="http://schemas.microsoft.com/office/drawing/2014/main" id="{54D63A1A-220C-415F-903C-6A495D591102}"/>
                  </a:ext>
                </a:extLst>
              </p:cNvPr>
              <p:cNvSpPr/>
              <p:nvPr/>
            </p:nvSpPr>
            <p:spPr>
              <a:xfrm>
                <a:off x="18377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" name="Freeform: Shape 757">
                <a:extLst>
                  <a:ext uri="{FF2B5EF4-FFF2-40B4-BE49-F238E27FC236}">
                    <a16:creationId xmlns:a16="http://schemas.microsoft.com/office/drawing/2014/main" id="{2517C46D-D3B4-4841-9DF9-12E937E26ECF}"/>
                  </a:ext>
                </a:extLst>
              </p:cNvPr>
              <p:cNvSpPr/>
              <p:nvPr/>
            </p:nvSpPr>
            <p:spPr>
              <a:xfrm>
                <a:off x="18377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" name="Freeform: Shape 758">
                <a:extLst>
                  <a:ext uri="{FF2B5EF4-FFF2-40B4-BE49-F238E27FC236}">
                    <a16:creationId xmlns:a16="http://schemas.microsoft.com/office/drawing/2014/main" id="{0190EECB-F149-482E-9FF0-E18B20CE6F8B}"/>
                  </a:ext>
                </a:extLst>
              </p:cNvPr>
              <p:cNvSpPr/>
              <p:nvPr/>
            </p:nvSpPr>
            <p:spPr>
              <a:xfrm>
                <a:off x="18377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" name="Freeform: Shape 759">
                <a:extLst>
                  <a:ext uri="{FF2B5EF4-FFF2-40B4-BE49-F238E27FC236}">
                    <a16:creationId xmlns:a16="http://schemas.microsoft.com/office/drawing/2014/main" id="{4C48FED5-FF33-4001-8262-56DDAD0D3681}"/>
                  </a:ext>
                </a:extLst>
              </p:cNvPr>
              <p:cNvSpPr/>
              <p:nvPr/>
            </p:nvSpPr>
            <p:spPr>
              <a:xfrm>
                <a:off x="18377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" name="Freeform: Shape 760">
                <a:extLst>
                  <a:ext uri="{FF2B5EF4-FFF2-40B4-BE49-F238E27FC236}">
                    <a16:creationId xmlns:a16="http://schemas.microsoft.com/office/drawing/2014/main" id="{C426489D-467B-4674-BEEB-9D58EB03947A}"/>
                  </a:ext>
                </a:extLst>
              </p:cNvPr>
              <p:cNvSpPr/>
              <p:nvPr/>
            </p:nvSpPr>
            <p:spPr>
              <a:xfrm>
                <a:off x="1837775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" name="Freeform: Shape 761">
                <a:extLst>
                  <a:ext uri="{FF2B5EF4-FFF2-40B4-BE49-F238E27FC236}">
                    <a16:creationId xmlns:a16="http://schemas.microsoft.com/office/drawing/2014/main" id="{E96A369D-EB66-4D1A-86A8-1C09D0795B09}"/>
                  </a:ext>
                </a:extLst>
              </p:cNvPr>
              <p:cNvSpPr/>
              <p:nvPr/>
            </p:nvSpPr>
            <p:spPr>
              <a:xfrm>
                <a:off x="17617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" name="Freeform: Shape 762">
                <a:extLst>
                  <a:ext uri="{FF2B5EF4-FFF2-40B4-BE49-F238E27FC236}">
                    <a16:creationId xmlns:a16="http://schemas.microsoft.com/office/drawing/2014/main" id="{EC227600-39E2-47F3-8DAA-373081CA54DC}"/>
                  </a:ext>
                </a:extLst>
              </p:cNvPr>
              <p:cNvSpPr/>
              <p:nvPr/>
            </p:nvSpPr>
            <p:spPr>
              <a:xfrm>
                <a:off x="17617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" name="Freeform: Shape 763">
                <a:extLst>
                  <a:ext uri="{FF2B5EF4-FFF2-40B4-BE49-F238E27FC236}">
                    <a16:creationId xmlns:a16="http://schemas.microsoft.com/office/drawing/2014/main" id="{752675B1-D12A-4C9B-B972-6B624D8F2BF4}"/>
                  </a:ext>
                </a:extLst>
              </p:cNvPr>
              <p:cNvSpPr/>
              <p:nvPr/>
            </p:nvSpPr>
            <p:spPr>
              <a:xfrm>
                <a:off x="17617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" name="Freeform: Shape 764">
                <a:extLst>
                  <a:ext uri="{FF2B5EF4-FFF2-40B4-BE49-F238E27FC236}">
                    <a16:creationId xmlns:a16="http://schemas.microsoft.com/office/drawing/2014/main" id="{1D7D4C0E-135E-4929-A24E-DD98565D9FA3}"/>
                  </a:ext>
                </a:extLst>
              </p:cNvPr>
              <p:cNvSpPr/>
              <p:nvPr/>
            </p:nvSpPr>
            <p:spPr>
              <a:xfrm>
                <a:off x="17617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" name="Freeform: Shape 765">
                <a:extLst>
                  <a:ext uri="{FF2B5EF4-FFF2-40B4-BE49-F238E27FC236}">
                    <a16:creationId xmlns:a16="http://schemas.microsoft.com/office/drawing/2014/main" id="{06AADA2A-4F2B-44E0-8972-3531E8A5216F}"/>
                  </a:ext>
                </a:extLst>
              </p:cNvPr>
              <p:cNvSpPr/>
              <p:nvPr/>
            </p:nvSpPr>
            <p:spPr>
              <a:xfrm>
                <a:off x="17617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" name="Freeform: Shape 766">
                <a:extLst>
                  <a:ext uri="{FF2B5EF4-FFF2-40B4-BE49-F238E27FC236}">
                    <a16:creationId xmlns:a16="http://schemas.microsoft.com/office/drawing/2014/main" id="{E555C957-C29F-4F9C-BC54-B1F3B4F20633}"/>
                  </a:ext>
                </a:extLst>
              </p:cNvPr>
              <p:cNvSpPr/>
              <p:nvPr/>
            </p:nvSpPr>
            <p:spPr>
              <a:xfrm>
                <a:off x="17617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" name="Freeform: Shape 767">
                <a:extLst>
                  <a:ext uri="{FF2B5EF4-FFF2-40B4-BE49-F238E27FC236}">
                    <a16:creationId xmlns:a16="http://schemas.microsoft.com/office/drawing/2014/main" id="{301A315E-ABD2-4DA9-94B6-9C4B879E37B8}"/>
                  </a:ext>
                </a:extLst>
              </p:cNvPr>
              <p:cNvSpPr/>
              <p:nvPr/>
            </p:nvSpPr>
            <p:spPr>
              <a:xfrm>
                <a:off x="17617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" name="Freeform: Shape 768">
                <a:extLst>
                  <a:ext uri="{FF2B5EF4-FFF2-40B4-BE49-F238E27FC236}">
                    <a16:creationId xmlns:a16="http://schemas.microsoft.com/office/drawing/2014/main" id="{C230B5C0-D4D6-4FA3-9FEA-89733FB86E66}"/>
                  </a:ext>
                </a:extLst>
              </p:cNvPr>
              <p:cNvSpPr/>
              <p:nvPr/>
            </p:nvSpPr>
            <p:spPr>
              <a:xfrm>
                <a:off x="17617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0" name="Freeform: Shape 769">
                <a:extLst>
                  <a:ext uri="{FF2B5EF4-FFF2-40B4-BE49-F238E27FC236}">
                    <a16:creationId xmlns:a16="http://schemas.microsoft.com/office/drawing/2014/main" id="{F5055C6E-D4B8-4CAA-BC52-3DF1FE0DE7B7}"/>
                  </a:ext>
                </a:extLst>
              </p:cNvPr>
              <p:cNvSpPr/>
              <p:nvPr/>
            </p:nvSpPr>
            <p:spPr>
              <a:xfrm>
                <a:off x="17617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1" name="Freeform: Shape 770">
                <a:extLst>
                  <a:ext uri="{FF2B5EF4-FFF2-40B4-BE49-F238E27FC236}">
                    <a16:creationId xmlns:a16="http://schemas.microsoft.com/office/drawing/2014/main" id="{7D93A716-EFA1-4681-A6BB-6F7366649E03}"/>
                  </a:ext>
                </a:extLst>
              </p:cNvPr>
              <p:cNvSpPr/>
              <p:nvPr/>
            </p:nvSpPr>
            <p:spPr>
              <a:xfrm>
                <a:off x="17617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2" name="Freeform: Shape 771">
                <a:extLst>
                  <a:ext uri="{FF2B5EF4-FFF2-40B4-BE49-F238E27FC236}">
                    <a16:creationId xmlns:a16="http://schemas.microsoft.com/office/drawing/2014/main" id="{31CF1E28-32A7-4E51-AE10-03B73EB9DD0C}"/>
                  </a:ext>
                </a:extLst>
              </p:cNvPr>
              <p:cNvSpPr/>
              <p:nvPr/>
            </p:nvSpPr>
            <p:spPr>
              <a:xfrm>
                <a:off x="17617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3" name="Freeform: Shape 772">
                <a:extLst>
                  <a:ext uri="{FF2B5EF4-FFF2-40B4-BE49-F238E27FC236}">
                    <a16:creationId xmlns:a16="http://schemas.microsoft.com/office/drawing/2014/main" id="{0269524C-077F-49F3-BCC3-D936F36FB561}"/>
                  </a:ext>
                </a:extLst>
              </p:cNvPr>
              <p:cNvSpPr/>
              <p:nvPr/>
            </p:nvSpPr>
            <p:spPr>
              <a:xfrm>
                <a:off x="17617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4" name="Freeform: Shape 773">
                <a:extLst>
                  <a:ext uri="{FF2B5EF4-FFF2-40B4-BE49-F238E27FC236}">
                    <a16:creationId xmlns:a16="http://schemas.microsoft.com/office/drawing/2014/main" id="{685CB7FA-E7C5-4452-AC1F-27012624F7A4}"/>
                  </a:ext>
                </a:extLst>
              </p:cNvPr>
              <p:cNvSpPr/>
              <p:nvPr/>
            </p:nvSpPr>
            <p:spPr>
              <a:xfrm>
                <a:off x="17617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5" name="Freeform: Shape 774">
                <a:extLst>
                  <a:ext uri="{FF2B5EF4-FFF2-40B4-BE49-F238E27FC236}">
                    <a16:creationId xmlns:a16="http://schemas.microsoft.com/office/drawing/2014/main" id="{E1096B82-FA09-4908-B81E-75BE3588B512}"/>
                  </a:ext>
                </a:extLst>
              </p:cNvPr>
              <p:cNvSpPr/>
              <p:nvPr/>
            </p:nvSpPr>
            <p:spPr>
              <a:xfrm>
                <a:off x="17617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6" name="Freeform: Shape 775">
                <a:extLst>
                  <a:ext uri="{FF2B5EF4-FFF2-40B4-BE49-F238E27FC236}">
                    <a16:creationId xmlns:a16="http://schemas.microsoft.com/office/drawing/2014/main" id="{2434D643-3A0F-4044-99BA-A807C54CC220}"/>
                  </a:ext>
                </a:extLst>
              </p:cNvPr>
              <p:cNvSpPr/>
              <p:nvPr/>
            </p:nvSpPr>
            <p:spPr>
              <a:xfrm>
                <a:off x="17617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7" name="Freeform: Shape 776">
                <a:extLst>
                  <a:ext uri="{FF2B5EF4-FFF2-40B4-BE49-F238E27FC236}">
                    <a16:creationId xmlns:a16="http://schemas.microsoft.com/office/drawing/2014/main" id="{D30CBDD3-412D-4162-9507-5989079282BA}"/>
                  </a:ext>
                </a:extLst>
              </p:cNvPr>
              <p:cNvSpPr/>
              <p:nvPr/>
            </p:nvSpPr>
            <p:spPr>
              <a:xfrm>
                <a:off x="17617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8" name="Freeform: Shape 777">
                <a:extLst>
                  <a:ext uri="{FF2B5EF4-FFF2-40B4-BE49-F238E27FC236}">
                    <a16:creationId xmlns:a16="http://schemas.microsoft.com/office/drawing/2014/main" id="{44F53FC9-46E8-4B63-9D6F-530A52BDD659}"/>
                  </a:ext>
                </a:extLst>
              </p:cNvPr>
              <p:cNvSpPr/>
              <p:nvPr/>
            </p:nvSpPr>
            <p:spPr>
              <a:xfrm>
                <a:off x="16855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9" name="Freeform: Shape 778">
                <a:extLst>
                  <a:ext uri="{FF2B5EF4-FFF2-40B4-BE49-F238E27FC236}">
                    <a16:creationId xmlns:a16="http://schemas.microsoft.com/office/drawing/2014/main" id="{D6F37EF8-475B-449B-8ACB-099005A7194C}"/>
                  </a:ext>
                </a:extLst>
              </p:cNvPr>
              <p:cNvSpPr/>
              <p:nvPr/>
            </p:nvSpPr>
            <p:spPr>
              <a:xfrm>
                <a:off x="16855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0" name="Freeform: Shape 779">
                <a:extLst>
                  <a:ext uri="{FF2B5EF4-FFF2-40B4-BE49-F238E27FC236}">
                    <a16:creationId xmlns:a16="http://schemas.microsoft.com/office/drawing/2014/main" id="{A951CF77-4A88-41AE-8B80-DB3BB9BA8B44}"/>
                  </a:ext>
                </a:extLst>
              </p:cNvPr>
              <p:cNvSpPr/>
              <p:nvPr/>
            </p:nvSpPr>
            <p:spPr>
              <a:xfrm>
                <a:off x="16855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1" name="Freeform: Shape 780">
                <a:extLst>
                  <a:ext uri="{FF2B5EF4-FFF2-40B4-BE49-F238E27FC236}">
                    <a16:creationId xmlns:a16="http://schemas.microsoft.com/office/drawing/2014/main" id="{9E821D0B-98E2-42D7-BC7F-D246AB5E7088}"/>
                  </a:ext>
                </a:extLst>
              </p:cNvPr>
              <p:cNvSpPr/>
              <p:nvPr/>
            </p:nvSpPr>
            <p:spPr>
              <a:xfrm>
                <a:off x="1685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2" name="Freeform: Shape 781">
                <a:extLst>
                  <a:ext uri="{FF2B5EF4-FFF2-40B4-BE49-F238E27FC236}">
                    <a16:creationId xmlns:a16="http://schemas.microsoft.com/office/drawing/2014/main" id="{F540AFB7-B6D4-46C8-BB9A-4D663123A0A4}"/>
                  </a:ext>
                </a:extLst>
              </p:cNvPr>
              <p:cNvSpPr/>
              <p:nvPr/>
            </p:nvSpPr>
            <p:spPr>
              <a:xfrm>
                <a:off x="16855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3" name="Freeform: Shape 782">
                <a:extLst>
                  <a:ext uri="{FF2B5EF4-FFF2-40B4-BE49-F238E27FC236}">
                    <a16:creationId xmlns:a16="http://schemas.microsoft.com/office/drawing/2014/main" id="{AD5B72EE-D5AD-4E1E-BB6A-6969013EE774}"/>
                  </a:ext>
                </a:extLst>
              </p:cNvPr>
              <p:cNvSpPr/>
              <p:nvPr/>
            </p:nvSpPr>
            <p:spPr>
              <a:xfrm>
                <a:off x="1685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4" name="Freeform: Shape 783">
                <a:extLst>
                  <a:ext uri="{FF2B5EF4-FFF2-40B4-BE49-F238E27FC236}">
                    <a16:creationId xmlns:a16="http://schemas.microsoft.com/office/drawing/2014/main" id="{88C66F3C-AB4A-465F-AB78-A064DC6A0162}"/>
                  </a:ext>
                </a:extLst>
              </p:cNvPr>
              <p:cNvSpPr/>
              <p:nvPr/>
            </p:nvSpPr>
            <p:spPr>
              <a:xfrm>
                <a:off x="16855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5" name="Freeform: Shape 784">
                <a:extLst>
                  <a:ext uri="{FF2B5EF4-FFF2-40B4-BE49-F238E27FC236}">
                    <a16:creationId xmlns:a16="http://schemas.microsoft.com/office/drawing/2014/main" id="{5B7E15B0-479E-4531-B1A1-11DEC1C3DC07}"/>
                  </a:ext>
                </a:extLst>
              </p:cNvPr>
              <p:cNvSpPr/>
              <p:nvPr/>
            </p:nvSpPr>
            <p:spPr>
              <a:xfrm>
                <a:off x="168555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6" name="Freeform: Shape 785">
                <a:extLst>
                  <a:ext uri="{FF2B5EF4-FFF2-40B4-BE49-F238E27FC236}">
                    <a16:creationId xmlns:a16="http://schemas.microsoft.com/office/drawing/2014/main" id="{9D560F9F-CD17-4ABF-A36B-2ABD6B7C69B9}"/>
                  </a:ext>
                </a:extLst>
              </p:cNvPr>
              <p:cNvSpPr/>
              <p:nvPr/>
            </p:nvSpPr>
            <p:spPr>
              <a:xfrm>
                <a:off x="1685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7" name="Freeform: Shape 786">
                <a:extLst>
                  <a:ext uri="{FF2B5EF4-FFF2-40B4-BE49-F238E27FC236}">
                    <a16:creationId xmlns:a16="http://schemas.microsoft.com/office/drawing/2014/main" id="{81A9F0A7-7E9E-43AC-9530-170E0DF41A5A}"/>
                  </a:ext>
                </a:extLst>
              </p:cNvPr>
              <p:cNvSpPr/>
              <p:nvPr/>
            </p:nvSpPr>
            <p:spPr>
              <a:xfrm>
                <a:off x="1685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8" name="Freeform: Shape 787">
                <a:extLst>
                  <a:ext uri="{FF2B5EF4-FFF2-40B4-BE49-F238E27FC236}">
                    <a16:creationId xmlns:a16="http://schemas.microsoft.com/office/drawing/2014/main" id="{B3C5331B-6275-498B-B3D7-54E395BDBE2D}"/>
                  </a:ext>
                </a:extLst>
              </p:cNvPr>
              <p:cNvSpPr/>
              <p:nvPr/>
            </p:nvSpPr>
            <p:spPr>
              <a:xfrm>
                <a:off x="16855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9" name="Freeform: Shape 788">
                <a:extLst>
                  <a:ext uri="{FF2B5EF4-FFF2-40B4-BE49-F238E27FC236}">
                    <a16:creationId xmlns:a16="http://schemas.microsoft.com/office/drawing/2014/main" id="{90E0A826-6C3E-47EA-B1B1-CBAC92434CE3}"/>
                  </a:ext>
                </a:extLst>
              </p:cNvPr>
              <p:cNvSpPr/>
              <p:nvPr/>
            </p:nvSpPr>
            <p:spPr>
              <a:xfrm>
                <a:off x="1685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0" name="Freeform: Shape 789">
                <a:extLst>
                  <a:ext uri="{FF2B5EF4-FFF2-40B4-BE49-F238E27FC236}">
                    <a16:creationId xmlns:a16="http://schemas.microsoft.com/office/drawing/2014/main" id="{38892440-F6EE-45DC-AE55-4DBCFBAA6F23}"/>
                  </a:ext>
                </a:extLst>
              </p:cNvPr>
              <p:cNvSpPr/>
              <p:nvPr/>
            </p:nvSpPr>
            <p:spPr>
              <a:xfrm>
                <a:off x="16855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1" name="Freeform: Shape 790">
                <a:extLst>
                  <a:ext uri="{FF2B5EF4-FFF2-40B4-BE49-F238E27FC236}">
                    <a16:creationId xmlns:a16="http://schemas.microsoft.com/office/drawing/2014/main" id="{47C4496A-A68D-412F-AB5F-C5D66E1DC0C6}"/>
                  </a:ext>
                </a:extLst>
              </p:cNvPr>
              <p:cNvSpPr/>
              <p:nvPr/>
            </p:nvSpPr>
            <p:spPr>
              <a:xfrm>
                <a:off x="1685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2" name="Freeform: Shape 791">
                <a:extLst>
                  <a:ext uri="{FF2B5EF4-FFF2-40B4-BE49-F238E27FC236}">
                    <a16:creationId xmlns:a16="http://schemas.microsoft.com/office/drawing/2014/main" id="{E8A10B0F-759E-4D48-B5E5-EC6A5505F2BA}"/>
                  </a:ext>
                </a:extLst>
              </p:cNvPr>
              <p:cNvSpPr/>
              <p:nvPr/>
            </p:nvSpPr>
            <p:spPr>
              <a:xfrm>
                <a:off x="16855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3" name="Freeform: Shape 792">
                <a:extLst>
                  <a:ext uri="{FF2B5EF4-FFF2-40B4-BE49-F238E27FC236}">
                    <a16:creationId xmlns:a16="http://schemas.microsoft.com/office/drawing/2014/main" id="{5C218550-5C3A-4102-B643-D83944BBB9DD}"/>
                  </a:ext>
                </a:extLst>
              </p:cNvPr>
              <p:cNvSpPr/>
              <p:nvPr/>
            </p:nvSpPr>
            <p:spPr>
              <a:xfrm>
                <a:off x="16855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" name="Freeform: Shape 793">
                <a:extLst>
                  <a:ext uri="{FF2B5EF4-FFF2-40B4-BE49-F238E27FC236}">
                    <a16:creationId xmlns:a16="http://schemas.microsoft.com/office/drawing/2014/main" id="{DF1E525D-BAAC-4AA6-9627-D84CD91B11A4}"/>
                  </a:ext>
                </a:extLst>
              </p:cNvPr>
              <p:cNvSpPr/>
              <p:nvPr/>
            </p:nvSpPr>
            <p:spPr>
              <a:xfrm>
                <a:off x="16093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" name="Freeform: Shape 794">
                <a:extLst>
                  <a:ext uri="{FF2B5EF4-FFF2-40B4-BE49-F238E27FC236}">
                    <a16:creationId xmlns:a16="http://schemas.microsoft.com/office/drawing/2014/main" id="{502F60D6-CCE1-4937-B081-D092D6DD8EC4}"/>
                  </a:ext>
                </a:extLst>
              </p:cNvPr>
              <p:cNvSpPr/>
              <p:nvPr/>
            </p:nvSpPr>
            <p:spPr>
              <a:xfrm>
                <a:off x="16093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" name="Freeform: Shape 795">
                <a:extLst>
                  <a:ext uri="{FF2B5EF4-FFF2-40B4-BE49-F238E27FC236}">
                    <a16:creationId xmlns:a16="http://schemas.microsoft.com/office/drawing/2014/main" id="{E7D32E68-68E5-4FA1-B6CE-60549E94CD7E}"/>
                  </a:ext>
                </a:extLst>
              </p:cNvPr>
              <p:cNvSpPr/>
              <p:nvPr/>
            </p:nvSpPr>
            <p:spPr>
              <a:xfrm>
                <a:off x="16093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7" name="Freeform: Shape 796">
                <a:extLst>
                  <a:ext uri="{FF2B5EF4-FFF2-40B4-BE49-F238E27FC236}">
                    <a16:creationId xmlns:a16="http://schemas.microsoft.com/office/drawing/2014/main" id="{2AFAA851-2983-41E2-A58E-98F8FEF8566D}"/>
                  </a:ext>
                </a:extLst>
              </p:cNvPr>
              <p:cNvSpPr/>
              <p:nvPr/>
            </p:nvSpPr>
            <p:spPr>
              <a:xfrm>
                <a:off x="16093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8" name="Freeform: Shape 797">
                <a:extLst>
                  <a:ext uri="{FF2B5EF4-FFF2-40B4-BE49-F238E27FC236}">
                    <a16:creationId xmlns:a16="http://schemas.microsoft.com/office/drawing/2014/main" id="{D0B54C37-7FD2-4979-BCEB-F9A0276E56F3}"/>
                  </a:ext>
                </a:extLst>
              </p:cNvPr>
              <p:cNvSpPr/>
              <p:nvPr/>
            </p:nvSpPr>
            <p:spPr>
              <a:xfrm>
                <a:off x="16093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9" name="Freeform: Shape 798">
                <a:extLst>
                  <a:ext uri="{FF2B5EF4-FFF2-40B4-BE49-F238E27FC236}">
                    <a16:creationId xmlns:a16="http://schemas.microsoft.com/office/drawing/2014/main" id="{E1ED6D49-6343-44AB-A146-B5CC82D43E9E}"/>
                  </a:ext>
                </a:extLst>
              </p:cNvPr>
              <p:cNvSpPr/>
              <p:nvPr/>
            </p:nvSpPr>
            <p:spPr>
              <a:xfrm>
                <a:off x="16093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0" name="Freeform: Shape 799">
                <a:extLst>
                  <a:ext uri="{FF2B5EF4-FFF2-40B4-BE49-F238E27FC236}">
                    <a16:creationId xmlns:a16="http://schemas.microsoft.com/office/drawing/2014/main" id="{486ED38B-53EF-496D-86BA-E4932EC09888}"/>
                  </a:ext>
                </a:extLst>
              </p:cNvPr>
              <p:cNvSpPr/>
              <p:nvPr/>
            </p:nvSpPr>
            <p:spPr>
              <a:xfrm>
                <a:off x="16093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1" name="Freeform: Shape 800">
                <a:extLst>
                  <a:ext uri="{FF2B5EF4-FFF2-40B4-BE49-F238E27FC236}">
                    <a16:creationId xmlns:a16="http://schemas.microsoft.com/office/drawing/2014/main" id="{FB759B6D-DCB2-4647-9636-507E689568B4}"/>
                  </a:ext>
                </a:extLst>
              </p:cNvPr>
              <p:cNvSpPr/>
              <p:nvPr/>
            </p:nvSpPr>
            <p:spPr>
              <a:xfrm>
                <a:off x="16093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2" name="Freeform: Shape 801">
                <a:extLst>
                  <a:ext uri="{FF2B5EF4-FFF2-40B4-BE49-F238E27FC236}">
                    <a16:creationId xmlns:a16="http://schemas.microsoft.com/office/drawing/2014/main" id="{AA8B4A89-2DDC-415F-BC2C-E6D770E36AA6}"/>
                  </a:ext>
                </a:extLst>
              </p:cNvPr>
              <p:cNvSpPr/>
              <p:nvPr/>
            </p:nvSpPr>
            <p:spPr>
              <a:xfrm>
                <a:off x="16093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3" name="Freeform: Shape 802">
                <a:extLst>
                  <a:ext uri="{FF2B5EF4-FFF2-40B4-BE49-F238E27FC236}">
                    <a16:creationId xmlns:a16="http://schemas.microsoft.com/office/drawing/2014/main" id="{E321AC8D-A49E-4A98-8EBF-82FB9C0D2735}"/>
                  </a:ext>
                </a:extLst>
              </p:cNvPr>
              <p:cNvSpPr/>
              <p:nvPr/>
            </p:nvSpPr>
            <p:spPr>
              <a:xfrm>
                <a:off x="16093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" name="Freeform: Shape 803">
                <a:extLst>
                  <a:ext uri="{FF2B5EF4-FFF2-40B4-BE49-F238E27FC236}">
                    <a16:creationId xmlns:a16="http://schemas.microsoft.com/office/drawing/2014/main" id="{5D5D611A-5249-4CCA-AC66-19C55159ED0B}"/>
                  </a:ext>
                </a:extLst>
              </p:cNvPr>
              <p:cNvSpPr/>
              <p:nvPr/>
            </p:nvSpPr>
            <p:spPr>
              <a:xfrm>
                <a:off x="16093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" name="Freeform: Shape 804">
                <a:extLst>
                  <a:ext uri="{FF2B5EF4-FFF2-40B4-BE49-F238E27FC236}">
                    <a16:creationId xmlns:a16="http://schemas.microsoft.com/office/drawing/2014/main" id="{C59500A8-F19E-4FB2-97B5-823F6D15EE28}"/>
                  </a:ext>
                </a:extLst>
              </p:cNvPr>
              <p:cNvSpPr/>
              <p:nvPr/>
            </p:nvSpPr>
            <p:spPr>
              <a:xfrm>
                <a:off x="16093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" name="Freeform: Shape 805">
                <a:extLst>
                  <a:ext uri="{FF2B5EF4-FFF2-40B4-BE49-F238E27FC236}">
                    <a16:creationId xmlns:a16="http://schemas.microsoft.com/office/drawing/2014/main" id="{2CB55362-52A7-485F-B9D2-A4E3B84B9D0F}"/>
                  </a:ext>
                </a:extLst>
              </p:cNvPr>
              <p:cNvSpPr/>
              <p:nvPr/>
            </p:nvSpPr>
            <p:spPr>
              <a:xfrm>
                <a:off x="16093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" name="Freeform: Shape 806">
                <a:extLst>
                  <a:ext uri="{FF2B5EF4-FFF2-40B4-BE49-F238E27FC236}">
                    <a16:creationId xmlns:a16="http://schemas.microsoft.com/office/drawing/2014/main" id="{9ADDE6F3-3BFA-4A60-A1A1-0E02B25C5F03}"/>
                  </a:ext>
                </a:extLst>
              </p:cNvPr>
              <p:cNvSpPr/>
              <p:nvPr/>
            </p:nvSpPr>
            <p:spPr>
              <a:xfrm>
                <a:off x="16093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" name="Freeform: Shape 807">
                <a:extLst>
                  <a:ext uri="{FF2B5EF4-FFF2-40B4-BE49-F238E27FC236}">
                    <a16:creationId xmlns:a16="http://schemas.microsoft.com/office/drawing/2014/main" id="{3A1EEA2D-1499-4442-A996-50A313F1DBD2}"/>
                  </a:ext>
                </a:extLst>
              </p:cNvPr>
              <p:cNvSpPr/>
              <p:nvPr/>
            </p:nvSpPr>
            <p:spPr>
              <a:xfrm>
                <a:off x="16093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" name="Freeform: Shape 808">
                <a:extLst>
                  <a:ext uri="{FF2B5EF4-FFF2-40B4-BE49-F238E27FC236}">
                    <a16:creationId xmlns:a16="http://schemas.microsoft.com/office/drawing/2014/main" id="{25297ED4-14B8-4722-852E-ADA4E2B5385D}"/>
                  </a:ext>
                </a:extLst>
              </p:cNvPr>
              <p:cNvSpPr/>
              <p:nvPr/>
            </p:nvSpPr>
            <p:spPr>
              <a:xfrm>
                <a:off x="16093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" name="Freeform: Shape 809">
                <a:extLst>
                  <a:ext uri="{FF2B5EF4-FFF2-40B4-BE49-F238E27FC236}">
                    <a16:creationId xmlns:a16="http://schemas.microsoft.com/office/drawing/2014/main" id="{D5451F67-6C35-406F-A011-04D921E14E85}"/>
                  </a:ext>
                </a:extLst>
              </p:cNvPr>
              <p:cNvSpPr/>
              <p:nvPr/>
            </p:nvSpPr>
            <p:spPr>
              <a:xfrm>
                <a:off x="16093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" name="Freeform: Shape 810">
                <a:extLst>
                  <a:ext uri="{FF2B5EF4-FFF2-40B4-BE49-F238E27FC236}">
                    <a16:creationId xmlns:a16="http://schemas.microsoft.com/office/drawing/2014/main" id="{09D821C5-917F-4372-AAA1-62970C0A158E}"/>
                  </a:ext>
                </a:extLst>
              </p:cNvPr>
              <p:cNvSpPr/>
              <p:nvPr/>
            </p:nvSpPr>
            <p:spPr>
              <a:xfrm>
                <a:off x="16093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" name="Freeform: Shape 811">
                <a:extLst>
                  <a:ext uri="{FF2B5EF4-FFF2-40B4-BE49-F238E27FC236}">
                    <a16:creationId xmlns:a16="http://schemas.microsoft.com/office/drawing/2014/main" id="{F11E0834-5FA8-4178-8518-6AB2647B1190}"/>
                  </a:ext>
                </a:extLst>
              </p:cNvPr>
              <p:cNvSpPr/>
              <p:nvPr/>
            </p:nvSpPr>
            <p:spPr>
              <a:xfrm>
                <a:off x="15331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" name="Freeform: Shape 812">
                <a:extLst>
                  <a:ext uri="{FF2B5EF4-FFF2-40B4-BE49-F238E27FC236}">
                    <a16:creationId xmlns:a16="http://schemas.microsoft.com/office/drawing/2014/main" id="{8A820213-05E6-4DCB-AA0D-FCDC4647E00C}"/>
                  </a:ext>
                </a:extLst>
              </p:cNvPr>
              <p:cNvSpPr/>
              <p:nvPr/>
            </p:nvSpPr>
            <p:spPr>
              <a:xfrm>
                <a:off x="15331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" name="Freeform: Shape 813">
                <a:extLst>
                  <a:ext uri="{FF2B5EF4-FFF2-40B4-BE49-F238E27FC236}">
                    <a16:creationId xmlns:a16="http://schemas.microsoft.com/office/drawing/2014/main" id="{D1384FCB-BFA2-4EF2-B083-6D0BB6ACB960}"/>
                  </a:ext>
                </a:extLst>
              </p:cNvPr>
              <p:cNvSpPr/>
              <p:nvPr/>
            </p:nvSpPr>
            <p:spPr>
              <a:xfrm>
                <a:off x="15331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5" name="Freeform: Shape 814">
                <a:extLst>
                  <a:ext uri="{FF2B5EF4-FFF2-40B4-BE49-F238E27FC236}">
                    <a16:creationId xmlns:a16="http://schemas.microsoft.com/office/drawing/2014/main" id="{20962EBC-5F18-4FF7-AB3D-5E02D5B46927}"/>
                  </a:ext>
                </a:extLst>
              </p:cNvPr>
              <p:cNvSpPr/>
              <p:nvPr/>
            </p:nvSpPr>
            <p:spPr>
              <a:xfrm>
                <a:off x="15331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" name="Freeform: Shape 815">
                <a:extLst>
                  <a:ext uri="{FF2B5EF4-FFF2-40B4-BE49-F238E27FC236}">
                    <a16:creationId xmlns:a16="http://schemas.microsoft.com/office/drawing/2014/main" id="{8AA44976-350F-48B1-A7C3-DFBA45D4178A}"/>
                  </a:ext>
                </a:extLst>
              </p:cNvPr>
              <p:cNvSpPr/>
              <p:nvPr/>
            </p:nvSpPr>
            <p:spPr>
              <a:xfrm>
                <a:off x="15331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" name="Freeform: Shape 816">
                <a:extLst>
                  <a:ext uri="{FF2B5EF4-FFF2-40B4-BE49-F238E27FC236}">
                    <a16:creationId xmlns:a16="http://schemas.microsoft.com/office/drawing/2014/main" id="{C6B97F75-1FD1-4C80-A31C-28B89989BC37}"/>
                  </a:ext>
                </a:extLst>
              </p:cNvPr>
              <p:cNvSpPr/>
              <p:nvPr/>
            </p:nvSpPr>
            <p:spPr>
              <a:xfrm>
                <a:off x="15331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8" name="Freeform: Shape 817">
                <a:extLst>
                  <a:ext uri="{FF2B5EF4-FFF2-40B4-BE49-F238E27FC236}">
                    <a16:creationId xmlns:a16="http://schemas.microsoft.com/office/drawing/2014/main" id="{87D91B7F-F2D9-4748-ACBA-62A599403C44}"/>
                  </a:ext>
                </a:extLst>
              </p:cNvPr>
              <p:cNvSpPr/>
              <p:nvPr/>
            </p:nvSpPr>
            <p:spPr>
              <a:xfrm>
                <a:off x="15331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9" name="Freeform: Shape 818">
                <a:extLst>
                  <a:ext uri="{FF2B5EF4-FFF2-40B4-BE49-F238E27FC236}">
                    <a16:creationId xmlns:a16="http://schemas.microsoft.com/office/drawing/2014/main" id="{99E04F92-9E1A-4051-B31D-6AEB7264F3D7}"/>
                  </a:ext>
                </a:extLst>
              </p:cNvPr>
              <p:cNvSpPr/>
              <p:nvPr/>
            </p:nvSpPr>
            <p:spPr>
              <a:xfrm>
                <a:off x="15331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0" name="Freeform: Shape 819">
                <a:extLst>
                  <a:ext uri="{FF2B5EF4-FFF2-40B4-BE49-F238E27FC236}">
                    <a16:creationId xmlns:a16="http://schemas.microsoft.com/office/drawing/2014/main" id="{7BA0A30D-97C6-4397-80BF-17A68C787896}"/>
                  </a:ext>
                </a:extLst>
              </p:cNvPr>
              <p:cNvSpPr/>
              <p:nvPr/>
            </p:nvSpPr>
            <p:spPr>
              <a:xfrm>
                <a:off x="15331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1" name="Freeform: Shape 820">
                <a:extLst>
                  <a:ext uri="{FF2B5EF4-FFF2-40B4-BE49-F238E27FC236}">
                    <a16:creationId xmlns:a16="http://schemas.microsoft.com/office/drawing/2014/main" id="{E8A3F006-5A20-4E5E-AD5E-7FF960E7DF54}"/>
                  </a:ext>
                </a:extLst>
              </p:cNvPr>
              <p:cNvSpPr/>
              <p:nvPr/>
            </p:nvSpPr>
            <p:spPr>
              <a:xfrm>
                <a:off x="15331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2" name="Freeform: Shape 821">
                <a:extLst>
                  <a:ext uri="{FF2B5EF4-FFF2-40B4-BE49-F238E27FC236}">
                    <a16:creationId xmlns:a16="http://schemas.microsoft.com/office/drawing/2014/main" id="{94E605E6-396F-4BAA-9846-FDA83272BC46}"/>
                  </a:ext>
                </a:extLst>
              </p:cNvPr>
              <p:cNvSpPr/>
              <p:nvPr/>
            </p:nvSpPr>
            <p:spPr>
              <a:xfrm>
                <a:off x="15331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3" name="Freeform: Shape 822">
                <a:extLst>
                  <a:ext uri="{FF2B5EF4-FFF2-40B4-BE49-F238E27FC236}">
                    <a16:creationId xmlns:a16="http://schemas.microsoft.com/office/drawing/2014/main" id="{19AFF1F0-553E-4548-84B8-1674C1B2B5D2}"/>
                  </a:ext>
                </a:extLst>
              </p:cNvPr>
              <p:cNvSpPr/>
              <p:nvPr/>
            </p:nvSpPr>
            <p:spPr>
              <a:xfrm>
                <a:off x="15331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4" name="Freeform: Shape 823">
                <a:extLst>
                  <a:ext uri="{FF2B5EF4-FFF2-40B4-BE49-F238E27FC236}">
                    <a16:creationId xmlns:a16="http://schemas.microsoft.com/office/drawing/2014/main" id="{93570173-2591-4BE8-8DD8-AED6C9D914B6}"/>
                  </a:ext>
                </a:extLst>
              </p:cNvPr>
              <p:cNvSpPr/>
              <p:nvPr/>
            </p:nvSpPr>
            <p:spPr>
              <a:xfrm>
                <a:off x="15331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5" name="Freeform: Shape 824">
                <a:extLst>
                  <a:ext uri="{FF2B5EF4-FFF2-40B4-BE49-F238E27FC236}">
                    <a16:creationId xmlns:a16="http://schemas.microsoft.com/office/drawing/2014/main" id="{4B9ADCC0-DC32-4ECC-8224-D7322B3D9AD9}"/>
                  </a:ext>
                </a:extLst>
              </p:cNvPr>
              <p:cNvSpPr/>
              <p:nvPr/>
            </p:nvSpPr>
            <p:spPr>
              <a:xfrm>
                <a:off x="15331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6" name="Freeform: Shape 825">
                <a:extLst>
                  <a:ext uri="{FF2B5EF4-FFF2-40B4-BE49-F238E27FC236}">
                    <a16:creationId xmlns:a16="http://schemas.microsoft.com/office/drawing/2014/main" id="{FE202AC7-FDB6-4A9A-AA1F-DAEA495B6C8D}"/>
                  </a:ext>
                </a:extLst>
              </p:cNvPr>
              <p:cNvSpPr/>
              <p:nvPr/>
            </p:nvSpPr>
            <p:spPr>
              <a:xfrm>
                <a:off x="15331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7" name="Freeform: Shape 826">
                <a:extLst>
                  <a:ext uri="{FF2B5EF4-FFF2-40B4-BE49-F238E27FC236}">
                    <a16:creationId xmlns:a16="http://schemas.microsoft.com/office/drawing/2014/main" id="{6E999266-D33A-4743-82D7-C096ED7D5769}"/>
                  </a:ext>
                </a:extLst>
              </p:cNvPr>
              <p:cNvSpPr/>
              <p:nvPr/>
            </p:nvSpPr>
            <p:spPr>
              <a:xfrm>
                <a:off x="15331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8" name="Freeform: Shape 827">
                <a:extLst>
                  <a:ext uri="{FF2B5EF4-FFF2-40B4-BE49-F238E27FC236}">
                    <a16:creationId xmlns:a16="http://schemas.microsoft.com/office/drawing/2014/main" id="{4FAF0ED2-B0FC-4F3A-9ED7-4049C1F3C2F8}"/>
                  </a:ext>
                </a:extLst>
              </p:cNvPr>
              <p:cNvSpPr/>
              <p:nvPr/>
            </p:nvSpPr>
            <p:spPr>
              <a:xfrm>
                <a:off x="14569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9" name="Freeform: Shape 828">
                <a:extLst>
                  <a:ext uri="{FF2B5EF4-FFF2-40B4-BE49-F238E27FC236}">
                    <a16:creationId xmlns:a16="http://schemas.microsoft.com/office/drawing/2014/main" id="{D14EE48C-9260-455B-9552-1E3422611620}"/>
                  </a:ext>
                </a:extLst>
              </p:cNvPr>
              <p:cNvSpPr/>
              <p:nvPr/>
            </p:nvSpPr>
            <p:spPr>
              <a:xfrm>
                <a:off x="14569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0" name="Freeform: Shape 829">
                <a:extLst>
                  <a:ext uri="{FF2B5EF4-FFF2-40B4-BE49-F238E27FC236}">
                    <a16:creationId xmlns:a16="http://schemas.microsoft.com/office/drawing/2014/main" id="{0DA27860-3100-4DE5-A4B2-7BFCF155D3ED}"/>
                  </a:ext>
                </a:extLst>
              </p:cNvPr>
              <p:cNvSpPr/>
              <p:nvPr/>
            </p:nvSpPr>
            <p:spPr>
              <a:xfrm>
                <a:off x="14569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1" name="Freeform: Shape 830">
                <a:extLst>
                  <a:ext uri="{FF2B5EF4-FFF2-40B4-BE49-F238E27FC236}">
                    <a16:creationId xmlns:a16="http://schemas.microsoft.com/office/drawing/2014/main" id="{12906393-9F89-42AA-BB9B-E122C1317679}"/>
                  </a:ext>
                </a:extLst>
              </p:cNvPr>
              <p:cNvSpPr/>
              <p:nvPr/>
            </p:nvSpPr>
            <p:spPr>
              <a:xfrm>
                <a:off x="14569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2" name="Freeform: Shape 831">
                <a:extLst>
                  <a:ext uri="{FF2B5EF4-FFF2-40B4-BE49-F238E27FC236}">
                    <a16:creationId xmlns:a16="http://schemas.microsoft.com/office/drawing/2014/main" id="{FAB33AF8-FF97-405F-AFC4-536592D96CF2}"/>
                  </a:ext>
                </a:extLst>
              </p:cNvPr>
              <p:cNvSpPr/>
              <p:nvPr/>
            </p:nvSpPr>
            <p:spPr>
              <a:xfrm>
                <a:off x="14569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3" name="Freeform: Shape 832">
                <a:extLst>
                  <a:ext uri="{FF2B5EF4-FFF2-40B4-BE49-F238E27FC236}">
                    <a16:creationId xmlns:a16="http://schemas.microsoft.com/office/drawing/2014/main" id="{17845515-7BEE-4BAD-9489-D51B50C993B5}"/>
                  </a:ext>
                </a:extLst>
              </p:cNvPr>
              <p:cNvSpPr/>
              <p:nvPr/>
            </p:nvSpPr>
            <p:spPr>
              <a:xfrm>
                <a:off x="14569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4" name="Freeform: Shape 833">
                <a:extLst>
                  <a:ext uri="{FF2B5EF4-FFF2-40B4-BE49-F238E27FC236}">
                    <a16:creationId xmlns:a16="http://schemas.microsoft.com/office/drawing/2014/main" id="{5A029ACA-CA3E-4254-A8C3-DEEABCCBFF74}"/>
                  </a:ext>
                </a:extLst>
              </p:cNvPr>
              <p:cNvSpPr/>
              <p:nvPr/>
            </p:nvSpPr>
            <p:spPr>
              <a:xfrm>
                <a:off x="14569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5" name="Freeform: Shape 834">
                <a:extLst>
                  <a:ext uri="{FF2B5EF4-FFF2-40B4-BE49-F238E27FC236}">
                    <a16:creationId xmlns:a16="http://schemas.microsoft.com/office/drawing/2014/main" id="{2273B0E4-AA1F-4E5B-9103-0A36D9DD0056}"/>
                  </a:ext>
                </a:extLst>
              </p:cNvPr>
              <p:cNvSpPr/>
              <p:nvPr/>
            </p:nvSpPr>
            <p:spPr>
              <a:xfrm>
                <a:off x="14569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6" name="Freeform: Shape 835">
                <a:extLst>
                  <a:ext uri="{FF2B5EF4-FFF2-40B4-BE49-F238E27FC236}">
                    <a16:creationId xmlns:a16="http://schemas.microsoft.com/office/drawing/2014/main" id="{B3D56EF2-AEDE-4FCB-9DF2-1F1BC56E81AE}"/>
                  </a:ext>
                </a:extLst>
              </p:cNvPr>
              <p:cNvSpPr/>
              <p:nvPr/>
            </p:nvSpPr>
            <p:spPr>
              <a:xfrm>
                <a:off x="145692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7" name="Freeform: Shape 836">
                <a:extLst>
                  <a:ext uri="{FF2B5EF4-FFF2-40B4-BE49-F238E27FC236}">
                    <a16:creationId xmlns:a16="http://schemas.microsoft.com/office/drawing/2014/main" id="{D43428A6-A66A-498C-9BCF-9C7B77CBB0DB}"/>
                  </a:ext>
                </a:extLst>
              </p:cNvPr>
              <p:cNvSpPr/>
              <p:nvPr/>
            </p:nvSpPr>
            <p:spPr>
              <a:xfrm>
                <a:off x="14569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8" name="Freeform: Shape 837">
                <a:extLst>
                  <a:ext uri="{FF2B5EF4-FFF2-40B4-BE49-F238E27FC236}">
                    <a16:creationId xmlns:a16="http://schemas.microsoft.com/office/drawing/2014/main" id="{397FBDA8-BF98-444C-BD92-8466CA271EA8}"/>
                  </a:ext>
                </a:extLst>
              </p:cNvPr>
              <p:cNvSpPr/>
              <p:nvPr/>
            </p:nvSpPr>
            <p:spPr>
              <a:xfrm>
                <a:off x="14569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9" name="Freeform: Shape 838">
                <a:extLst>
                  <a:ext uri="{FF2B5EF4-FFF2-40B4-BE49-F238E27FC236}">
                    <a16:creationId xmlns:a16="http://schemas.microsoft.com/office/drawing/2014/main" id="{CFD1DF59-ABBE-4985-B911-5D3D4223609D}"/>
                  </a:ext>
                </a:extLst>
              </p:cNvPr>
              <p:cNvSpPr/>
              <p:nvPr/>
            </p:nvSpPr>
            <p:spPr>
              <a:xfrm>
                <a:off x="14569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" name="Freeform: Shape 839">
                <a:extLst>
                  <a:ext uri="{FF2B5EF4-FFF2-40B4-BE49-F238E27FC236}">
                    <a16:creationId xmlns:a16="http://schemas.microsoft.com/office/drawing/2014/main" id="{26495599-C8A3-473B-8B81-3C9000748519}"/>
                  </a:ext>
                </a:extLst>
              </p:cNvPr>
              <p:cNvSpPr/>
              <p:nvPr/>
            </p:nvSpPr>
            <p:spPr>
              <a:xfrm>
                <a:off x="14569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" name="Freeform: Shape 840">
                <a:extLst>
                  <a:ext uri="{FF2B5EF4-FFF2-40B4-BE49-F238E27FC236}">
                    <a16:creationId xmlns:a16="http://schemas.microsoft.com/office/drawing/2014/main" id="{E850BAE8-3024-487E-8804-4A3DE771D090}"/>
                  </a:ext>
                </a:extLst>
              </p:cNvPr>
              <p:cNvSpPr/>
              <p:nvPr/>
            </p:nvSpPr>
            <p:spPr>
              <a:xfrm>
                <a:off x="14569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2" name="Freeform: Shape 841">
                <a:extLst>
                  <a:ext uri="{FF2B5EF4-FFF2-40B4-BE49-F238E27FC236}">
                    <a16:creationId xmlns:a16="http://schemas.microsoft.com/office/drawing/2014/main" id="{C08804B5-89B7-461B-9811-7429141C6F20}"/>
                  </a:ext>
                </a:extLst>
              </p:cNvPr>
              <p:cNvSpPr/>
              <p:nvPr/>
            </p:nvSpPr>
            <p:spPr>
              <a:xfrm>
                <a:off x="14569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" name="Freeform: Shape 842">
                <a:extLst>
                  <a:ext uri="{FF2B5EF4-FFF2-40B4-BE49-F238E27FC236}">
                    <a16:creationId xmlns:a16="http://schemas.microsoft.com/office/drawing/2014/main" id="{2C727E86-4EBA-408E-A8F0-26052BD90710}"/>
                  </a:ext>
                </a:extLst>
              </p:cNvPr>
              <p:cNvSpPr/>
              <p:nvPr/>
            </p:nvSpPr>
            <p:spPr>
              <a:xfrm>
                <a:off x="14569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4" name="Freeform: Shape 843">
                <a:extLst>
                  <a:ext uri="{FF2B5EF4-FFF2-40B4-BE49-F238E27FC236}">
                    <a16:creationId xmlns:a16="http://schemas.microsoft.com/office/drawing/2014/main" id="{A05DE20F-8D87-4F81-94EC-2E328DE8A5E4}"/>
                  </a:ext>
                </a:extLst>
              </p:cNvPr>
              <p:cNvSpPr/>
              <p:nvPr/>
            </p:nvSpPr>
            <p:spPr>
              <a:xfrm>
                <a:off x="14569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5" name="Freeform: Shape 844">
                <a:extLst>
                  <a:ext uri="{FF2B5EF4-FFF2-40B4-BE49-F238E27FC236}">
                    <a16:creationId xmlns:a16="http://schemas.microsoft.com/office/drawing/2014/main" id="{CA6D3A02-37AA-4D5A-9936-DC7A03B91989}"/>
                  </a:ext>
                </a:extLst>
              </p:cNvPr>
              <p:cNvSpPr/>
              <p:nvPr/>
            </p:nvSpPr>
            <p:spPr>
              <a:xfrm>
                <a:off x="14569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6" name="Freeform: Shape 845">
                <a:extLst>
                  <a:ext uri="{FF2B5EF4-FFF2-40B4-BE49-F238E27FC236}">
                    <a16:creationId xmlns:a16="http://schemas.microsoft.com/office/drawing/2014/main" id="{C4F9F033-BC9D-489F-8C52-ED7804B1BA19}"/>
                  </a:ext>
                </a:extLst>
              </p:cNvPr>
              <p:cNvSpPr/>
              <p:nvPr/>
            </p:nvSpPr>
            <p:spPr>
              <a:xfrm>
                <a:off x="14569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7" name="Freeform: Shape 846">
                <a:extLst>
                  <a:ext uri="{FF2B5EF4-FFF2-40B4-BE49-F238E27FC236}">
                    <a16:creationId xmlns:a16="http://schemas.microsoft.com/office/drawing/2014/main" id="{D526CEEE-0F26-4650-989D-084C6F8C7E68}"/>
                  </a:ext>
                </a:extLst>
              </p:cNvPr>
              <p:cNvSpPr/>
              <p:nvPr/>
            </p:nvSpPr>
            <p:spPr>
              <a:xfrm>
                <a:off x="13809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8" name="Freeform: Shape 847">
                <a:extLst>
                  <a:ext uri="{FF2B5EF4-FFF2-40B4-BE49-F238E27FC236}">
                    <a16:creationId xmlns:a16="http://schemas.microsoft.com/office/drawing/2014/main" id="{98ED1285-8238-4AB3-A526-7ED431FC0311}"/>
                  </a:ext>
                </a:extLst>
              </p:cNvPr>
              <p:cNvSpPr/>
              <p:nvPr/>
            </p:nvSpPr>
            <p:spPr>
              <a:xfrm>
                <a:off x="13809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9" name="Freeform: Shape 848">
                <a:extLst>
                  <a:ext uri="{FF2B5EF4-FFF2-40B4-BE49-F238E27FC236}">
                    <a16:creationId xmlns:a16="http://schemas.microsoft.com/office/drawing/2014/main" id="{C8A44C58-89B5-4664-9F26-60F68AF57EDB}"/>
                  </a:ext>
                </a:extLst>
              </p:cNvPr>
              <p:cNvSpPr/>
              <p:nvPr/>
            </p:nvSpPr>
            <p:spPr>
              <a:xfrm>
                <a:off x="1380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0" name="Freeform: Shape 849">
                <a:extLst>
                  <a:ext uri="{FF2B5EF4-FFF2-40B4-BE49-F238E27FC236}">
                    <a16:creationId xmlns:a16="http://schemas.microsoft.com/office/drawing/2014/main" id="{6DB43C51-27FA-4C76-8E80-30860CF183BE}"/>
                  </a:ext>
                </a:extLst>
              </p:cNvPr>
              <p:cNvSpPr/>
              <p:nvPr/>
            </p:nvSpPr>
            <p:spPr>
              <a:xfrm>
                <a:off x="1380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1" name="Freeform: Shape 850">
                <a:extLst>
                  <a:ext uri="{FF2B5EF4-FFF2-40B4-BE49-F238E27FC236}">
                    <a16:creationId xmlns:a16="http://schemas.microsoft.com/office/drawing/2014/main" id="{179906ED-45FC-4D00-89E1-927287A456B4}"/>
                  </a:ext>
                </a:extLst>
              </p:cNvPr>
              <p:cNvSpPr/>
              <p:nvPr/>
            </p:nvSpPr>
            <p:spPr>
              <a:xfrm>
                <a:off x="1380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2" name="Freeform: Shape 851">
                <a:extLst>
                  <a:ext uri="{FF2B5EF4-FFF2-40B4-BE49-F238E27FC236}">
                    <a16:creationId xmlns:a16="http://schemas.microsoft.com/office/drawing/2014/main" id="{30B2B811-2523-4F62-85A3-B94229979AAE}"/>
                  </a:ext>
                </a:extLst>
              </p:cNvPr>
              <p:cNvSpPr/>
              <p:nvPr/>
            </p:nvSpPr>
            <p:spPr>
              <a:xfrm>
                <a:off x="1380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3" name="Freeform: Shape 852">
                <a:extLst>
                  <a:ext uri="{FF2B5EF4-FFF2-40B4-BE49-F238E27FC236}">
                    <a16:creationId xmlns:a16="http://schemas.microsoft.com/office/drawing/2014/main" id="{2BC5372F-CBF4-491C-90B4-76B90BFFCB1E}"/>
                  </a:ext>
                </a:extLst>
              </p:cNvPr>
              <p:cNvSpPr/>
              <p:nvPr/>
            </p:nvSpPr>
            <p:spPr>
              <a:xfrm>
                <a:off x="1380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4" name="Freeform: Shape 853">
                <a:extLst>
                  <a:ext uri="{FF2B5EF4-FFF2-40B4-BE49-F238E27FC236}">
                    <a16:creationId xmlns:a16="http://schemas.microsoft.com/office/drawing/2014/main" id="{21DD398D-4AA6-496E-B6B8-31DAE45F9E79}"/>
                  </a:ext>
                </a:extLst>
              </p:cNvPr>
              <p:cNvSpPr/>
              <p:nvPr/>
            </p:nvSpPr>
            <p:spPr>
              <a:xfrm>
                <a:off x="1380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5" name="Freeform: Shape 854">
                <a:extLst>
                  <a:ext uri="{FF2B5EF4-FFF2-40B4-BE49-F238E27FC236}">
                    <a16:creationId xmlns:a16="http://schemas.microsoft.com/office/drawing/2014/main" id="{04D2E09C-FA35-4C7B-BE21-98ABE91A79A8}"/>
                  </a:ext>
                </a:extLst>
              </p:cNvPr>
              <p:cNvSpPr/>
              <p:nvPr/>
            </p:nvSpPr>
            <p:spPr>
              <a:xfrm>
                <a:off x="1380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6" name="Freeform: Shape 855">
                <a:extLst>
                  <a:ext uri="{FF2B5EF4-FFF2-40B4-BE49-F238E27FC236}">
                    <a16:creationId xmlns:a16="http://schemas.microsoft.com/office/drawing/2014/main" id="{D6B7C374-D0CF-4832-8129-9DC3C31C883C}"/>
                  </a:ext>
                </a:extLst>
              </p:cNvPr>
              <p:cNvSpPr/>
              <p:nvPr/>
            </p:nvSpPr>
            <p:spPr>
              <a:xfrm>
                <a:off x="1380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7" name="Freeform: Shape 856">
                <a:extLst>
                  <a:ext uri="{FF2B5EF4-FFF2-40B4-BE49-F238E27FC236}">
                    <a16:creationId xmlns:a16="http://schemas.microsoft.com/office/drawing/2014/main" id="{DC17DA20-E1A0-4A11-9D71-66E68C7A5883}"/>
                  </a:ext>
                </a:extLst>
              </p:cNvPr>
              <p:cNvSpPr/>
              <p:nvPr/>
            </p:nvSpPr>
            <p:spPr>
              <a:xfrm>
                <a:off x="1380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8" name="Freeform: Shape 857">
                <a:extLst>
                  <a:ext uri="{FF2B5EF4-FFF2-40B4-BE49-F238E27FC236}">
                    <a16:creationId xmlns:a16="http://schemas.microsoft.com/office/drawing/2014/main" id="{625560F2-12F1-4973-83C8-27859901C134}"/>
                  </a:ext>
                </a:extLst>
              </p:cNvPr>
              <p:cNvSpPr/>
              <p:nvPr/>
            </p:nvSpPr>
            <p:spPr>
              <a:xfrm>
                <a:off x="1380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9" name="Freeform: Shape 858">
                <a:extLst>
                  <a:ext uri="{FF2B5EF4-FFF2-40B4-BE49-F238E27FC236}">
                    <a16:creationId xmlns:a16="http://schemas.microsoft.com/office/drawing/2014/main" id="{5D96D250-7E69-4280-A05B-F8C84096D4CA}"/>
                  </a:ext>
                </a:extLst>
              </p:cNvPr>
              <p:cNvSpPr/>
              <p:nvPr/>
            </p:nvSpPr>
            <p:spPr>
              <a:xfrm>
                <a:off x="13809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0" name="Freeform: Shape 859">
                <a:extLst>
                  <a:ext uri="{FF2B5EF4-FFF2-40B4-BE49-F238E27FC236}">
                    <a16:creationId xmlns:a16="http://schemas.microsoft.com/office/drawing/2014/main" id="{D1CF9C1C-C080-4295-88A1-78370A500836}"/>
                  </a:ext>
                </a:extLst>
              </p:cNvPr>
              <p:cNvSpPr/>
              <p:nvPr/>
            </p:nvSpPr>
            <p:spPr>
              <a:xfrm>
                <a:off x="1380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1" name="Freeform: Shape 860">
                <a:extLst>
                  <a:ext uri="{FF2B5EF4-FFF2-40B4-BE49-F238E27FC236}">
                    <a16:creationId xmlns:a16="http://schemas.microsoft.com/office/drawing/2014/main" id="{B9A183D1-D91B-4891-81B4-5CD490DAF43C}"/>
                  </a:ext>
                </a:extLst>
              </p:cNvPr>
              <p:cNvSpPr/>
              <p:nvPr/>
            </p:nvSpPr>
            <p:spPr>
              <a:xfrm>
                <a:off x="1380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2" name="Freeform: Shape 861">
                <a:extLst>
                  <a:ext uri="{FF2B5EF4-FFF2-40B4-BE49-F238E27FC236}">
                    <a16:creationId xmlns:a16="http://schemas.microsoft.com/office/drawing/2014/main" id="{E8BB82AE-E882-4092-81FA-0AE36C156D9E}"/>
                  </a:ext>
                </a:extLst>
              </p:cNvPr>
              <p:cNvSpPr/>
              <p:nvPr/>
            </p:nvSpPr>
            <p:spPr>
              <a:xfrm>
                <a:off x="1380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3" name="Freeform: Shape 862">
                <a:extLst>
                  <a:ext uri="{FF2B5EF4-FFF2-40B4-BE49-F238E27FC236}">
                    <a16:creationId xmlns:a16="http://schemas.microsoft.com/office/drawing/2014/main" id="{E4E2D643-680C-415F-8FD5-BB375E7AB6CF}"/>
                  </a:ext>
                </a:extLst>
              </p:cNvPr>
              <p:cNvSpPr/>
              <p:nvPr/>
            </p:nvSpPr>
            <p:spPr>
              <a:xfrm>
                <a:off x="1380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4" name="Freeform: Shape 863">
                <a:extLst>
                  <a:ext uri="{FF2B5EF4-FFF2-40B4-BE49-F238E27FC236}">
                    <a16:creationId xmlns:a16="http://schemas.microsoft.com/office/drawing/2014/main" id="{3DAFB5A9-E448-478D-AF5C-FE95F1588B2C}"/>
                  </a:ext>
                </a:extLst>
              </p:cNvPr>
              <p:cNvSpPr/>
              <p:nvPr/>
            </p:nvSpPr>
            <p:spPr>
              <a:xfrm>
                <a:off x="1380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5" name="Freeform: Shape 864">
                <a:extLst>
                  <a:ext uri="{FF2B5EF4-FFF2-40B4-BE49-F238E27FC236}">
                    <a16:creationId xmlns:a16="http://schemas.microsoft.com/office/drawing/2014/main" id="{13805DBC-CE63-446C-A08F-24525E864287}"/>
                  </a:ext>
                </a:extLst>
              </p:cNvPr>
              <p:cNvSpPr/>
              <p:nvPr/>
            </p:nvSpPr>
            <p:spPr>
              <a:xfrm>
                <a:off x="13047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6" name="Freeform: Shape 865">
                <a:extLst>
                  <a:ext uri="{FF2B5EF4-FFF2-40B4-BE49-F238E27FC236}">
                    <a16:creationId xmlns:a16="http://schemas.microsoft.com/office/drawing/2014/main" id="{03CE457B-AA18-4C05-97C8-D23C97AB3151}"/>
                  </a:ext>
                </a:extLst>
              </p:cNvPr>
              <p:cNvSpPr/>
              <p:nvPr/>
            </p:nvSpPr>
            <p:spPr>
              <a:xfrm>
                <a:off x="13047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7" name="Freeform: Shape 866">
                <a:extLst>
                  <a:ext uri="{FF2B5EF4-FFF2-40B4-BE49-F238E27FC236}">
                    <a16:creationId xmlns:a16="http://schemas.microsoft.com/office/drawing/2014/main" id="{258DEC5D-F4B7-48E8-9C61-0C231EA0F9BC}"/>
                  </a:ext>
                </a:extLst>
              </p:cNvPr>
              <p:cNvSpPr/>
              <p:nvPr/>
            </p:nvSpPr>
            <p:spPr>
              <a:xfrm>
                <a:off x="130470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8" name="Freeform: Shape 867">
                <a:extLst>
                  <a:ext uri="{FF2B5EF4-FFF2-40B4-BE49-F238E27FC236}">
                    <a16:creationId xmlns:a16="http://schemas.microsoft.com/office/drawing/2014/main" id="{77B8B22D-90EC-4402-BA25-91B45A463E3A}"/>
                  </a:ext>
                </a:extLst>
              </p:cNvPr>
              <p:cNvSpPr/>
              <p:nvPr/>
            </p:nvSpPr>
            <p:spPr>
              <a:xfrm>
                <a:off x="13047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" name="Freeform: Shape 868">
                <a:extLst>
                  <a:ext uri="{FF2B5EF4-FFF2-40B4-BE49-F238E27FC236}">
                    <a16:creationId xmlns:a16="http://schemas.microsoft.com/office/drawing/2014/main" id="{740013B9-7484-41D1-95EF-E2F0BC7F7047}"/>
                  </a:ext>
                </a:extLst>
              </p:cNvPr>
              <p:cNvSpPr/>
              <p:nvPr/>
            </p:nvSpPr>
            <p:spPr>
              <a:xfrm>
                <a:off x="13047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0" name="Freeform: Shape 869">
                <a:extLst>
                  <a:ext uri="{FF2B5EF4-FFF2-40B4-BE49-F238E27FC236}">
                    <a16:creationId xmlns:a16="http://schemas.microsoft.com/office/drawing/2014/main" id="{EDDB3334-9958-4BF9-BF0F-FBD5D8CB7FA8}"/>
                  </a:ext>
                </a:extLst>
              </p:cNvPr>
              <p:cNvSpPr/>
              <p:nvPr/>
            </p:nvSpPr>
            <p:spPr>
              <a:xfrm>
                <a:off x="13047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" name="Freeform: Shape 870">
                <a:extLst>
                  <a:ext uri="{FF2B5EF4-FFF2-40B4-BE49-F238E27FC236}">
                    <a16:creationId xmlns:a16="http://schemas.microsoft.com/office/drawing/2014/main" id="{45E2280E-B980-45C9-ABCD-A2FCC448F550}"/>
                  </a:ext>
                </a:extLst>
              </p:cNvPr>
              <p:cNvSpPr/>
              <p:nvPr/>
            </p:nvSpPr>
            <p:spPr>
              <a:xfrm>
                <a:off x="13047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" name="Freeform: Shape 871">
                <a:extLst>
                  <a:ext uri="{FF2B5EF4-FFF2-40B4-BE49-F238E27FC236}">
                    <a16:creationId xmlns:a16="http://schemas.microsoft.com/office/drawing/2014/main" id="{5167953C-240A-4E4F-9558-5A246C866A2D}"/>
                  </a:ext>
                </a:extLst>
              </p:cNvPr>
              <p:cNvSpPr/>
              <p:nvPr/>
            </p:nvSpPr>
            <p:spPr>
              <a:xfrm>
                <a:off x="13047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" name="Freeform: Shape 872">
                <a:extLst>
                  <a:ext uri="{FF2B5EF4-FFF2-40B4-BE49-F238E27FC236}">
                    <a16:creationId xmlns:a16="http://schemas.microsoft.com/office/drawing/2014/main" id="{6C363BBB-ADD3-427F-BEB3-104569452A12}"/>
                  </a:ext>
                </a:extLst>
              </p:cNvPr>
              <p:cNvSpPr/>
              <p:nvPr/>
            </p:nvSpPr>
            <p:spPr>
              <a:xfrm>
                <a:off x="13047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" name="Freeform: Shape 873">
                <a:extLst>
                  <a:ext uri="{FF2B5EF4-FFF2-40B4-BE49-F238E27FC236}">
                    <a16:creationId xmlns:a16="http://schemas.microsoft.com/office/drawing/2014/main" id="{13AA7DDC-64E8-4CE3-8952-CA7F3AE85599}"/>
                  </a:ext>
                </a:extLst>
              </p:cNvPr>
              <p:cNvSpPr/>
              <p:nvPr/>
            </p:nvSpPr>
            <p:spPr>
              <a:xfrm>
                <a:off x="13047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" name="Freeform: Shape 874">
                <a:extLst>
                  <a:ext uri="{FF2B5EF4-FFF2-40B4-BE49-F238E27FC236}">
                    <a16:creationId xmlns:a16="http://schemas.microsoft.com/office/drawing/2014/main" id="{D3AE7B00-1E3D-4CDA-898B-40E4240B157F}"/>
                  </a:ext>
                </a:extLst>
              </p:cNvPr>
              <p:cNvSpPr/>
              <p:nvPr/>
            </p:nvSpPr>
            <p:spPr>
              <a:xfrm>
                <a:off x="13047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" name="Freeform: Shape 875">
                <a:extLst>
                  <a:ext uri="{FF2B5EF4-FFF2-40B4-BE49-F238E27FC236}">
                    <a16:creationId xmlns:a16="http://schemas.microsoft.com/office/drawing/2014/main" id="{2EA7C3BF-964D-4EF3-B255-195D016E2CEF}"/>
                  </a:ext>
                </a:extLst>
              </p:cNvPr>
              <p:cNvSpPr/>
              <p:nvPr/>
            </p:nvSpPr>
            <p:spPr>
              <a:xfrm>
                <a:off x="13047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" name="Freeform: Shape 876">
                <a:extLst>
                  <a:ext uri="{FF2B5EF4-FFF2-40B4-BE49-F238E27FC236}">
                    <a16:creationId xmlns:a16="http://schemas.microsoft.com/office/drawing/2014/main" id="{401EFDCE-AEB9-4B90-AD19-87C42B27E244}"/>
                  </a:ext>
                </a:extLst>
              </p:cNvPr>
              <p:cNvSpPr/>
              <p:nvPr/>
            </p:nvSpPr>
            <p:spPr>
              <a:xfrm>
                <a:off x="13047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" name="Freeform: Shape 877">
                <a:extLst>
                  <a:ext uri="{FF2B5EF4-FFF2-40B4-BE49-F238E27FC236}">
                    <a16:creationId xmlns:a16="http://schemas.microsoft.com/office/drawing/2014/main" id="{2233DE05-AECE-4CC9-98BD-D780398D1FBA}"/>
                  </a:ext>
                </a:extLst>
              </p:cNvPr>
              <p:cNvSpPr/>
              <p:nvPr/>
            </p:nvSpPr>
            <p:spPr>
              <a:xfrm>
                <a:off x="13047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" name="Freeform: Shape 878">
                <a:extLst>
                  <a:ext uri="{FF2B5EF4-FFF2-40B4-BE49-F238E27FC236}">
                    <a16:creationId xmlns:a16="http://schemas.microsoft.com/office/drawing/2014/main" id="{6BCE7EA0-4A8C-4D38-A7B1-492E15889CDD}"/>
                  </a:ext>
                </a:extLst>
              </p:cNvPr>
              <p:cNvSpPr/>
              <p:nvPr/>
            </p:nvSpPr>
            <p:spPr>
              <a:xfrm>
                <a:off x="13047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0" name="Freeform: Shape 879">
                <a:extLst>
                  <a:ext uri="{FF2B5EF4-FFF2-40B4-BE49-F238E27FC236}">
                    <a16:creationId xmlns:a16="http://schemas.microsoft.com/office/drawing/2014/main" id="{759359CC-84D9-4DE4-A1D2-328EA7F0BE77}"/>
                  </a:ext>
                </a:extLst>
              </p:cNvPr>
              <p:cNvSpPr/>
              <p:nvPr/>
            </p:nvSpPr>
            <p:spPr>
              <a:xfrm>
                <a:off x="13047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" name="Freeform: Shape 880">
                <a:extLst>
                  <a:ext uri="{FF2B5EF4-FFF2-40B4-BE49-F238E27FC236}">
                    <a16:creationId xmlns:a16="http://schemas.microsoft.com/office/drawing/2014/main" id="{DEC1EBBF-49E2-4ED5-8875-24E381D9C8A4}"/>
                  </a:ext>
                </a:extLst>
              </p:cNvPr>
              <p:cNvSpPr/>
              <p:nvPr/>
            </p:nvSpPr>
            <p:spPr>
              <a:xfrm>
                <a:off x="130470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" name="Freeform: Shape 881">
                <a:extLst>
                  <a:ext uri="{FF2B5EF4-FFF2-40B4-BE49-F238E27FC236}">
                    <a16:creationId xmlns:a16="http://schemas.microsoft.com/office/drawing/2014/main" id="{5EB25253-2637-4447-880A-FC1C37E5D0EB}"/>
                  </a:ext>
                </a:extLst>
              </p:cNvPr>
              <p:cNvSpPr/>
              <p:nvPr/>
            </p:nvSpPr>
            <p:spPr>
              <a:xfrm>
                <a:off x="12284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" name="Freeform: Shape 882">
                <a:extLst>
                  <a:ext uri="{FF2B5EF4-FFF2-40B4-BE49-F238E27FC236}">
                    <a16:creationId xmlns:a16="http://schemas.microsoft.com/office/drawing/2014/main" id="{575357F9-E405-4115-9DEB-95DA05C789E2}"/>
                  </a:ext>
                </a:extLst>
              </p:cNvPr>
              <p:cNvSpPr/>
              <p:nvPr/>
            </p:nvSpPr>
            <p:spPr>
              <a:xfrm>
                <a:off x="12284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4" name="Freeform: Shape 883">
                <a:extLst>
                  <a:ext uri="{FF2B5EF4-FFF2-40B4-BE49-F238E27FC236}">
                    <a16:creationId xmlns:a16="http://schemas.microsoft.com/office/drawing/2014/main" id="{A7C0DC41-F8C9-4783-9DF3-44EB39F2F1E4}"/>
                  </a:ext>
                </a:extLst>
              </p:cNvPr>
              <p:cNvSpPr/>
              <p:nvPr/>
            </p:nvSpPr>
            <p:spPr>
              <a:xfrm>
                <a:off x="12284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5" name="Freeform: Shape 884">
                <a:extLst>
                  <a:ext uri="{FF2B5EF4-FFF2-40B4-BE49-F238E27FC236}">
                    <a16:creationId xmlns:a16="http://schemas.microsoft.com/office/drawing/2014/main" id="{9E3A274F-2BC0-4907-8B40-EC1F7BEDCAC4}"/>
                  </a:ext>
                </a:extLst>
              </p:cNvPr>
              <p:cNvSpPr/>
              <p:nvPr/>
            </p:nvSpPr>
            <p:spPr>
              <a:xfrm>
                <a:off x="1228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6" name="Freeform: Shape 885">
                <a:extLst>
                  <a:ext uri="{FF2B5EF4-FFF2-40B4-BE49-F238E27FC236}">
                    <a16:creationId xmlns:a16="http://schemas.microsoft.com/office/drawing/2014/main" id="{E9E483D4-69B0-4BCA-9DEB-438806740436}"/>
                  </a:ext>
                </a:extLst>
              </p:cNvPr>
              <p:cNvSpPr/>
              <p:nvPr/>
            </p:nvSpPr>
            <p:spPr>
              <a:xfrm>
                <a:off x="1228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7" name="Freeform: Shape 886">
                <a:extLst>
                  <a:ext uri="{FF2B5EF4-FFF2-40B4-BE49-F238E27FC236}">
                    <a16:creationId xmlns:a16="http://schemas.microsoft.com/office/drawing/2014/main" id="{38101ACB-C6C3-491D-92D8-A989486BF706}"/>
                  </a:ext>
                </a:extLst>
              </p:cNvPr>
              <p:cNvSpPr/>
              <p:nvPr/>
            </p:nvSpPr>
            <p:spPr>
              <a:xfrm>
                <a:off x="1228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8" name="Freeform: Shape 887">
                <a:extLst>
                  <a:ext uri="{FF2B5EF4-FFF2-40B4-BE49-F238E27FC236}">
                    <a16:creationId xmlns:a16="http://schemas.microsoft.com/office/drawing/2014/main" id="{A5F475B2-8331-4F63-AF80-C7E415190942}"/>
                  </a:ext>
                </a:extLst>
              </p:cNvPr>
              <p:cNvSpPr/>
              <p:nvPr/>
            </p:nvSpPr>
            <p:spPr>
              <a:xfrm>
                <a:off x="122847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9" name="Freeform: Shape 888">
                <a:extLst>
                  <a:ext uri="{FF2B5EF4-FFF2-40B4-BE49-F238E27FC236}">
                    <a16:creationId xmlns:a16="http://schemas.microsoft.com/office/drawing/2014/main" id="{2647E327-D9D4-4EDF-8FA4-97988DAAC9BC}"/>
                  </a:ext>
                </a:extLst>
              </p:cNvPr>
              <p:cNvSpPr/>
              <p:nvPr/>
            </p:nvSpPr>
            <p:spPr>
              <a:xfrm>
                <a:off x="1228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0" name="Freeform: Shape 889">
                <a:extLst>
                  <a:ext uri="{FF2B5EF4-FFF2-40B4-BE49-F238E27FC236}">
                    <a16:creationId xmlns:a16="http://schemas.microsoft.com/office/drawing/2014/main" id="{A2FA7508-0E22-48C6-A5B6-6261286A3E4E}"/>
                  </a:ext>
                </a:extLst>
              </p:cNvPr>
              <p:cNvSpPr/>
              <p:nvPr/>
            </p:nvSpPr>
            <p:spPr>
              <a:xfrm>
                <a:off x="1228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1" name="Freeform: Shape 890">
                <a:extLst>
                  <a:ext uri="{FF2B5EF4-FFF2-40B4-BE49-F238E27FC236}">
                    <a16:creationId xmlns:a16="http://schemas.microsoft.com/office/drawing/2014/main" id="{C10C9823-CE37-495D-BE7A-7226E02A1DA9}"/>
                  </a:ext>
                </a:extLst>
              </p:cNvPr>
              <p:cNvSpPr/>
              <p:nvPr/>
            </p:nvSpPr>
            <p:spPr>
              <a:xfrm>
                <a:off x="1228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2" name="Freeform: Shape 891">
                <a:extLst>
                  <a:ext uri="{FF2B5EF4-FFF2-40B4-BE49-F238E27FC236}">
                    <a16:creationId xmlns:a16="http://schemas.microsoft.com/office/drawing/2014/main" id="{DAD6DB0E-69D1-406C-81BA-4557095D0D6A}"/>
                  </a:ext>
                </a:extLst>
              </p:cNvPr>
              <p:cNvSpPr/>
              <p:nvPr/>
            </p:nvSpPr>
            <p:spPr>
              <a:xfrm>
                <a:off x="1228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3" name="Freeform: Shape 892">
                <a:extLst>
                  <a:ext uri="{FF2B5EF4-FFF2-40B4-BE49-F238E27FC236}">
                    <a16:creationId xmlns:a16="http://schemas.microsoft.com/office/drawing/2014/main" id="{F66C4411-6BCC-41D4-91AB-4D754766186C}"/>
                  </a:ext>
                </a:extLst>
              </p:cNvPr>
              <p:cNvSpPr/>
              <p:nvPr/>
            </p:nvSpPr>
            <p:spPr>
              <a:xfrm>
                <a:off x="1228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4" name="Freeform: Shape 893">
                <a:extLst>
                  <a:ext uri="{FF2B5EF4-FFF2-40B4-BE49-F238E27FC236}">
                    <a16:creationId xmlns:a16="http://schemas.microsoft.com/office/drawing/2014/main" id="{C409C87E-D8A2-47F8-8E7B-45BF51C2A606}"/>
                  </a:ext>
                </a:extLst>
              </p:cNvPr>
              <p:cNvSpPr/>
              <p:nvPr/>
            </p:nvSpPr>
            <p:spPr>
              <a:xfrm>
                <a:off x="1228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5" name="Freeform: Shape 894">
                <a:extLst>
                  <a:ext uri="{FF2B5EF4-FFF2-40B4-BE49-F238E27FC236}">
                    <a16:creationId xmlns:a16="http://schemas.microsoft.com/office/drawing/2014/main" id="{A78C0583-BE9B-489C-B5F2-43E54B9AD99A}"/>
                  </a:ext>
                </a:extLst>
              </p:cNvPr>
              <p:cNvSpPr/>
              <p:nvPr/>
            </p:nvSpPr>
            <p:spPr>
              <a:xfrm>
                <a:off x="1228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6" name="Freeform: Shape 895">
                <a:extLst>
                  <a:ext uri="{FF2B5EF4-FFF2-40B4-BE49-F238E27FC236}">
                    <a16:creationId xmlns:a16="http://schemas.microsoft.com/office/drawing/2014/main" id="{061C5D07-C5A9-499A-B736-4601AAE1DB9E}"/>
                  </a:ext>
                </a:extLst>
              </p:cNvPr>
              <p:cNvSpPr/>
              <p:nvPr/>
            </p:nvSpPr>
            <p:spPr>
              <a:xfrm>
                <a:off x="1228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7" name="Freeform: Shape 896">
                <a:extLst>
                  <a:ext uri="{FF2B5EF4-FFF2-40B4-BE49-F238E27FC236}">
                    <a16:creationId xmlns:a16="http://schemas.microsoft.com/office/drawing/2014/main" id="{7AA057C1-3461-4AC7-B568-FBE701B27A7C}"/>
                  </a:ext>
                </a:extLst>
              </p:cNvPr>
              <p:cNvSpPr/>
              <p:nvPr/>
            </p:nvSpPr>
            <p:spPr>
              <a:xfrm>
                <a:off x="1228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8" name="Freeform: Shape 897">
                <a:extLst>
                  <a:ext uri="{FF2B5EF4-FFF2-40B4-BE49-F238E27FC236}">
                    <a16:creationId xmlns:a16="http://schemas.microsoft.com/office/drawing/2014/main" id="{069CD3AE-5956-4490-9E14-5D0323F171FB}"/>
                  </a:ext>
                </a:extLst>
              </p:cNvPr>
              <p:cNvSpPr/>
              <p:nvPr/>
            </p:nvSpPr>
            <p:spPr>
              <a:xfrm>
                <a:off x="1228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9" name="Freeform: Shape 898">
                <a:extLst>
                  <a:ext uri="{FF2B5EF4-FFF2-40B4-BE49-F238E27FC236}">
                    <a16:creationId xmlns:a16="http://schemas.microsoft.com/office/drawing/2014/main" id="{06E81545-73B2-43A4-AD73-442A6AAD77EE}"/>
                  </a:ext>
                </a:extLst>
              </p:cNvPr>
              <p:cNvSpPr/>
              <p:nvPr/>
            </p:nvSpPr>
            <p:spPr>
              <a:xfrm>
                <a:off x="12284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0" name="Freeform: Shape 899">
                <a:extLst>
                  <a:ext uri="{FF2B5EF4-FFF2-40B4-BE49-F238E27FC236}">
                    <a16:creationId xmlns:a16="http://schemas.microsoft.com/office/drawing/2014/main" id="{EF51365B-0069-4507-B84A-493363A61044}"/>
                  </a:ext>
                </a:extLst>
              </p:cNvPr>
              <p:cNvSpPr/>
              <p:nvPr/>
            </p:nvSpPr>
            <p:spPr>
              <a:xfrm>
                <a:off x="1152275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1" name="Freeform: Shape 900">
                <a:extLst>
                  <a:ext uri="{FF2B5EF4-FFF2-40B4-BE49-F238E27FC236}">
                    <a16:creationId xmlns:a16="http://schemas.microsoft.com/office/drawing/2014/main" id="{DDBC8134-42D9-46D1-8D85-7BFB4DA02CD6}"/>
                  </a:ext>
                </a:extLst>
              </p:cNvPr>
              <p:cNvSpPr/>
              <p:nvPr/>
            </p:nvSpPr>
            <p:spPr>
              <a:xfrm>
                <a:off x="1152275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2" name="Freeform: Shape 901">
                <a:extLst>
                  <a:ext uri="{FF2B5EF4-FFF2-40B4-BE49-F238E27FC236}">
                    <a16:creationId xmlns:a16="http://schemas.microsoft.com/office/drawing/2014/main" id="{D2A4D428-5312-4245-8151-69D16E26DFEA}"/>
                  </a:ext>
                </a:extLst>
              </p:cNvPr>
              <p:cNvSpPr/>
              <p:nvPr/>
            </p:nvSpPr>
            <p:spPr>
              <a:xfrm>
                <a:off x="1152275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3" name="Freeform: Shape 902">
                <a:extLst>
                  <a:ext uri="{FF2B5EF4-FFF2-40B4-BE49-F238E27FC236}">
                    <a16:creationId xmlns:a16="http://schemas.microsoft.com/office/drawing/2014/main" id="{2ACB6E3E-1106-41B7-BC13-D0400B31BEE3}"/>
                  </a:ext>
                </a:extLst>
              </p:cNvPr>
              <p:cNvSpPr/>
              <p:nvPr/>
            </p:nvSpPr>
            <p:spPr>
              <a:xfrm>
                <a:off x="1152275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4" name="Freeform: Shape 903">
                <a:extLst>
                  <a:ext uri="{FF2B5EF4-FFF2-40B4-BE49-F238E27FC236}">
                    <a16:creationId xmlns:a16="http://schemas.microsoft.com/office/drawing/2014/main" id="{9847D673-36DB-4109-BBA0-FC9E4EA92306}"/>
                  </a:ext>
                </a:extLst>
              </p:cNvPr>
              <p:cNvSpPr/>
              <p:nvPr/>
            </p:nvSpPr>
            <p:spPr>
              <a:xfrm>
                <a:off x="11522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5" name="Freeform: Shape 904">
                <a:extLst>
                  <a:ext uri="{FF2B5EF4-FFF2-40B4-BE49-F238E27FC236}">
                    <a16:creationId xmlns:a16="http://schemas.microsoft.com/office/drawing/2014/main" id="{28FE4E0F-50B9-4D3E-B032-459D4ACDAF62}"/>
                  </a:ext>
                </a:extLst>
              </p:cNvPr>
              <p:cNvSpPr/>
              <p:nvPr/>
            </p:nvSpPr>
            <p:spPr>
              <a:xfrm>
                <a:off x="1152275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6" name="Freeform: Shape 905">
                <a:extLst>
                  <a:ext uri="{FF2B5EF4-FFF2-40B4-BE49-F238E27FC236}">
                    <a16:creationId xmlns:a16="http://schemas.microsoft.com/office/drawing/2014/main" id="{F5877A35-01B2-48C2-B6A7-A21EC560F80A}"/>
                  </a:ext>
                </a:extLst>
              </p:cNvPr>
              <p:cNvSpPr/>
              <p:nvPr/>
            </p:nvSpPr>
            <p:spPr>
              <a:xfrm>
                <a:off x="1152275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7" name="Freeform: Shape 906">
                <a:extLst>
                  <a:ext uri="{FF2B5EF4-FFF2-40B4-BE49-F238E27FC236}">
                    <a16:creationId xmlns:a16="http://schemas.microsoft.com/office/drawing/2014/main" id="{34723B9A-18CC-48F0-8184-96191E601F62}"/>
                  </a:ext>
                </a:extLst>
              </p:cNvPr>
              <p:cNvSpPr/>
              <p:nvPr/>
            </p:nvSpPr>
            <p:spPr>
              <a:xfrm>
                <a:off x="1152275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8" name="Freeform: Shape 907">
                <a:extLst>
                  <a:ext uri="{FF2B5EF4-FFF2-40B4-BE49-F238E27FC236}">
                    <a16:creationId xmlns:a16="http://schemas.microsoft.com/office/drawing/2014/main" id="{37787687-12EA-45F0-8D74-3C677AFE15A5}"/>
                  </a:ext>
                </a:extLst>
              </p:cNvPr>
              <p:cNvSpPr/>
              <p:nvPr/>
            </p:nvSpPr>
            <p:spPr>
              <a:xfrm>
                <a:off x="1152275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9" name="Freeform: Shape 908">
                <a:extLst>
                  <a:ext uri="{FF2B5EF4-FFF2-40B4-BE49-F238E27FC236}">
                    <a16:creationId xmlns:a16="http://schemas.microsoft.com/office/drawing/2014/main" id="{57302CFC-3627-4A08-9DB6-7A141CC96E43}"/>
                  </a:ext>
                </a:extLst>
              </p:cNvPr>
              <p:cNvSpPr/>
              <p:nvPr/>
            </p:nvSpPr>
            <p:spPr>
              <a:xfrm>
                <a:off x="1152275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0" name="Freeform: Shape 909">
                <a:extLst>
                  <a:ext uri="{FF2B5EF4-FFF2-40B4-BE49-F238E27FC236}">
                    <a16:creationId xmlns:a16="http://schemas.microsoft.com/office/drawing/2014/main" id="{12C8CFFC-9272-46CF-90D8-CAE95F9D564C}"/>
                  </a:ext>
                </a:extLst>
              </p:cNvPr>
              <p:cNvSpPr/>
              <p:nvPr/>
            </p:nvSpPr>
            <p:spPr>
              <a:xfrm>
                <a:off x="11522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1" name="Freeform: Shape 910">
                <a:extLst>
                  <a:ext uri="{FF2B5EF4-FFF2-40B4-BE49-F238E27FC236}">
                    <a16:creationId xmlns:a16="http://schemas.microsoft.com/office/drawing/2014/main" id="{5102CD6E-10BD-422A-A35D-68239491EC8C}"/>
                  </a:ext>
                </a:extLst>
              </p:cNvPr>
              <p:cNvSpPr/>
              <p:nvPr/>
            </p:nvSpPr>
            <p:spPr>
              <a:xfrm>
                <a:off x="11522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2" name="Freeform: Shape 911">
                <a:extLst>
                  <a:ext uri="{FF2B5EF4-FFF2-40B4-BE49-F238E27FC236}">
                    <a16:creationId xmlns:a16="http://schemas.microsoft.com/office/drawing/2014/main" id="{12454C1D-CA18-45D2-8877-65B14BAA888C}"/>
                  </a:ext>
                </a:extLst>
              </p:cNvPr>
              <p:cNvSpPr/>
              <p:nvPr/>
            </p:nvSpPr>
            <p:spPr>
              <a:xfrm>
                <a:off x="11522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3" name="Freeform: Shape 912">
                <a:extLst>
                  <a:ext uri="{FF2B5EF4-FFF2-40B4-BE49-F238E27FC236}">
                    <a16:creationId xmlns:a16="http://schemas.microsoft.com/office/drawing/2014/main" id="{E56F3795-DFB9-4F6F-A3CD-8D442E69AFBC}"/>
                  </a:ext>
                </a:extLst>
              </p:cNvPr>
              <p:cNvSpPr/>
              <p:nvPr/>
            </p:nvSpPr>
            <p:spPr>
              <a:xfrm>
                <a:off x="11522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4" name="Freeform: Shape 913">
                <a:extLst>
                  <a:ext uri="{FF2B5EF4-FFF2-40B4-BE49-F238E27FC236}">
                    <a16:creationId xmlns:a16="http://schemas.microsoft.com/office/drawing/2014/main" id="{1BDC88EC-8D0C-44D5-96A2-667924DA9E2B}"/>
                  </a:ext>
                </a:extLst>
              </p:cNvPr>
              <p:cNvSpPr/>
              <p:nvPr/>
            </p:nvSpPr>
            <p:spPr>
              <a:xfrm>
                <a:off x="1152275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5" name="Freeform: Shape 914">
                <a:extLst>
                  <a:ext uri="{FF2B5EF4-FFF2-40B4-BE49-F238E27FC236}">
                    <a16:creationId xmlns:a16="http://schemas.microsoft.com/office/drawing/2014/main" id="{B90A8C66-71E0-4388-8CFC-27ACF60FBB36}"/>
                  </a:ext>
                </a:extLst>
              </p:cNvPr>
              <p:cNvSpPr/>
              <p:nvPr/>
            </p:nvSpPr>
            <p:spPr>
              <a:xfrm>
                <a:off x="107605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6" name="Freeform: Shape 915">
                <a:extLst>
                  <a:ext uri="{FF2B5EF4-FFF2-40B4-BE49-F238E27FC236}">
                    <a16:creationId xmlns:a16="http://schemas.microsoft.com/office/drawing/2014/main" id="{E82F8A20-F55F-4A45-87B9-6B936A1B6239}"/>
                  </a:ext>
                </a:extLst>
              </p:cNvPr>
              <p:cNvSpPr/>
              <p:nvPr/>
            </p:nvSpPr>
            <p:spPr>
              <a:xfrm>
                <a:off x="10760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7" name="Freeform: Shape 916">
                <a:extLst>
                  <a:ext uri="{FF2B5EF4-FFF2-40B4-BE49-F238E27FC236}">
                    <a16:creationId xmlns:a16="http://schemas.microsoft.com/office/drawing/2014/main" id="{380AEB8F-930A-4634-8A92-60B4D4B5C068}"/>
                  </a:ext>
                </a:extLst>
              </p:cNvPr>
              <p:cNvSpPr/>
              <p:nvPr/>
            </p:nvSpPr>
            <p:spPr>
              <a:xfrm>
                <a:off x="10760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8" name="Freeform: Shape 917">
                <a:extLst>
                  <a:ext uri="{FF2B5EF4-FFF2-40B4-BE49-F238E27FC236}">
                    <a16:creationId xmlns:a16="http://schemas.microsoft.com/office/drawing/2014/main" id="{98C554B5-8CEB-4E02-93C8-1E58437DE3FF}"/>
                  </a:ext>
                </a:extLst>
              </p:cNvPr>
              <p:cNvSpPr/>
              <p:nvPr/>
            </p:nvSpPr>
            <p:spPr>
              <a:xfrm>
                <a:off x="10760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9" name="Freeform: Shape 918">
                <a:extLst>
                  <a:ext uri="{FF2B5EF4-FFF2-40B4-BE49-F238E27FC236}">
                    <a16:creationId xmlns:a16="http://schemas.microsoft.com/office/drawing/2014/main" id="{4C7046AC-FAC4-4009-9575-7688D362ECD9}"/>
                  </a:ext>
                </a:extLst>
              </p:cNvPr>
              <p:cNvSpPr/>
              <p:nvPr/>
            </p:nvSpPr>
            <p:spPr>
              <a:xfrm>
                <a:off x="10760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0" name="Freeform: Shape 919">
                <a:extLst>
                  <a:ext uri="{FF2B5EF4-FFF2-40B4-BE49-F238E27FC236}">
                    <a16:creationId xmlns:a16="http://schemas.microsoft.com/office/drawing/2014/main" id="{8AA4C9B8-C809-4AEA-9EE6-60D93C53F501}"/>
                  </a:ext>
                </a:extLst>
              </p:cNvPr>
              <p:cNvSpPr/>
              <p:nvPr/>
            </p:nvSpPr>
            <p:spPr>
              <a:xfrm>
                <a:off x="10760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" name="Freeform: Shape 920">
                <a:extLst>
                  <a:ext uri="{FF2B5EF4-FFF2-40B4-BE49-F238E27FC236}">
                    <a16:creationId xmlns:a16="http://schemas.microsoft.com/office/drawing/2014/main" id="{9DB85225-CE9A-4A2E-AE0A-70F9488FAC36}"/>
                  </a:ext>
                </a:extLst>
              </p:cNvPr>
              <p:cNvSpPr/>
              <p:nvPr/>
            </p:nvSpPr>
            <p:spPr>
              <a:xfrm>
                <a:off x="10760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" name="Freeform: Shape 921">
                <a:extLst>
                  <a:ext uri="{FF2B5EF4-FFF2-40B4-BE49-F238E27FC236}">
                    <a16:creationId xmlns:a16="http://schemas.microsoft.com/office/drawing/2014/main" id="{EE33C4C1-99C2-4A8E-8486-6B419C4FA103}"/>
                  </a:ext>
                </a:extLst>
              </p:cNvPr>
              <p:cNvSpPr/>
              <p:nvPr/>
            </p:nvSpPr>
            <p:spPr>
              <a:xfrm>
                <a:off x="10760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3" name="Freeform: Shape 922">
                <a:extLst>
                  <a:ext uri="{FF2B5EF4-FFF2-40B4-BE49-F238E27FC236}">
                    <a16:creationId xmlns:a16="http://schemas.microsoft.com/office/drawing/2014/main" id="{6252A007-7175-4FD4-9330-1CC74D1D2F93}"/>
                  </a:ext>
                </a:extLst>
              </p:cNvPr>
              <p:cNvSpPr/>
              <p:nvPr/>
            </p:nvSpPr>
            <p:spPr>
              <a:xfrm>
                <a:off x="10760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" name="Freeform: Shape 923">
                <a:extLst>
                  <a:ext uri="{FF2B5EF4-FFF2-40B4-BE49-F238E27FC236}">
                    <a16:creationId xmlns:a16="http://schemas.microsoft.com/office/drawing/2014/main" id="{F8A58F5B-C62F-4412-B870-B8F688F4EB6F}"/>
                  </a:ext>
                </a:extLst>
              </p:cNvPr>
              <p:cNvSpPr/>
              <p:nvPr/>
            </p:nvSpPr>
            <p:spPr>
              <a:xfrm>
                <a:off x="10760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5" name="Freeform: Shape 924">
                <a:extLst>
                  <a:ext uri="{FF2B5EF4-FFF2-40B4-BE49-F238E27FC236}">
                    <a16:creationId xmlns:a16="http://schemas.microsoft.com/office/drawing/2014/main" id="{9A75D313-9014-498C-ACB9-18BF2C1B4365}"/>
                  </a:ext>
                </a:extLst>
              </p:cNvPr>
              <p:cNvSpPr/>
              <p:nvPr/>
            </p:nvSpPr>
            <p:spPr>
              <a:xfrm>
                <a:off x="10760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" name="Freeform: Shape 925">
                <a:extLst>
                  <a:ext uri="{FF2B5EF4-FFF2-40B4-BE49-F238E27FC236}">
                    <a16:creationId xmlns:a16="http://schemas.microsoft.com/office/drawing/2014/main" id="{F8723D43-9A97-4601-BB5E-549EC5DCDF0B}"/>
                  </a:ext>
                </a:extLst>
              </p:cNvPr>
              <p:cNvSpPr/>
              <p:nvPr/>
            </p:nvSpPr>
            <p:spPr>
              <a:xfrm>
                <a:off x="10760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" name="Freeform: Shape 926">
                <a:extLst>
                  <a:ext uri="{FF2B5EF4-FFF2-40B4-BE49-F238E27FC236}">
                    <a16:creationId xmlns:a16="http://schemas.microsoft.com/office/drawing/2014/main" id="{6D4535A6-2A31-4F13-BE93-3202E4A7C6A4}"/>
                  </a:ext>
                </a:extLst>
              </p:cNvPr>
              <p:cNvSpPr/>
              <p:nvPr/>
            </p:nvSpPr>
            <p:spPr>
              <a:xfrm>
                <a:off x="10760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" name="Freeform: Shape 927">
                <a:extLst>
                  <a:ext uri="{FF2B5EF4-FFF2-40B4-BE49-F238E27FC236}">
                    <a16:creationId xmlns:a16="http://schemas.microsoft.com/office/drawing/2014/main" id="{F90520C2-6453-47B4-A895-D3BA60A9909B}"/>
                  </a:ext>
                </a:extLst>
              </p:cNvPr>
              <p:cNvSpPr/>
              <p:nvPr/>
            </p:nvSpPr>
            <p:spPr>
              <a:xfrm>
                <a:off x="10760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9" name="Freeform: Shape 928">
                <a:extLst>
                  <a:ext uri="{FF2B5EF4-FFF2-40B4-BE49-F238E27FC236}">
                    <a16:creationId xmlns:a16="http://schemas.microsoft.com/office/drawing/2014/main" id="{D6270782-275E-42D2-9344-E883A12BC072}"/>
                  </a:ext>
                </a:extLst>
              </p:cNvPr>
              <p:cNvSpPr/>
              <p:nvPr/>
            </p:nvSpPr>
            <p:spPr>
              <a:xfrm>
                <a:off x="10760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6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0" name="Freeform: Shape 929">
                <a:extLst>
                  <a:ext uri="{FF2B5EF4-FFF2-40B4-BE49-F238E27FC236}">
                    <a16:creationId xmlns:a16="http://schemas.microsoft.com/office/drawing/2014/main" id="{9FBCDE85-F0BA-4E64-B45F-17BEDD88DA55}"/>
                  </a:ext>
                </a:extLst>
              </p:cNvPr>
              <p:cNvSpPr/>
              <p:nvPr/>
            </p:nvSpPr>
            <p:spPr>
              <a:xfrm>
                <a:off x="1000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" name="Freeform: Shape 930">
                <a:extLst>
                  <a:ext uri="{FF2B5EF4-FFF2-40B4-BE49-F238E27FC236}">
                    <a16:creationId xmlns:a16="http://schemas.microsoft.com/office/drawing/2014/main" id="{255747E7-0B03-49A9-97A6-C608649B6850}"/>
                  </a:ext>
                </a:extLst>
              </p:cNvPr>
              <p:cNvSpPr/>
              <p:nvPr/>
            </p:nvSpPr>
            <p:spPr>
              <a:xfrm>
                <a:off x="1000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2" name="Freeform: Shape 931">
                <a:extLst>
                  <a:ext uri="{FF2B5EF4-FFF2-40B4-BE49-F238E27FC236}">
                    <a16:creationId xmlns:a16="http://schemas.microsoft.com/office/drawing/2014/main" id="{128AB5D6-CFCA-4447-B99F-51E847BA2D23}"/>
                  </a:ext>
                </a:extLst>
              </p:cNvPr>
              <p:cNvSpPr/>
              <p:nvPr/>
            </p:nvSpPr>
            <p:spPr>
              <a:xfrm>
                <a:off x="1000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3" name="Freeform: Shape 932">
                <a:extLst>
                  <a:ext uri="{FF2B5EF4-FFF2-40B4-BE49-F238E27FC236}">
                    <a16:creationId xmlns:a16="http://schemas.microsoft.com/office/drawing/2014/main" id="{82A7729F-B807-48B0-9354-FB0C2F833AA4}"/>
                  </a:ext>
                </a:extLst>
              </p:cNvPr>
              <p:cNvSpPr/>
              <p:nvPr/>
            </p:nvSpPr>
            <p:spPr>
              <a:xfrm>
                <a:off x="10000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4" name="Freeform: Shape 933">
                <a:extLst>
                  <a:ext uri="{FF2B5EF4-FFF2-40B4-BE49-F238E27FC236}">
                    <a16:creationId xmlns:a16="http://schemas.microsoft.com/office/drawing/2014/main" id="{B38158F3-8FD9-4E05-B356-5ED611587C50}"/>
                  </a:ext>
                </a:extLst>
              </p:cNvPr>
              <p:cNvSpPr/>
              <p:nvPr/>
            </p:nvSpPr>
            <p:spPr>
              <a:xfrm>
                <a:off x="1000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5" name="Freeform: Shape 934">
                <a:extLst>
                  <a:ext uri="{FF2B5EF4-FFF2-40B4-BE49-F238E27FC236}">
                    <a16:creationId xmlns:a16="http://schemas.microsoft.com/office/drawing/2014/main" id="{0277EB07-35A8-4411-ACE8-49F2E71E7285}"/>
                  </a:ext>
                </a:extLst>
              </p:cNvPr>
              <p:cNvSpPr/>
              <p:nvPr/>
            </p:nvSpPr>
            <p:spPr>
              <a:xfrm>
                <a:off x="1000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6" name="Freeform: Shape 935">
                <a:extLst>
                  <a:ext uri="{FF2B5EF4-FFF2-40B4-BE49-F238E27FC236}">
                    <a16:creationId xmlns:a16="http://schemas.microsoft.com/office/drawing/2014/main" id="{8E778F2E-8788-4B0A-B3BC-D6D352E6C2C1}"/>
                  </a:ext>
                </a:extLst>
              </p:cNvPr>
              <p:cNvSpPr/>
              <p:nvPr/>
            </p:nvSpPr>
            <p:spPr>
              <a:xfrm>
                <a:off x="1000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7" name="Freeform: Shape 936">
                <a:extLst>
                  <a:ext uri="{FF2B5EF4-FFF2-40B4-BE49-F238E27FC236}">
                    <a16:creationId xmlns:a16="http://schemas.microsoft.com/office/drawing/2014/main" id="{3C6CE759-4DFA-44A4-BD67-755371AEA644}"/>
                  </a:ext>
                </a:extLst>
              </p:cNvPr>
              <p:cNvSpPr/>
              <p:nvPr/>
            </p:nvSpPr>
            <p:spPr>
              <a:xfrm>
                <a:off x="1000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2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8" name="Freeform: Shape 937">
                <a:extLst>
                  <a:ext uri="{FF2B5EF4-FFF2-40B4-BE49-F238E27FC236}">
                    <a16:creationId xmlns:a16="http://schemas.microsoft.com/office/drawing/2014/main" id="{3B403AB4-3585-4EA1-B8CE-4DAB17A0A742}"/>
                  </a:ext>
                </a:extLst>
              </p:cNvPr>
              <p:cNvSpPr/>
              <p:nvPr/>
            </p:nvSpPr>
            <p:spPr>
              <a:xfrm>
                <a:off x="10000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" name="Freeform: Shape 938">
                <a:extLst>
                  <a:ext uri="{FF2B5EF4-FFF2-40B4-BE49-F238E27FC236}">
                    <a16:creationId xmlns:a16="http://schemas.microsoft.com/office/drawing/2014/main" id="{F7782037-E46A-4950-A1FA-9A4651FC987B}"/>
                  </a:ext>
                </a:extLst>
              </p:cNvPr>
              <p:cNvSpPr/>
              <p:nvPr/>
            </p:nvSpPr>
            <p:spPr>
              <a:xfrm>
                <a:off x="923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0" name="Freeform: Shape 939">
                <a:extLst>
                  <a:ext uri="{FF2B5EF4-FFF2-40B4-BE49-F238E27FC236}">
                    <a16:creationId xmlns:a16="http://schemas.microsoft.com/office/drawing/2014/main" id="{51253002-45A4-44F9-90F2-4E7C63FB7A2D}"/>
                  </a:ext>
                </a:extLst>
              </p:cNvPr>
              <p:cNvSpPr/>
              <p:nvPr/>
            </p:nvSpPr>
            <p:spPr>
              <a:xfrm>
                <a:off x="923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" name="Freeform: Shape 940">
                <a:extLst>
                  <a:ext uri="{FF2B5EF4-FFF2-40B4-BE49-F238E27FC236}">
                    <a16:creationId xmlns:a16="http://schemas.microsoft.com/office/drawing/2014/main" id="{841F1831-63DE-4326-8A4B-1F77EEDE3574}"/>
                  </a:ext>
                </a:extLst>
              </p:cNvPr>
              <p:cNvSpPr/>
              <p:nvPr/>
            </p:nvSpPr>
            <p:spPr>
              <a:xfrm>
                <a:off x="923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2" name="Freeform: Shape 941">
                <a:extLst>
                  <a:ext uri="{FF2B5EF4-FFF2-40B4-BE49-F238E27FC236}">
                    <a16:creationId xmlns:a16="http://schemas.microsoft.com/office/drawing/2014/main" id="{F4669266-FB9F-4883-BE4D-FA9D72B6F80E}"/>
                  </a:ext>
                </a:extLst>
              </p:cNvPr>
              <p:cNvSpPr/>
              <p:nvPr/>
            </p:nvSpPr>
            <p:spPr>
              <a:xfrm>
                <a:off x="923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3" name="Freeform: Shape 942">
                <a:extLst>
                  <a:ext uri="{FF2B5EF4-FFF2-40B4-BE49-F238E27FC236}">
                    <a16:creationId xmlns:a16="http://schemas.microsoft.com/office/drawing/2014/main" id="{77C8307C-EFC2-475D-B2DC-5CBA322C1062}"/>
                  </a:ext>
                </a:extLst>
              </p:cNvPr>
              <p:cNvSpPr/>
              <p:nvPr/>
            </p:nvSpPr>
            <p:spPr>
              <a:xfrm>
                <a:off x="923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4" name="Freeform: Shape 943">
                <a:extLst>
                  <a:ext uri="{FF2B5EF4-FFF2-40B4-BE49-F238E27FC236}">
                    <a16:creationId xmlns:a16="http://schemas.microsoft.com/office/drawing/2014/main" id="{0DA465A1-D70B-4294-B8E3-807B0AF74C17}"/>
                  </a:ext>
                </a:extLst>
              </p:cNvPr>
              <p:cNvSpPr/>
              <p:nvPr/>
            </p:nvSpPr>
            <p:spPr>
              <a:xfrm>
                <a:off x="923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5" name="Freeform: Shape 944">
                <a:extLst>
                  <a:ext uri="{FF2B5EF4-FFF2-40B4-BE49-F238E27FC236}">
                    <a16:creationId xmlns:a16="http://schemas.microsoft.com/office/drawing/2014/main" id="{FEF8A40E-1485-4D2D-B5CC-D953DC954298}"/>
                  </a:ext>
                </a:extLst>
              </p:cNvPr>
              <p:cNvSpPr/>
              <p:nvPr/>
            </p:nvSpPr>
            <p:spPr>
              <a:xfrm>
                <a:off x="923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6" name="Freeform: Shape 945">
                <a:extLst>
                  <a:ext uri="{FF2B5EF4-FFF2-40B4-BE49-F238E27FC236}">
                    <a16:creationId xmlns:a16="http://schemas.microsoft.com/office/drawing/2014/main" id="{11E41F62-6AE9-4CEC-86E5-9C2AF9D4631F}"/>
                  </a:ext>
                </a:extLst>
              </p:cNvPr>
              <p:cNvSpPr/>
              <p:nvPr/>
            </p:nvSpPr>
            <p:spPr>
              <a:xfrm>
                <a:off x="847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7" name="Freeform: Shape 946">
                <a:extLst>
                  <a:ext uri="{FF2B5EF4-FFF2-40B4-BE49-F238E27FC236}">
                    <a16:creationId xmlns:a16="http://schemas.microsoft.com/office/drawing/2014/main" id="{BB4792D2-D8C5-4FC5-AE27-309CF64DFA36}"/>
                  </a:ext>
                </a:extLst>
              </p:cNvPr>
              <p:cNvSpPr/>
              <p:nvPr/>
            </p:nvSpPr>
            <p:spPr>
              <a:xfrm>
                <a:off x="8476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8" name="Freeform: Shape 947">
                <a:extLst>
                  <a:ext uri="{FF2B5EF4-FFF2-40B4-BE49-F238E27FC236}">
                    <a16:creationId xmlns:a16="http://schemas.microsoft.com/office/drawing/2014/main" id="{B3BC3347-C645-4B0A-AB02-A777EC44F0CE}"/>
                  </a:ext>
                </a:extLst>
              </p:cNvPr>
              <p:cNvSpPr/>
              <p:nvPr/>
            </p:nvSpPr>
            <p:spPr>
              <a:xfrm>
                <a:off x="847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9" name="Freeform: Shape 948">
                <a:extLst>
                  <a:ext uri="{FF2B5EF4-FFF2-40B4-BE49-F238E27FC236}">
                    <a16:creationId xmlns:a16="http://schemas.microsoft.com/office/drawing/2014/main" id="{98AEEF51-F5DB-4D46-8B09-A766430DBDAA}"/>
                  </a:ext>
                </a:extLst>
              </p:cNvPr>
              <p:cNvSpPr/>
              <p:nvPr/>
            </p:nvSpPr>
            <p:spPr>
              <a:xfrm>
                <a:off x="847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0" name="Freeform: Shape 949">
                <a:extLst>
                  <a:ext uri="{FF2B5EF4-FFF2-40B4-BE49-F238E27FC236}">
                    <a16:creationId xmlns:a16="http://schemas.microsoft.com/office/drawing/2014/main" id="{A5D6FFDC-FC05-47C1-8237-D01344E6EF5A}"/>
                  </a:ext>
                </a:extLst>
              </p:cNvPr>
              <p:cNvSpPr/>
              <p:nvPr/>
            </p:nvSpPr>
            <p:spPr>
              <a:xfrm>
                <a:off x="847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" name="Freeform: Shape 950">
                <a:extLst>
                  <a:ext uri="{FF2B5EF4-FFF2-40B4-BE49-F238E27FC236}">
                    <a16:creationId xmlns:a16="http://schemas.microsoft.com/office/drawing/2014/main" id="{50626823-3F12-4804-892B-198318083B91}"/>
                  </a:ext>
                </a:extLst>
              </p:cNvPr>
              <p:cNvSpPr/>
              <p:nvPr/>
            </p:nvSpPr>
            <p:spPr>
              <a:xfrm>
                <a:off x="847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2" name="Freeform: Shape 951">
                <a:extLst>
                  <a:ext uri="{FF2B5EF4-FFF2-40B4-BE49-F238E27FC236}">
                    <a16:creationId xmlns:a16="http://schemas.microsoft.com/office/drawing/2014/main" id="{78CA44C9-9755-415D-A97A-0B626C62AC1B}"/>
                  </a:ext>
                </a:extLst>
              </p:cNvPr>
              <p:cNvSpPr/>
              <p:nvPr/>
            </p:nvSpPr>
            <p:spPr>
              <a:xfrm>
                <a:off x="7714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3" name="Freeform: Shape 952">
                <a:extLst>
                  <a:ext uri="{FF2B5EF4-FFF2-40B4-BE49-F238E27FC236}">
                    <a16:creationId xmlns:a16="http://schemas.microsoft.com/office/drawing/2014/main" id="{C9990571-D340-40A2-9E33-885EE0DB0430}"/>
                  </a:ext>
                </a:extLst>
              </p:cNvPr>
              <p:cNvSpPr/>
              <p:nvPr/>
            </p:nvSpPr>
            <p:spPr>
              <a:xfrm>
                <a:off x="7714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" name="Freeform: Shape 953">
                <a:extLst>
                  <a:ext uri="{FF2B5EF4-FFF2-40B4-BE49-F238E27FC236}">
                    <a16:creationId xmlns:a16="http://schemas.microsoft.com/office/drawing/2014/main" id="{7176FA96-AFC5-4834-985B-65834964C409}"/>
                  </a:ext>
                </a:extLst>
              </p:cNvPr>
              <p:cNvSpPr/>
              <p:nvPr/>
            </p:nvSpPr>
            <p:spPr>
              <a:xfrm>
                <a:off x="7714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" name="Freeform: Shape 954">
                <a:extLst>
                  <a:ext uri="{FF2B5EF4-FFF2-40B4-BE49-F238E27FC236}">
                    <a16:creationId xmlns:a16="http://schemas.microsoft.com/office/drawing/2014/main" id="{DC19186E-BF62-4248-B5F0-B29E2BADCC77}"/>
                  </a:ext>
                </a:extLst>
              </p:cNvPr>
              <p:cNvSpPr/>
              <p:nvPr/>
            </p:nvSpPr>
            <p:spPr>
              <a:xfrm>
                <a:off x="7714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6" name="Freeform: Shape 955">
                <a:extLst>
                  <a:ext uri="{FF2B5EF4-FFF2-40B4-BE49-F238E27FC236}">
                    <a16:creationId xmlns:a16="http://schemas.microsoft.com/office/drawing/2014/main" id="{FA09933C-1BC8-48A1-8779-A16DB8EB55B5}"/>
                  </a:ext>
                </a:extLst>
              </p:cNvPr>
              <p:cNvSpPr/>
              <p:nvPr/>
            </p:nvSpPr>
            <p:spPr>
              <a:xfrm>
                <a:off x="6952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7" name="Freeform: Shape 956">
                <a:extLst>
                  <a:ext uri="{FF2B5EF4-FFF2-40B4-BE49-F238E27FC236}">
                    <a16:creationId xmlns:a16="http://schemas.microsoft.com/office/drawing/2014/main" id="{70281BD1-939B-4358-BD1B-53B24DBC2174}"/>
                  </a:ext>
                </a:extLst>
              </p:cNvPr>
              <p:cNvSpPr/>
              <p:nvPr/>
            </p:nvSpPr>
            <p:spPr>
              <a:xfrm>
                <a:off x="6952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" name="Freeform: Shape 957">
                <a:extLst>
                  <a:ext uri="{FF2B5EF4-FFF2-40B4-BE49-F238E27FC236}">
                    <a16:creationId xmlns:a16="http://schemas.microsoft.com/office/drawing/2014/main" id="{3696E1E3-0E3A-444B-B93F-1C682676D8C9}"/>
                  </a:ext>
                </a:extLst>
              </p:cNvPr>
              <p:cNvSpPr/>
              <p:nvPr/>
            </p:nvSpPr>
            <p:spPr>
              <a:xfrm>
                <a:off x="6952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" name="Freeform: Shape 958">
                <a:extLst>
                  <a:ext uri="{FF2B5EF4-FFF2-40B4-BE49-F238E27FC236}">
                    <a16:creationId xmlns:a16="http://schemas.microsoft.com/office/drawing/2014/main" id="{87EE9089-A5D7-4776-BC4C-800194B15D13}"/>
                  </a:ext>
                </a:extLst>
              </p:cNvPr>
              <p:cNvSpPr/>
              <p:nvPr/>
            </p:nvSpPr>
            <p:spPr>
              <a:xfrm>
                <a:off x="6952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0" name="Freeform: Shape 959">
                <a:extLst>
                  <a:ext uri="{FF2B5EF4-FFF2-40B4-BE49-F238E27FC236}">
                    <a16:creationId xmlns:a16="http://schemas.microsoft.com/office/drawing/2014/main" id="{9323C70B-38A5-4965-8B07-8873BB80724B}"/>
                  </a:ext>
                </a:extLst>
              </p:cNvPr>
              <p:cNvSpPr/>
              <p:nvPr/>
            </p:nvSpPr>
            <p:spPr>
              <a:xfrm>
                <a:off x="6189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" name="Freeform: Shape 960">
                <a:extLst>
                  <a:ext uri="{FF2B5EF4-FFF2-40B4-BE49-F238E27FC236}">
                    <a16:creationId xmlns:a16="http://schemas.microsoft.com/office/drawing/2014/main" id="{3C444F2B-5331-4838-B45C-1720A3BBF8F2}"/>
                  </a:ext>
                </a:extLst>
              </p:cNvPr>
              <p:cNvSpPr/>
              <p:nvPr/>
            </p:nvSpPr>
            <p:spPr>
              <a:xfrm>
                <a:off x="6189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2" name="Freeform: Shape 961">
                <a:extLst>
                  <a:ext uri="{FF2B5EF4-FFF2-40B4-BE49-F238E27FC236}">
                    <a16:creationId xmlns:a16="http://schemas.microsoft.com/office/drawing/2014/main" id="{53347C83-DD79-4FEF-AE91-F7B5FA24C581}"/>
                  </a:ext>
                </a:extLst>
              </p:cNvPr>
              <p:cNvSpPr/>
              <p:nvPr/>
            </p:nvSpPr>
            <p:spPr>
              <a:xfrm>
                <a:off x="6189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3" name="Freeform: Shape 962">
                <a:extLst>
                  <a:ext uri="{FF2B5EF4-FFF2-40B4-BE49-F238E27FC236}">
                    <a16:creationId xmlns:a16="http://schemas.microsoft.com/office/drawing/2014/main" id="{9F9BA7CC-6E7A-43EF-AB21-9B881331F2BD}"/>
                  </a:ext>
                </a:extLst>
              </p:cNvPr>
              <p:cNvSpPr/>
              <p:nvPr/>
            </p:nvSpPr>
            <p:spPr>
              <a:xfrm>
                <a:off x="6189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4" name="Freeform: Shape 963">
                <a:extLst>
                  <a:ext uri="{FF2B5EF4-FFF2-40B4-BE49-F238E27FC236}">
                    <a16:creationId xmlns:a16="http://schemas.microsoft.com/office/drawing/2014/main" id="{1359F3B6-4DE3-4CD5-A444-ABC42ECDE001}"/>
                  </a:ext>
                </a:extLst>
              </p:cNvPr>
              <p:cNvSpPr/>
              <p:nvPr/>
            </p:nvSpPr>
            <p:spPr>
              <a:xfrm>
                <a:off x="5427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5" name="Freeform: Shape 964">
                <a:extLst>
                  <a:ext uri="{FF2B5EF4-FFF2-40B4-BE49-F238E27FC236}">
                    <a16:creationId xmlns:a16="http://schemas.microsoft.com/office/drawing/2014/main" id="{656235D6-4862-4D02-8B92-68122C8665B0}"/>
                  </a:ext>
                </a:extLst>
              </p:cNvPr>
              <p:cNvSpPr/>
              <p:nvPr/>
            </p:nvSpPr>
            <p:spPr>
              <a:xfrm>
                <a:off x="5427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6" name="Freeform: Shape 965">
                <a:extLst>
                  <a:ext uri="{FF2B5EF4-FFF2-40B4-BE49-F238E27FC236}">
                    <a16:creationId xmlns:a16="http://schemas.microsoft.com/office/drawing/2014/main" id="{31FF564C-EE10-4CB8-ACD7-2C9AB3AEF9C6}"/>
                  </a:ext>
                </a:extLst>
              </p:cNvPr>
              <p:cNvSpPr/>
              <p:nvPr/>
            </p:nvSpPr>
            <p:spPr>
              <a:xfrm>
                <a:off x="5427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7" name="Freeform: Shape 966">
                <a:extLst>
                  <a:ext uri="{FF2B5EF4-FFF2-40B4-BE49-F238E27FC236}">
                    <a16:creationId xmlns:a16="http://schemas.microsoft.com/office/drawing/2014/main" id="{0FDB2201-A271-42A9-A57D-9522E87C52DB}"/>
                  </a:ext>
                </a:extLst>
              </p:cNvPr>
              <p:cNvSpPr/>
              <p:nvPr/>
            </p:nvSpPr>
            <p:spPr>
              <a:xfrm>
                <a:off x="5427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8" name="Freeform: Shape 967">
                <a:extLst>
                  <a:ext uri="{FF2B5EF4-FFF2-40B4-BE49-F238E27FC236}">
                    <a16:creationId xmlns:a16="http://schemas.microsoft.com/office/drawing/2014/main" id="{1C587826-197B-438A-B69D-B9B241DC93C7}"/>
                  </a:ext>
                </a:extLst>
              </p:cNvPr>
              <p:cNvSpPr/>
              <p:nvPr/>
            </p:nvSpPr>
            <p:spPr>
              <a:xfrm>
                <a:off x="4665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9" name="Freeform: Shape 968">
                <a:extLst>
                  <a:ext uri="{FF2B5EF4-FFF2-40B4-BE49-F238E27FC236}">
                    <a16:creationId xmlns:a16="http://schemas.microsoft.com/office/drawing/2014/main" id="{CC4839AF-2B51-4CCA-B609-A1CDD26852B0}"/>
                  </a:ext>
                </a:extLst>
              </p:cNvPr>
              <p:cNvSpPr/>
              <p:nvPr/>
            </p:nvSpPr>
            <p:spPr>
              <a:xfrm>
                <a:off x="4665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0" name="Freeform: Shape 969">
                <a:extLst>
                  <a:ext uri="{FF2B5EF4-FFF2-40B4-BE49-F238E27FC236}">
                    <a16:creationId xmlns:a16="http://schemas.microsoft.com/office/drawing/2014/main" id="{A6814835-940B-49B2-9710-6CC218B49655}"/>
                  </a:ext>
                </a:extLst>
              </p:cNvPr>
              <p:cNvSpPr/>
              <p:nvPr/>
            </p:nvSpPr>
            <p:spPr>
              <a:xfrm>
                <a:off x="4665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" name="Freeform: Shape 970">
                <a:extLst>
                  <a:ext uri="{FF2B5EF4-FFF2-40B4-BE49-F238E27FC236}">
                    <a16:creationId xmlns:a16="http://schemas.microsoft.com/office/drawing/2014/main" id="{D332EA12-D50E-4B76-881A-DB127255ADC2}"/>
                  </a:ext>
                </a:extLst>
              </p:cNvPr>
              <p:cNvSpPr/>
              <p:nvPr/>
            </p:nvSpPr>
            <p:spPr>
              <a:xfrm>
                <a:off x="4665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" name="Freeform: Shape 971">
                <a:extLst>
                  <a:ext uri="{FF2B5EF4-FFF2-40B4-BE49-F238E27FC236}">
                    <a16:creationId xmlns:a16="http://schemas.microsoft.com/office/drawing/2014/main" id="{600F3742-E938-4E49-B4FD-CB18979ADD0A}"/>
                  </a:ext>
                </a:extLst>
              </p:cNvPr>
              <p:cNvSpPr/>
              <p:nvPr/>
            </p:nvSpPr>
            <p:spPr>
              <a:xfrm>
                <a:off x="390550" y="187605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3" name="Freeform: Shape 972">
                <a:extLst>
                  <a:ext uri="{FF2B5EF4-FFF2-40B4-BE49-F238E27FC236}">
                    <a16:creationId xmlns:a16="http://schemas.microsoft.com/office/drawing/2014/main" id="{73876CAC-0260-4081-BB8B-54642F77CD8E}"/>
                  </a:ext>
                </a:extLst>
              </p:cNvPr>
              <p:cNvSpPr/>
              <p:nvPr/>
            </p:nvSpPr>
            <p:spPr>
              <a:xfrm>
                <a:off x="390550" y="17998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3" y="1150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" name="Freeform: Shape 973">
                <a:extLst>
                  <a:ext uri="{FF2B5EF4-FFF2-40B4-BE49-F238E27FC236}">
                    <a16:creationId xmlns:a16="http://schemas.microsoft.com/office/drawing/2014/main" id="{08FB3C0C-54A6-4C42-BB10-2DADF101D482}"/>
                  </a:ext>
                </a:extLst>
              </p:cNvPr>
              <p:cNvSpPr/>
              <p:nvPr/>
            </p:nvSpPr>
            <p:spPr>
              <a:xfrm>
                <a:off x="3905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39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" name="Freeform: Shape 974">
                <a:extLst>
                  <a:ext uri="{FF2B5EF4-FFF2-40B4-BE49-F238E27FC236}">
                    <a16:creationId xmlns:a16="http://schemas.microsoft.com/office/drawing/2014/main" id="{E95A80D4-BB1E-486F-A591-5831F0C7D0B5}"/>
                  </a:ext>
                </a:extLst>
              </p:cNvPr>
              <p:cNvSpPr/>
              <p:nvPr/>
            </p:nvSpPr>
            <p:spPr>
              <a:xfrm>
                <a:off x="3905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" name="Freeform: Shape 975">
                <a:extLst>
                  <a:ext uri="{FF2B5EF4-FFF2-40B4-BE49-F238E27FC236}">
                    <a16:creationId xmlns:a16="http://schemas.microsoft.com/office/drawing/2014/main" id="{A7681B6B-EAF1-4472-BD9B-0FEBE38C624C}"/>
                  </a:ext>
                </a:extLst>
              </p:cNvPr>
              <p:cNvSpPr/>
              <p:nvPr/>
            </p:nvSpPr>
            <p:spPr>
              <a:xfrm>
                <a:off x="390550" y="157140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" name="Freeform: Shape 976">
                <a:extLst>
                  <a:ext uri="{FF2B5EF4-FFF2-40B4-BE49-F238E27FC236}">
                    <a16:creationId xmlns:a16="http://schemas.microsoft.com/office/drawing/2014/main" id="{975FB36B-CD72-4DBB-AFF6-FD102AFD01B3}"/>
                  </a:ext>
                </a:extLst>
              </p:cNvPr>
              <p:cNvSpPr/>
              <p:nvPr/>
            </p:nvSpPr>
            <p:spPr>
              <a:xfrm>
                <a:off x="314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" name="Freeform: Shape 977">
                <a:extLst>
                  <a:ext uri="{FF2B5EF4-FFF2-40B4-BE49-F238E27FC236}">
                    <a16:creationId xmlns:a16="http://schemas.microsoft.com/office/drawing/2014/main" id="{846450EE-D857-4196-97A8-2494947348F5}"/>
                  </a:ext>
                </a:extLst>
              </p:cNvPr>
              <p:cNvSpPr/>
              <p:nvPr/>
            </p:nvSpPr>
            <p:spPr>
              <a:xfrm>
                <a:off x="314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" name="Freeform: Shape 978">
                <a:extLst>
                  <a:ext uri="{FF2B5EF4-FFF2-40B4-BE49-F238E27FC236}">
                    <a16:creationId xmlns:a16="http://schemas.microsoft.com/office/drawing/2014/main" id="{ED11BDA5-CFA6-45ED-9973-D5E2B3E49420}"/>
                  </a:ext>
                </a:extLst>
              </p:cNvPr>
              <p:cNvSpPr/>
              <p:nvPr/>
            </p:nvSpPr>
            <p:spPr>
              <a:xfrm>
                <a:off x="314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" name="Freeform: Shape 979">
                <a:extLst>
                  <a:ext uri="{FF2B5EF4-FFF2-40B4-BE49-F238E27FC236}">
                    <a16:creationId xmlns:a16="http://schemas.microsoft.com/office/drawing/2014/main" id="{0CACE203-7400-4133-B763-AA15F38C9492}"/>
                  </a:ext>
                </a:extLst>
              </p:cNvPr>
              <p:cNvSpPr/>
              <p:nvPr/>
            </p:nvSpPr>
            <p:spPr>
              <a:xfrm>
                <a:off x="314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" name="Freeform: Shape 980">
                <a:extLst>
                  <a:ext uri="{FF2B5EF4-FFF2-40B4-BE49-F238E27FC236}">
                    <a16:creationId xmlns:a16="http://schemas.microsoft.com/office/drawing/2014/main" id="{33FD5DD0-3AF1-473A-A4E3-2B5C999AD39F}"/>
                  </a:ext>
                </a:extLst>
              </p:cNvPr>
              <p:cNvSpPr/>
              <p:nvPr/>
            </p:nvSpPr>
            <p:spPr>
              <a:xfrm>
                <a:off x="314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" name="Freeform: Shape 981">
                <a:extLst>
                  <a:ext uri="{FF2B5EF4-FFF2-40B4-BE49-F238E27FC236}">
                    <a16:creationId xmlns:a16="http://schemas.microsoft.com/office/drawing/2014/main" id="{4D78E0C8-1B5E-4AED-849E-C8EAF976EC4D}"/>
                  </a:ext>
                </a:extLst>
              </p:cNvPr>
              <p:cNvSpPr/>
              <p:nvPr/>
            </p:nvSpPr>
            <p:spPr>
              <a:xfrm>
                <a:off x="314325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" name="Freeform: Shape 982">
                <a:extLst>
                  <a:ext uri="{FF2B5EF4-FFF2-40B4-BE49-F238E27FC236}">
                    <a16:creationId xmlns:a16="http://schemas.microsoft.com/office/drawing/2014/main" id="{2C300AE5-8F56-4D83-B38A-8548C2908027}"/>
                  </a:ext>
                </a:extLst>
              </p:cNvPr>
              <p:cNvSpPr/>
              <p:nvPr/>
            </p:nvSpPr>
            <p:spPr>
              <a:xfrm>
                <a:off x="238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4" name="Freeform: Shape 983">
                <a:extLst>
                  <a:ext uri="{FF2B5EF4-FFF2-40B4-BE49-F238E27FC236}">
                    <a16:creationId xmlns:a16="http://schemas.microsoft.com/office/drawing/2014/main" id="{650F79D0-AF82-4EF2-8907-1611BDBFFEDF}"/>
                  </a:ext>
                </a:extLst>
              </p:cNvPr>
              <p:cNvSpPr/>
              <p:nvPr/>
            </p:nvSpPr>
            <p:spPr>
              <a:xfrm>
                <a:off x="238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5" name="Freeform: Shape 984">
                <a:extLst>
                  <a:ext uri="{FF2B5EF4-FFF2-40B4-BE49-F238E27FC236}">
                    <a16:creationId xmlns:a16="http://schemas.microsoft.com/office/drawing/2014/main" id="{7798E0C1-62C6-412E-BC38-7981038BC145}"/>
                  </a:ext>
                </a:extLst>
              </p:cNvPr>
              <p:cNvSpPr/>
              <p:nvPr/>
            </p:nvSpPr>
            <p:spPr>
              <a:xfrm>
                <a:off x="238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6" name="Freeform: Shape 985">
                <a:extLst>
                  <a:ext uri="{FF2B5EF4-FFF2-40B4-BE49-F238E27FC236}">
                    <a16:creationId xmlns:a16="http://schemas.microsoft.com/office/drawing/2014/main" id="{B894C5AE-A4F6-46FB-A98B-968578B8858F}"/>
                  </a:ext>
                </a:extLst>
              </p:cNvPr>
              <p:cNvSpPr/>
              <p:nvPr/>
            </p:nvSpPr>
            <p:spPr>
              <a:xfrm>
                <a:off x="238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7" name="Freeform: Shape 986">
                <a:extLst>
                  <a:ext uri="{FF2B5EF4-FFF2-40B4-BE49-F238E27FC236}">
                    <a16:creationId xmlns:a16="http://schemas.microsoft.com/office/drawing/2014/main" id="{5C82705C-46F3-44DC-A521-7C4F6BD4CBE9}"/>
                  </a:ext>
                </a:extLst>
              </p:cNvPr>
              <p:cNvSpPr/>
              <p:nvPr/>
            </p:nvSpPr>
            <p:spPr>
              <a:xfrm>
                <a:off x="44278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8" name="Freeform: Shape 987">
                <a:extLst>
                  <a:ext uri="{FF2B5EF4-FFF2-40B4-BE49-F238E27FC236}">
                    <a16:creationId xmlns:a16="http://schemas.microsoft.com/office/drawing/2014/main" id="{7C02D7CC-C8D5-4BFF-B462-16AEE4E53AE8}"/>
                  </a:ext>
                </a:extLst>
              </p:cNvPr>
              <p:cNvSpPr/>
              <p:nvPr/>
            </p:nvSpPr>
            <p:spPr>
              <a:xfrm>
                <a:off x="44278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9" name="Freeform: Shape 988">
                <a:extLst>
                  <a:ext uri="{FF2B5EF4-FFF2-40B4-BE49-F238E27FC236}">
                    <a16:creationId xmlns:a16="http://schemas.microsoft.com/office/drawing/2014/main" id="{D180B23F-1383-45B8-BCC3-25D4D6981F87}"/>
                  </a:ext>
                </a:extLst>
              </p:cNvPr>
              <p:cNvSpPr/>
              <p:nvPr/>
            </p:nvSpPr>
            <p:spPr>
              <a:xfrm>
                <a:off x="45040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0" name="Freeform: Shape 989">
                <a:extLst>
                  <a:ext uri="{FF2B5EF4-FFF2-40B4-BE49-F238E27FC236}">
                    <a16:creationId xmlns:a16="http://schemas.microsoft.com/office/drawing/2014/main" id="{57925BBC-76B6-4303-A919-DA9638331F1A}"/>
                  </a:ext>
                </a:extLst>
              </p:cNvPr>
              <p:cNvSpPr/>
              <p:nvPr/>
            </p:nvSpPr>
            <p:spPr>
              <a:xfrm>
                <a:off x="45040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1" name="Freeform: Shape 990">
                <a:extLst>
                  <a:ext uri="{FF2B5EF4-FFF2-40B4-BE49-F238E27FC236}">
                    <a16:creationId xmlns:a16="http://schemas.microsoft.com/office/drawing/2014/main" id="{56990030-AD7B-460B-A032-3618A76D6C6C}"/>
                  </a:ext>
                </a:extLst>
              </p:cNvPr>
              <p:cNvSpPr/>
              <p:nvPr/>
            </p:nvSpPr>
            <p:spPr>
              <a:xfrm>
                <a:off x="45802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2" name="Freeform: Shape 991">
                <a:extLst>
                  <a:ext uri="{FF2B5EF4-FFF2-40B4-BE49-F238E27FC236}">
                    <a16:creationId xmlns:a16="http://schemas.microsoft.com/office/drawing/2014/main" id="{B14CBDF9-3CF1-4D53-886B-01BFEC8876D5}"/>
                  </a:ext>
                </a:extLst>
              </p:cNvPr>
              <p:cNvSpPr/>
              <p:nvPr/>
            </p:nvSpPr>
            <p:spPr>
              <a:xfrm>
                <a:off x="45040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3" name="Freeform: Shape 992">
                <a:extLst>
                  <a:ext uri="{FF2B5EF4-FFF2-40B4-BE49-F238E27FC236}">
                    <a16:creationId xmlns:a16="http://schemas.microsoft.com/office/drawing/2014/main" id="{402D79FE-435E-4213-A341-5F13D69B826E}"/>
                  </a:ext>
                </a:extLst>
              </p:cNvPr>
              <p:cNvSpPr/>
              <p:nvPr/>
            </p:nvSpPr>
            <p:spPr>
              <a:xfrm>
                <a:off x="511335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4" name="Freeform: Shape 993">
                <a:extLst>
                  <a:ext uri="{FF2B5EF4-FFF2-40B4-BE49-F238E27FC236}">
                    <a16:creationId xmlns:a16="http://schemas.microsoft.com/office/drawing/2014/main" id="{FCDA81C5-5D1E-458C-9986-45F1C48AF728}"/>
                  </a:ext>
                </a:extLst>
              </p:cNvPr>
              <p:cNvSpPr/>
              <p:nvPr/>
            </p:nvSpPr>
            <p:spPr>
              <a:xfrm>
                <a:off x="511335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5" name="Freeform: Shape 994">
                <a:extLst>
                  <a:ext uri="{FF2B5EF4-FFF2-40B4-BE49-F238E27FC236}">
                    <a16:creationId xmlns:a16="http://schemas.microsoft.com/office/drawing/2014/main" id="{5C5079A4-DAC7-4B2B-A019-90B4C6F49FE5}"/>
                  </a:ext>
                </a:extLst>
              </p:cNvPr>
              <p:cNvSpPr/>
              <p:nvPr/>
            </p:nvSpPr>
            <p:spPr>
              <a:xfrm>
                <a:off x="51133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6" name="Freeform: Shape 995">
                <a:extLst>
                  <a:ext uri="{FF2B5EF4-FFF2-40B4-BE49-F238E27FC236}">
                    <a16:creationId xmlns:a16="http://schemas.microsoft.com/office/drawing/2014/main" id="{91B9E205-4AB0-4FD8-A09D-AAF75DED7557}"/>
                  </a:ext>
                </a:extLst>
              </p:cNvPr>
              <p:cNvSpPr/>
              <p:nvPr/>
            </p:nvSpPr>
            <p:spPr>
              <a:xfrm>
                <a:off x="51133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7" name="Freeform: Shape 996">
                <a:extLst>
                  <a:ext uri="{FF2B5EF4-FFF2-40B4-BE49-F238E27FC236}">
                    <a16:creationId xmlns:a16="http://schemas.microsoft.com/office/drawing/2014/main" id="{BBC56613-651C-407C-9F1F-4F1CB4D4610C}"/>
                  </a:ext>
                </a:extLst>
              </p:cNvPr>
              <p:cNvSpPr/>
              <p:nvPr/>
            </p:nvSpPr>
            <p:spPr>
              <a:xfrm>
                <a:off x="511335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8" name="Freeform: Shape 997">
                <a:extLst>
                  <a:ext uri="{FF2B5EF4-FFF2-40B4-BE49-F238E27FC236}">
                    <a16:creationId xmlns:a16="http://schemas.microsoft.com/office/drawing/2014/main" id="{1E5DE5C5-8060-4DF1-8248-86F2F41C8C0F}"/>
                  </a:ext>
                </a:extLst>
              </p:cNvPr>
              <p:cNvSpPr/>
              <p:nvPr/>
            </p:nvSpPr>
            <p:spPr>
              <a:xfrm>
                <a:off x="5113350" y="18760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9" name="Freeform: Shape 998">
                <a:extLst>
                  <a:ext uri="{FF2B5EF4-FFF2-40B4-BE49-F238E27FC236}">
                    <a16:creationId xmlns:a16="http://schemas.microsoft.com/office/drawing/2014/main" id="{09167920-2557-4EA4-A915-1E81D3CD77AB}"/>
                  </a:ext>
                </a:extLst>
              </p:cNvPr>
              <p:cNvSpPr/>
              <p:nvPr/>
            </p:nvSpPr>
            <p:spPr>
              <a:xfrm>
                <a:off x="511335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0" name="Freeform: Shape 999">
                <a:extLst>
                  <a:ext uri="{FF2B5EF4-FFF2-40B4-BE49-F238E27FC236}">
                    <a16:creationId xmlns:a16="http://schemas.microsoft.com/office/drawing/2014/main" id="{AE1EC848-B7D9-4774-9B5B-B27A29A92DCB}"/>
                  </a:ext>
                </a:extLst>
              </p:cNvPr>
              <p:cNvSpPr/>
              <p:nvPr/>
            </p:nvSpPr>
            <p:spPr>
              <a:xfrm>
                <a:off x="511335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1" name="Freeform: Shape 1000">
                <a:extLst>
                  <a:ext uri="{FF2B5EF4-FFF2-40B4-BE49-F238E27FC236}">
                    <a16:creationId xmlns:a16="http://schemas.microsoft.com/office/drawing/2014/main" id="{D03649B7-2B8A-46AD-B7BF-13A18332E194}"/>
                  </a:ext>
                </a:extLst>
              </p:cNvPr>
              <p:cNvSpPr/>
              <p:nvPr/>
            </p:nvSpPr>
            <p:spPr>
              <a:xfrm>
                <a:off x="511335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2" name="Freeform: Shape 1001">
                <a:extLst>
                  <a:ext uri="{FF2B5EF4-FFF2-40B4-BE49-F238E27FC236}">
                    <a16:creationId xmlns:a16="http://schemas.microsoft.com/office/drawing/2014/main" id="{05B62AB6-8ED3-46CD-BE85-B0F9C53C97E5}"/>
                  </a:ext>
                </a:extLst>
              </p:cNvPr>
              <p:cNvSpPr/>
              <p:nvPr/>
            </p:nvSpPr>
            <p:spPr>
              <a:xfrm>
                <a:off x="511335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3" name="Freeform: Shape 1002">
                <a:extLst>
                  <a:ext uri="{FF2B5EF4-FFF2-40B4-BE49-F238E27FC236}">
                    <a16:creationId xmlns:a16="http://schemas.microsoft.com/office/drawing/2014/main" id="{3C7105B5-45BD-479F-8B46-1D99414FD0F8}"/>
                  </a:ext>
                </a:extLst>
              </p:cNvPr>
              <p:cNvSpPr/>
              <p:nvPr/>
            </p:nvSpPr>
            <p:spPr>
              <a:xfrm>
                <a:off x="511335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83" y="0"/>
                    </a:moveTo>
                    <a:cubicBezTo>
                      <a:pt x="1080" y="0"/>
                      <a:pt x="1077" y="0"/>
                      <a:pt x="1073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8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4" name="Freeform: Shape 1003">
                <a:extLst>
                  <a:ext uri="{FF2B5EF4-FFF2-40B4-BE49-F238E27FC236}">
                    <a16:creationId xmlns:a16="http://schemas.microsoft.com/office/drawing/2014/main" id="{3DB6898E-FD80-42D7-BB3B-4C849E711B1C}"/>
                  </a:ext>
                </a:extLst>
              </p:cNvPr>
              <p:cNvSpPr/>
              <p:nvPr/>
            </p:nvSpPr>
            <p:spPr>
              <a:xfrm>
                <a:off x="511335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5" name="Freeform: Shape 1004">
                <a:extLst>
                  <a:ext uri="{FF2B5EF4-FFF2-40B4-BE49-F238E27FC236}">
                    <a16:creationId xmlns:a16="http://schemas.microsoft.com/office/drawing/2014/main" id="{25B00EDB-787D-441A-B5EF-C2B9ACB94528}"/>
                  </a:ext>
                </a:extLst>
              </p:cNvPr>
              <p:cNvSpPr/>
              <p:nvPr/>
            </p:nvSpPr>
            <p:spPr>
              <a:xfrm>
                <a:off x="511335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6" name="Freeform: Shape 1005">
                <a:extLst>
                  <a:ext uri="{FF2B5EF4-FFF2-40B4-BE49-F238E27FC236}">
                    <a16:creationId xmlns:a16="http://schemas.microsoft.com/office/drawing/2014/main" id="{A9990B42-CB94-4E09-A29E-DAE54B1D2AA8}"/>
                  </a:ext>
                </a:extLst>
              </p:cNvPr>
              <p:cNvSpPr/>
              <p:nvPr/>
            </p:nvSpPr>
            <p:spPr>
              <a:xfrm>
                <a:off x="511335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73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7" name="Freeform: Shape 1006">
                <a:extLst>
                  <a:ext uri="{FF2B5EF4-FFF2-40B4-BE49-F238E27FC236}">
                    <a16:creationId xmlns:a16="http://schemas.microsoft.com/office/drawing/2014/main" id="{54CA7C6A-BE9E-4AF0-8C41-F4706DB87F62}"/>
                  </a:ext>
                </a:extLst>
              </p:cNvPr>
              <p:cNvSpPr/>
              <p:nvPr/>
            </p:nvSpPr>
            <p:spPr>
              <a:xfrm>
                <a:off x="47324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8" name="Freeform: Shape 1007">
                <a:extLst>
                  <a:ext uri="{FF2B5EF4-FFF2-40B4-BE49-F238E27FC236}">
                    <a16:creationId xmlns:a16="http://schemas.microsoft.com/office/drawing/2014/main" id="{4EF4F8DC-AA58-4E57-A67B-06ADAAE9DD10}"/>
                  </a:ext>
                </a:extLst>
              </p:cNvPr>
              <p:cNvSpPr/>
              <p:nvPr/>
            </p:nvSpPr>
            <p:spPr>
              <a:xfrm>
                <a:off x="47324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9" name="Freeform: Shape 1008">
                <a:extLst>
                  <a:ext uri="{FF2B5EF4-FFF2-40B4-BE49-F238E27FC236}">
                    <a16:creationId xmlns:a16="http://schemas.microsoft.com/office/drawing/2014/main" id="{7E98EE27-2B57-4AEB-90B5-989D6B078323}"/>
                  </a:ext>
                </a:extLst>
              </p:cNvPr>
              <p:cNvSpPr/>
              <p:nvPr/>
            </p:nvSpPr>
            <p:spPr>
              <a:xfrm>
                <a:off x="47324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0" name="Freeform: Shape 1009">
                <a:extLst>
                  <a:ext uri="{FF2B5EF4-FFF2-40B4-BE49-F238E27FC236}">
                    <a16:creationId xmlns:a16="http://schemas.microsoft.com/office/drawing/2014/main" id="{3547E631-2E33-4B2C-B084-64B458340D71}"/>
                  </a:ext>
                </a:extLst>
              </p:cNvPr>
              <p:cNvSpPr/>
              <p:nvPr/>
            </p:nvSpPr>
            <p:spPr>
              <a:xfrm>
                <a:off x="47324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1" name="Freeform: Shape 1010">
                <a:extLst>
                  <a:ext uri="{FF2B5EF4-FFF2-40B4-BE49-F238E27FC236}">
                    <a16:creationId xmlns:a16="http://schemas.microsoft.com/office/drawing/2014/main" id="{A4B8BB43-F12F-4F4C-8748-558C80DE20CC}"/>
                  </a:ext>
                </a:extLst>
              </p:cNvPr>
              <p:cNvSpPr/>
              <p:nvPr/>
            </p:nvSpPr>
            <p:spPr>
              <a:xfrm>
                <a:off x="47324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2" name="Freeform: Shape 1011">
                <a:extLst>
                  <a:ext uri="{FF2B5EF4-FFF2-40B4-BE49-F238E27FC236}">
                    <a16:creationId xmlns:a16="http://schemas.microsoft.com/office/drawing/2014/main" id="{0B96FEFA-9F5C-4167-B2DB-6D0B3C35211D}"/>
                  </a:ext>
                </a:extLst>
              </p:cNvPr>
              <p:cNvSpPr/>
              <p:nvPr/>
            </p:nvSpPr>
            <p:spPr>
              <a:xfrm>
                <a:off x="47324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3" name="Freeform: Shape 1012">
                <a:extLst>
                  <a:ext uri="{FF2B5EF4-FFF2-40B4-BE49-F238E27FC236}">
                    <a16:creationId xmlns:a16="http://schemas.microsoft.com/office/drawing/2014/main" id="{78A29020-42E9-4B35-A5E1-C9235C2FB95D}"/>
                  </a:ext>
                </a:extLst>
              </p:cNvPr>
              <p:cNvSpPr/>
              <p:nvPr/>
            </p:nvSpPr>
            <p:spPr>
              <a:xfrm>
                <a:off x="47324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4" name="Freeform: Shape 1013">
                <a:extLst>
                  <a:ext uri="{FF2B5EF4-FFF2-40B4-BE49-F238E27FC236}">
                    <a16:creationId xmlns:a16="http://schemas.microsoft.com/office/drawing/2014/main" id="{7E5F7E62-3B96-44EB-8500-2B75A36A2B2B}"/>
                  </a:ext>
                </a:extLst>
              </p:cNvPr>
              <p:cNvSpPr/>
              <p:nvPr/>
            </p:nvSpPr>
            <p:spPr>
              <a:xfrm>
                <a:off x="47324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5" name="Freeform: Shape 1014">
                <a:extLst>
                  <a:ext uri="{FF2B5EF4-FFF2-40B4-BE49-F238E27FC236}">
                    <a16:creationId xmlns:a16="http://schemas.microsoft.com/office/drawing/2014/main" id="{5A5C4B2B-D7DE-4775-880E-42C628CC1898}"/>
                  </a:ext>
                </a:extLst>
              </p:cNvPr>
              <p:cNvSpPr/>
              <p:nvPr/>
            </p:nvSpPr>
            <p:spPr>
              <a:xfrm>
                <a:off x="47324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6" name="Freeform: Shape 1015">
                <a:extLst>
                  <a:ext uri="{FF2B5EF4-FFF2-40B4-BE49-F238E27FC236}">
                    <a16:creationId xmlns:a16="http://schemas.microsoft.com/office/drawing/2014/main" id="{C4BD5EEE-E7BC-4961-98F8-3A570C4EB7A5}"/>
                  </a:ext>
                </a:extLst>
              </p:cNvPr>
              <p:cNvSpPr/>
              <p:nvPr/>
            </p:nvSpPr>
            <p:spPr>
              <a:xfrm>
                <a:off x="47324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7" name="Freeform: Shape 1016">
                <a:extLst>
                  <a:ext uri="{FF2B5EF4-FFF2-40B4-BE49-F238E27FC236}">
                    <a16:creationId xmlns:a16="http://schemas.microsoft.com/office/drawing/2014/main" id="{909A0B9A-C2CD-42D8-821B-D17472C8C1F3}"/>
                  </a:ext>
                </a:extLst>
              </p:cNvPr>
              <p:cNvSpPr/>
              <p:nvPr/>
            </p:nvSpPr>
            <p:spPr>
              <a:xfrm>
                <a:off x="47324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8" name="Freeform: Shape 1017">
                <a:extLst>
                  <a:ext uri="{FF2B5EF4-FFF2-40B4-BE49-F238E27FC236}">
                    <a16:creationId xmlns:a16="http://schemas.microsoft.com/office/drawing/2014/main" id="{CCC455A0-27B6-4B89-8ED6-3B0CB585679D}"/>
                  </a:ext>
                </a:extLst>
              </p:cNvPr>
              <p:cNvSpPr/>
              <p:nvPr/>
            </p:nvSpPr>
            <p:spPr>
              <a:xfrm>
                <a:off x="47324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9" name="Freeform: Shape 1018">
                <a:extLst>
                  <a:ext uri="{FF2B5EF4-FFF2-40B4-BE49-F238E27FC236}">
                    <a16:creationId xmlns:a16="http://schemas.microsoft.com/office/drawing/2014/main" id="{F0D03AB4-6154-49A5-8F23-0F32495B0772}"/>
                  </a:ext>
                </a:extLst>
              </p:cNvPr>
              <p:cNvSpPr/>
              <p:nvPr/>
            </p:nvSpPr>
            <p:spPr>
              <a:xfrm>
                <a:off x="43516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0" name="Freeform: Shape 1019">
                <a:extLst>
                  <a:ext uri="{FF2B5EF4-FFF2-40B4-BE49-F238E27FC236}">
                    <a16:creationId xmlns:a16="http://schemas.microsoft.com/office/drawing/2014/main" id="{D5319002-69ED-411E-BF55-1F853CB2C3C9}"/>
                  </a:ext>
                </a:extLst>
              </p:cNvPr>
              <p:cNvSpPr/>
              <p:nvPr/>
            </p:nvSpPr>
            <p:spPr>
              <a:xfrm>
                <a:off x="43516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1" name="Freeform: Shape 1020">
                <a:extLst>
                  <a:ext uri="{FF2B5EF4-FFF2-40B4-BE49-F238E27FC236}">
                    <a16:creationId xmlns:a16="http://schemas.microsoft.com/office/drawing/2014/main" id="{4736F80C-2794-421E-8950-083F8239939F}"/>
                  </a:ext>
                </a:extLst>
              </p:cNvPr>
              <p:cNvSpPr/>
              <p:nvPr/>
            </p:nvSpPr>
            <p:spPr>
              <a:xfrm>
                <a:off x="43516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2" name="Freeform: Shape 1021">
                <a:extLst>
                  <a:ext uri="{FF2B5EF4-FFF2-40B4-BE49-F238E27FC236}">
                    <a16:creationId xmlns:a16="http://schemas.microsoft.com/office/drawing/2014/main" id="{BB9A6C6B-C4D6-40C9-B69E-69CDA9DCC5CF}"/>
                  </a:ext>
                </a:extLst>
              </p:cNvPr>
              <p:cNvSpPr/>
              <p:nvPr/>
            </p:nvSpPr>
            <p:spPr>
              <a:xfrm>
                <a:off x="43516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3" name="Freeform: Shape 1022">
                <a:extLst>
                  <a:ext uri="{FF2B5EF4-FFF2-40B4-BE49-F238E27FC236}">
                    <a16:creationId xmlns:a16="http://schemas.microsoft.com/office/drawing/2014/main" id="{C4906845-6894-4940-AEB7-CB581EA131AC}"/>
                  </a:ext>
                </a:extLst>
              </p:cNvPr>
              <p:cNvSpPr/>
              <p:nvPr/>
            </p:nvSpPr>
            <p:spPr>
              <a:xfrm>
                <a:off x="44278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4" name="Freeform: Shape 1023">
                <a:extLst>
                  <a:ext uri="{FF2B5EF4-FFF2-40B4-BE49-F238E27FC236}">
                    <a16:creationId xmlns:a16="http://schemas.microsoft.com/office/drawing/2014/main" id="{CC905E87-7D71-4604-9D0C-B0E424B2040E}"/>
                  </a:ext>
                </a:extLst>
              </p:cNvPr>
              <p:cNvSpPr/>
              <p:nvPr/>
            </p:nvSpPr>
            <p:spPr>
              <a:xfrm>
                <a:off x="44278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5" name="Freeform: Shape 1024">
                <a:extLst>
                  <a:ext uri="{FF2B5EF4-FFF2-40B4-BE49-F238E27FC236}">
                    <a16:creationId xmlns:a16="http://schemas.microsoft.com/office/drawing/2014/main" id="{955E463B-3104-446C-8642-F3D56463C000}"/>
                  </a:ext>
                </a:extLst>
              </p:cNvPr>
              <p:cNvSpPr/>
              <p:nvPr/>
            </p:nvSpPr>
            <p:spPr>
              <a:xfrm>
                <a:off x="4504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6" name="Freeform: Shape 1025">
                <a:extLst>
                  <a:ext uri="{FF2B5EF4-FFF2-40B4-BE49-F238E27FC236}">
                    <a16:creationId xmlns:a16="http://schemas.microsoft.com/office/drawing/2014/main" id="{FE9546CB-2107-473A-ACE1-0E833D1A862C}"/>
                  </a:ext>
                </a:extLst>
              </p:cNvPr>
              <p:cNvSpPr/>
              <p:nvPr/>
            </p:nvSpPr>
            <p:spPr>
              <a:xfrm>
                <a:off x="4504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7" name="Freeform: Shape 1026">
                <a:extLst>
                  <a:ext uri="{FF2B5EF4-FFF2-40B4-BE49-F238E27FC236}">
                    <a16:creationId xmlns:a16="http://schemas.microsoft.com/office/drawing/2014/main" id="{C8A7EAE2-2943-4080-8884-42B415469E4B}"/>
                  </a:ext>
                </a:extLst>
              </p:cNvPr>
              <p:cNvSpPr/>
              <p:nvPr/>
            </p:nvSpPr>
            <p:spPr>
              <a:xfrm>
                <a:off x="4504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8" name="Freeform: Shape 1027">
                <a:extLst>
                  <a:ext uri="{FF2B5EF4-FFF2-40B4-BE49-F238E27FC236}">
                    <a16:creationId xmlns:a16="http://schemas.microsoft.com/office/drawing/2014/main" id="{8859188E-20A4-41CB-AD5E-3C0CC7331302}"/>
                  </a:ext>
                </a:extLst>
              </p:cNvPr>
              <p:cNvSpPr/>
              <p:nvPr/>
            </p:nvSpPr>
            <p:spPr>
              <a:xfrm>
                <a:off x="4504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9" name="Freeform: Shape 1028">
                <a:extLst>
                  <a:ext uri="{FF2B5EF4-FFF2-40B4-BE49-F238E27FC236}">
                    <a16:creationId xmlns:a16="http://schemas.microsoft.com/office/drawing/2014/main" id="{7485A54D-D9D8-4CF8-93CE-C5B407421E44}"/>
                  </a:ext>
                </a:extLst>
              </p:cNvPr>
              <p:cNvSpPr/>
              <p:nvPr/>
            </p:nvSpPr>
            <p:spPr>
              <a:xfrm>
                <a:off x="45040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Freeform: Shape 1029">
                <a:extLst>
                  <a:ext uri="{FF2B5EF4-FFF2-40B4-BE49-F238E27FC236}">
                    <a16:creationId xmlns:a16="http://schemas.microsoft.com/office/drawing/2014/main" id="{3152F24F-236B-4E27-AA84-24D279BAC2EA}"/>
                  </a:ext>
                </a:extLst>
              </p:cNvPr>
              <p:cNvSpPr/>
              <p:nvPr/>
            </p:nvSpPr>
            <p:spPr>
              <a:xfrm>
                <a:off x="4504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1" name="Freeform: Shape 1030">
                <a:extLst>
                  <a:ext uri="{FF2B5EF4-FFF2-40B4-BE49-F238E27FC236}">
                    <a16:creationId xmlns:a16="http://schemas.microsoft.com/office/drawing/2014/main" id="{50130187-A602-4497-89F6-9234D022D2F6}"/>
                  </a:ext>
                </a:extLst>
              </p:cNvPr>
              <p:cNvSpPr/>
              <p:nvPr/>
            </p:nvSpPr>
            <p:spPr>
              <a:xfrm>
                <a:off x="4504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2" name="Freeform: Shape 1031">
                <a:extLst>
                  <a:ext uri="{FF2B5EF4-FFF2-40B4-BE49-F238E27FC236}">
                    <a16:creationId xmlns:a16="http://schemas.microsoft.com/office/drawing/2014/main" id="{C6F8B26E-F7D5-4762-B9B6-7A58B430AD92}"/>
                  </a:ext>
                </a:extLst>
              </p:cNvPr>
              <p:cNvSpPr/>
              <p:nvPr/>
            </p:nvSpPr>
            <p:spPr>
              <a:xfrm>
                <a:off x="4504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3" name="Freeform: Shape 1032">
                <a:extLst>
                  <a:ext uri="{FF2B5EF4-FFF2-40B4-BE49-F238E27FC236}">
                    <a16:creationId xmlns:a16="http://schemas.microsoft.com/office/drawing/2014/main" id="{36DD0B45-4CB9-48F9-BA74-C1A01A2F3262}"/>
                  </a:ext>
                </a:extLst>
              </p:cNvPr>
              <p:cNvSpPr/>
              <p:nvPr/>
            </p:nvSpPr>
            <p:spPr>
              <a:xfrm>
                <a:off x="45040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Freeform: Shape 1033">
                <a:extLst>
                  <a:ext uri="{FF2B5EF4-FFF2-40B4-BE49-F238E27FC236}">
                    <a16:creationId xmlns:a16="http://schemas.microsoft.com/office/drawing/2014/main" id="{C4B1B058-B685-4026-AC3F-299E30B2F461}"/>
                  </a:ext>
                </a:extLst>
              </p:cNvPr>
              <p:cNvSpPr/>
              <p:nvPr/>
            </p:nvSpPr>
            <p:spPr>
              <a:xfrm>
                <a:off x="4504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" name="Freeform: Shape 1034">
                <a:extLst>
                  <a:ext uri="{FF2B5EF4-FFF2-40B4-BE49-F238E27FC236}">
                    <a16:creationId xmlns:a16="http://schemas.microsoft.com/office/drawing/2014/main" id="{8F377DC0-003C-433D-82A7-7E78CE4EE28E}"/>
                  </a:ext>
                </a:extLst>
              </p:cNvPr>
              <p:cNvSpPr/>
              <p:nvPr/>
            </p:nvSpPr>
            <p:spPr>
              <a:xfrm>
                <a:off x="45040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6" name="Freeform: Shape 1035">
                <a:extLst>
                  <a:ext uri="{FF2B5EF4-FFF2-40B4-BE49-F238E27FC236}">
                    <a16:creationId xmlns:a16="http://schemas.microsoft.com/office/drawing/2014/main" id="{522E2364-9B19-4630-AA58-7B0F7C70824E}"/>
                  </a:ext>
                </a:extLst>
              </p:cNvPr>
              <p:cNvSpPr/>
              <p:nvPr/>
            </p:nvSpPr>
            <p:spPr>
              <a:xfrm>
                <a:off x="45040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Freeform: Shape 1036">
                <a:extLst>
                  <a:ext uri="{FF2B5EF4-FFF2-40B4-BE49-F238E27FC236}">
                    <a16:creationId xmlns:a16="http://schemas.microsoft.com/office/drawing/2014/main" id="{4AED5DD1-1D6F-4656-BD2D-702EAF851E6C}"/>
                  </a:ext>
                </a:extLst>
              </p:cNvPr>
              <p:cNvSpPr/>
              <p:nvPr/>
            </p:nvSpPr>
            <p:spPr>
              <a:xfrm>
                <a:off x="45802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" name="Freeform: Shape 1037">
                <a:extLst>
                  <a:ext uri="{FF2B5EF4-FFF2-40B4-BE49-F238E27FC236}">
                    <a16:creationId xmlns:a16="http://schemas.microsoft.com/office/drawing/2014/main" id="{CA1C2DD0-83D4-4803-AB2A-711F13BDFC82}"/>
                  </a:ext>
                </a:extLst>
              </p:cNvPr>
              <p:cNvSpPr/>
              <p:nvPr/>
            </p:nvSpPr>
            <p:spPr>
              <a:xfrm>
                <a:off x="45802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9" name="Freeform: Shape 1038">
                <a:extLst>
                  <a:ext uri="{FF2B5EF4-FFF2-40B4-BE49-F238E27FC236}">
                    <a16:creationId xmlns:a16="http://schemas.microsoft.com/office/drawing/2014/main" id="{FAAAE141-4790-4A15-BF4A-A5A6F78F0564}"/>
                  </a:ext>
                </a:extLst>
              </p:cNvPr>
              <p:cNvSpPr/>
              <p:nvPr/>
            </p:nvSpPr>
            <p:spPr>
              <a:xfrm>
                <a:off x="45802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0" name="Freeform: Shape 1039">
                <a:extLst>
                  <a:ext uri="{FF2B5EF4-FFF2-40B4-BE49-F238E27FC236}">
                    <a16:creationId xmlns:a16="http://schemas.microsoft.com/office/drawing/2014/main" id="{C703BFC5-5028-484B-93AF-1B84A8246E23}"/>
                  </a:ext>
                </a:extLst>
              </p:cNvPr>
              <p:cNvSpPr/>
              <p:nvPr/>
            </p:nvSpPr>
            <p:spPr>
              <a:xfrm>
                <a:off x="45802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" name="Freeform: Shape 1040">
                <a:extLst>
                  <a:ext uri="{FF2B5EF4-FFF2-40B4-BE49-F238E27FC236}">
                    <a16:creationId xmlns:a16="http://schemas.microsoft.com/office/drawing/2014/main" id="{4EDDFD20-2EA0-4B54-9874-AFE96F0E52F9}"/>
                  </a:ext>
                </a:extLst>
              </p:cNvPr>
              <p:cNvSpPr/>
              <p:nvPr/>
            </p:nvSpPr>
            <p:spPr>
              <a:xfrm>
                <a:off x="45802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" name="Freeform: Shape 1041">
                <a:extLst>
                  <a:ext uri="{FF2B5EF4-FFF2-40B4-BE49-F238E27FC236}">
                    <a16:creationId xmlns:a16="http://schemas.microsoft.com/office/drawing/2014/main" id="{5CB024CC-2DD2-417E-8D26-D39A509DDBF6}"/>
                  </a:ext>
                </a:extLst>
              </p:cNvPr>
              <p:cNvSpPr/>
              <p:nvPr/>
            </p:nvSpPr>
            <p:spPr>
              <a:xfrm>
                <a:off x="45802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" name="Freeform: Shape 1042">
                <a:extLst>
                  <a:ext uri="{FF2B5EF4-FFF2-40B4-BE49-F238E27FC236}">
                    <a16:creationId xmlns:a16="http://schemas.microsoft.com/office/drawing/2014/main" id="{BA0FB251-0B7D-4BB9-B1A7-459EF61C673A}"/>
                  </a:ext>
                </a:extLst>
              </p:cNvPr>
              <p:cNvSpPr/>
              <p:nvPr/>
            </p:nvSpPr>
            <p:spPr>
              <a:xfrm>
                <a:off x="45802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" name="Freeform: Shape 1043">
                <a:extLst>
                  <a:ext uri="{FF2B5EF4-FFF2-40B4-BE49-F238E27FC236}">
                    <a16:creationId xmlns:a16="http://schemas.microsoft.com/office/drawing/2014/main" id="{929FB5D1-0A3E-43F2-AD5F-734967B86A84}"/>
                  </a:ext>
                </a:extLst>
              </p:cNvPr>
              <p:cNvSpPr/>
              <p:nvPr/>
            </p:nvSpPr>
            <p:spPr>
              <a:xfrm>
                <a:off x="45802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5" name="Freeform: Shape 1044">
                <a:extLst>
                  <a:ext uri="{FF2B5EF4-FFF2-40B4-BE49-F238E27FC236}">
                    <a16:creationId xmlns:a16="http://schemas.microsoft.com/office/drawing/2014/main" id="{D24404D2-2ED1-4888-95DF-DD87A240190C}"/>
                  </a:ext>
                </a:extLst>
              </p:cNvPr>
              <p:cNvSpPr/>
              <p:nvPr/>
            </p:nvSpPr>
            <p:spPr>
              <a:xfrm>
                <a:off x="45802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6" name="Freeform: Shape 1045">
                <a:extLst>
                  <a:ext uri="{FF2B5EF4-FFF2-40B4-BE49-F238E27FC236}">
                    <a16:creationId xmlns:a16="http://schemas.microsoft.com/office/drawing/2014/main" id="{04FFD662-AC10-4829-9622-357DEC988187}"/>
                  </a:ext>
                </a:extLst>
              </p:cNvPr>
              <p:cNvSpPr/>
              <p:nvPr/>
            </p:nvSpPr>
            <p:spPr>
              <a:xfrm>
                <a:off x="45802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7" name="Freeform: Shape 1046">
                <a:extLst>
                  <a:ext uri="{FF2B5EF4-FFF2-40B4-BE49-F238E27FC236}">
                    <a16:creationId xmlns:a16="http://schemas.microsoft.com/office/drawing/2014/main" id="{71876BBE-5E44-49B7-9680-669D87CD02C6}"/>
                  </a:ext>
                </a:extLst>
              </p:cNvPr>
              <p:cNvSpPr/>
              <p:nvPr/>
            </p:nvSpPr>
            <p:spPr>
              <a:xfrm>
                <a:off x="45802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" name="Freeform: Shape 1047">
                <a:extLst>
                  <a:ext uri="{FF2B5EF4-FFF2-40B4-BE49-F238E27FC236}">
                    <a16:creationId xmlns:a16="http://schemas.microsoft.com/office/drawing/2014/main" id="{337982F7-FF3F-4EF4-A3A8-05F9E518894E}"/>
                  </a:ext>
                </a:extLst>
              </p:cNvPr>
              <p:cNvSpPr/>
              <p:nvPr/>
            </p:nvSpPr>
            <p:spPr>
              <a:xfrm>
                <a:off x="45802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9" name="Freeform: Shape 1048">
                <a:extLst>
                  <a:ext uri="{FF2B5EF4-FFF2-40B4-BE49-F238E27FC236}">
                    <a16:creationId xmlns:a16="http://schemas.microsoft.com/office/drawing/2014/main" id="{719427AE-352C-412A-9B9F-8086975CFDE9}"/>
                  </a:ext>
                </a:extLst>
              </p:cNvPr>
              <p:cNvSpPr/>
              <p:nvPr/>
            </p:nvSpPr>
            <p:spPr>
              <a:xfrm>
                <a:off x="465647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0" name="Freeform: Shape 1049">
                <a:extLst>
                  <a:ext uri="{FF2B5EF4-FFF2-40B4-BE49-F238E27FC236}">
                    <a16:creationId xmlns:a16="http://schemas.microsoft.com/office/drawing/2014/main" id="{89437BFF-614D-4549-A6FC-2BD03B7FE3A0}"/>
                  </a:ext>
                </a:extLst>
              </p:cNvPr>
              <p:cNvSpPr/>
              <p:nvPr/>
            </p:nvSpPr>
            <p:spPr>
              <a:xfrm>
                <a:off x="46564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1" name="Freeform: Shape 1050">
                <a:extLst>
                  <a:ext uri="{FF2B5EF4-FFF2-40B4-BE49-F238E27FC236}">
                    <a16:creationId xmlns:a16="http://schemas.microsoft.com/office/drawing/2014/main" id="{A31F97A2-8549-4782-90FD-72028C080786}"/>
                  </a:ext>
                </a:extLst>
              </p:cNvPr>
              <p:cNvSpPr/>
              <p:nvPr/>
            </p:nvSpPr>
            <p:spPr>
              <a:xfrm>
                <a:off x="46564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2" name="Freeform: Shape 1051">
                <a:extLst>
                  <a:ext uri="{FF2B5EF4-FFF2-40B4-BE49-F238E27FC236}">
                    <a16:creationId xmlns:a16="http://schemas.microsoft.com/office/drawing/2014/main" id="{C04E6417-4465-4017-9002-EF473FED6F32}"/>
                  </a:ext>
                </a:extLst>
              </p:cNvPr>
              <p:cNvSpPr/>
              <p:nvPr/>
            </p:nvSpPr>
            <p:spPr>
              <a:xfrm>
                <a:off x="46564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3" name="Freeform: Shape 1052">
                <a:extLst>
                  <a:ext uri="{FF2B5EF4-FFF2-40B4-BE49-F238E27FC236}">
                    <a16:creationId xmlns:a16="http://schemas.microsoft.com/office/drawing/2014/main" id="{B05E56B8-B533-47FB-A5CC-96DA7CF1235B}"/>
                  </a:ext>
                </a:extLst>
              </p:cNvPr>
              <p:cNvSpPr/>
              <p:nvPr/>
            </p:nvSpPr>
            <p:spPr>
              <a:xfrm>
                <a:off x="465647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4" name="Freeform: Shape 1053">
                <a:extLst>
                  <a:ext uri="{FF2B5EF4-FFF2-40B4-BE49-F238E27FC236}">
                    <a16:creationId xmlns:a16="http://schemas.microsoft.com/office/drawing/2014/main" id="{E8A307B7-A9DC-44F5-8CF0-44B6DCDE38AA}"/>
                  </a:ext>
                </a:extLst>
              </p:cNvPr>
              <p:cNvSpPr/>
              <p:nvPr/>
            </p:nvSpPr>
            <p:spPr>
              <a:xfrm>
                <a:off x="46564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5" name="Freeform: Shape 1054">
                <a:extLst>
                  <a:ext uri="{FF2B5EF4-FFF2-40B4-BE49-F238E27FC236}">
                    <a16:creationId xmlns:a16="http://schemas.microsoft.com/office/drawing/2014/main" id="{5016C910-1BCB-487F-8299-6114DE9AB2E3}"/>
                  </a:ext>
                </a:extLst>
              </p:cNvPr>
              <p:cNvSpPr/>
              <p:nvPr/>
            </p:nvSpPr>
            <p:spPr>
              <a:xfrm>
                <a:off x="46564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6" name="Freeform: Shape 1055">
                <a:extLst>
                  <a:ext uri="{FF2B5EF4-FFF2-40B4-BE49-F238E27FC236}">
                    <a16:creationId xmlns:a16="http://schemas.microsoft.com/office/drawing/2014/main" id="{AB9DDA60-A65B-4865-9ED1-3B73DA3A6D24}"/>
                  </a:ext>
                </a:extLst>
              </p:cNvPr>
              <p:cNvSpPr/>
              <p:nvPr/>
            </p:nvSpPr>
            <p:spPr>
              <a:xfrm>
                <a:off x="46564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7" name="Freeform: Shape 1056">
                <a:extLst>
                  <a:ext uri="{FF2B5EF4-FFF2-40B4-BE49-F238E27FC236}">
                    <a16:creationId xmlns:a16="http://schemas.microsoft.com/office/drawing/2014/main" id="{45175BB4-D8AD-4031-8070-A7EE95A0EA47}"/>
                  </a:ext>
                </a:extLst>
              </p:cNvPr>
              <p:cNvSpPr/>
              <p:nvPr/>
            </p:nvSpPr>
            <p:spPr>
              <a:xfrm>
                <a:off x="46564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8" name="Freeform: Shape 1057">
                <a:extLst>
                  <a:ext uri="{FF2B5EF4-FFF2-40B4-BE49-F238E27FC236}">
                    <a16:creationId xmlns:a16="http://schemas.microsoft.com/office/drawing/2014/main" id="{A5ED291E-FAD4-4577-A3D4-107DFF6BDBC3}"/>
                  </a:ext>
                </a:extLst>
              </p:cNvPr>
              <p:cNvSpPr/>
              <p:nvPr/>
            </p:nvSpPr>
            <p:spPr>
              <a:xfrm>
                <a:off x="46564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9" name="Freeform: Shape 1058">
                <a:extLst>
                  <a:ext uri="{FF2B5EF4-FFF2-40B4-BE49-F238E27FC236}">
                    <a16:creationId xmlns:a16="http://schemas.microsoft.com/office/drawing/2014/main" id="{017AAC3A-E744-47A5-9999-30ADBDC9B6AE}"/>
                  </a:ext>
                </a:extLst>
              </p:cNvPr>
              <p:cNvSpPr/>
              <p:nvPr/>
            </p:nvSpPr>
            <p:spPr>
              <a:xfrm>
                <a:off x="46564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0" name="Freeform: Shape 1059">
                <a:extLst>
                  <a:ext uri="{FF2B5EF4-FFF2-40B4-BE49-F238E27FC236}">
                    <a16:creationId xmlns:a16="http://schemas.microsoft.com/office/drawing/2014/main" id="{F1931D4B-16AD-4074-8526-53EEF152FDC9}"/>
                  </a:ext>
                </a:extLst>
              </p:cNvPr>
              <p:cNvSpPr/>
              <p:nvPr/>
            </p:nvSpPr>
            <p:spPr>
              <a:xfrm>
                <a:off x="46564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1" name="Freeform: Shape 1060">
                <a:extLst>
                  <a:ext uri="{FF2B5EF4-FFF2-40B4-BE49-F238E27FC236}">
                    <a16:creationId xmlns:a16="http://schemas.microsoft.com/office/drawing/2014/main" id="{E7C76F38-DAE9-4169-879C-3CC7DB7DA827}"/>
                  </a:ext>
                </a:extLst>
              </p:cNvPr>
              <p:cNvSpPr/>
              <p:nvPr/>
            </p:nvSpPr>
            <p:spPr>
              <a:xfrm>
                <a:off x="47324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2" name="Freeform: Shape 1061">
                <a:extLst>
                  <a:ext uri="{FF2B5EF4-FFF2-40B4-BE49-F238E27FC236}">
                    <a16:creationId xmlns:a16="http://schemas.microsoft.com/office/drawing/2014/main" id="{A6796F31-0137-49AC-86C3-9062A7CA413F}"/>
                  </a:ext>
                </a:extLst>
              </p:cNvPr>
              <p:cNvSpPr/>
              <p:nvPr/>
            </p:nvSpPr>
            <p:spPr>
              <a:xfrm>
                <a:off x="47324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3" name="Freeform: Shape 1062">
                <a:extLst>
                  <a:ext uri="{FF2B5EF4-FFF2-40B4-BE49-F238E27FC236}">
                    <a16:creationId xmlns:a16="http://schemas.microsoft.com/office/drawing/2014/main" id="{5784BF82-11BD-4EDB-B135-8CDA09E5B385}"/>
                  </a:ext>
                </a:extLst>
              </p:cNvPr>
              <p:cNvSpPr/>
              <p:nvPr/>
            </p:nvSpPr>
            <p:spPr>
              <a:xfrm>
                <a:off x="48087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4" name="Freeform: Shape 1063">
                <a:extLst>
                  <a:ext uri="{FF2B5EF4-FFF2-40B4-BE49-F238E27FC236}">
                    <a16:creationId xmlns:a16="http://schemas.microsoft.com/office/drawing/2014/main" id="{31B7E95F-4770-41F0-938A-8FB60607CFAB}"/>
                  </a:ext>
                </a:extLst>
              </p:cNvPr>
              <p:cNvSpPr/>
              <p:nvPr/>
            </p:nvSpPr>
            <p:spPr>
              <a:xfrm>
                <a:off x="48087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5" name="Freeform: Shape 1064">
                <a:extLst>
                  <a:ext uri="{FF2B5EF4-FFF2-40B4-BE49-F238E27FC236}">
                    <a16:creationId xmlns:a16="http://schemas.microsoft.com/office/drawing/2014/main" id="{D9474CFE-6860-4CAB-8577-AC9A38D21261}"/>
                  </a:ext>
                </a:extLst>
              </p:cNvPr>
              <p:cNvSpPr/>
              <p:nvPr/>
            </p:nvSpPr>
            <p:spPr>
              <a:xfrm>
                <a:off x="48087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6" name="Freeform: Shape 1065">
                <a:extLst>
                  <a:ext uri="{FF2B5EF4-FFF2-40B4-BE49-F238E27FC236}">
                    <a16:creationId xmlns:a16="http://schemas.microsoft.com/office/drawing/2014/main" id="{79FF8775-C904-488A-8563-2B078084CB94}"/>
                  </a:ext>
                </a:extLst>
              </p:cNvPr>
              <p:cNvSpPr/>
              <p:nvPr/>
            </p:nvSpPr>
            <p:spPr>
              <a:xfrm>
                <a:off x="48087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" name="Freeform: Shape 1066">
                <a:extLst>
                  <a:ext uri="{FF2B5EF4-FFF2-40B4-BE49-F238E27FC236}">
                    <a16:creationId xmlns:a16="http://schemas.microsoft.com/office/drawing/2014/main" id="{673FA125-E16F-4491-AC2A-13B7C6D76C37}"/>
                  </a:ext>
                </a:extLst>
              </p:cNvPr>
              <p:cNvSpPr/>
              <p:nvPr/>
            </p:nvSpPr>
            <p:spPr>
              <a:xfrm>
                <a:off x="480870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" name="Freeform: Shape 1067">
                <a:extLst>
                  <a:ext uri="{FF2B5EF4-FFF2-40B4-BE49-F238E27FC236}">
                    <a16:creationId xmlns:a16="http://schemas.microsoft.com/office/drawing/2014/main" id="{5167C6D0-5FA5-4BBA-BAC1-E18C89F59965}"/>
                  </a:ext>
                </a:extLst>
              </p:cNvPr>
              <p:cNvSpPr/>
              <p:nvPr/>
            </p:nvSpPr>
            <p:spPr>
              <a:xfrm>
                <a:off x="4808700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9" name="Freeform: Shape 1068">
                <a:extLst>
                  <a:ext uri="{FF2B5EF4-FFF2-40B4-BE49-F238E27FC236}">
                    <a16:creationId xmlns:a16="http://schemas.microsoft.com/office/drawing/2014/main" id="{4E2F7B7B-5146-4F28-99D7-72BC35C3F514}"/>
                  </a:ext>
                </a:extLst>
              </p:cNvPr>
              <p:cNvSpPr/>
              <p:nvPr/>
            </p:nvSpPr>
            <p:spPr>
              <a:xfrm>
                <a:off x="480870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" name="Freeform: Shape 1069">
                <a:extLst>
                  <a:ext uri="{FF2B5EF4-FFF2-40B4-BE49-F238E27FC236}">
                    <a16:creationId xmlns:a16="http://schemas.microsoft.com/office/drawing/2014/main" id="{63A72B97-5963-45BF-9FBD-7E9FD3478BFC}"/>
                  </a:ext>
                </a:extLst>
              </p:cNvPr>
              <p:cNvSpPr/>
              <p:nvPr/>
            </p:nvSpPr>
            <p:spPr>
              <a:xfrm>
                <a:off x="480870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" name="Freeform: Shape 1070">
                <a:extLst>
                  <a:ext uri="{FF2B5EF4-FFF2-40B4-BE49-F238E27FC236}">
                    <a16:creationId xmlns:a16="http://schemas.microsoft.com/office/drawing/2014/main" id="{0BBD3BC4-FAD8-44C0-88E5-ED0189720CEF}"/>
                  </a:ext>
                </a:extLst>
              </p:cNvPr>
              <p:cNvSpPr/>
              <p:nvPr/>
            </p:nvSpPr>
            <p:spPr>
              <a:xfrm>
                <a:off x="480870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" name="Freeform: Shape 1071">
                <a:extLst>
                  <a:ext uri="{FF2B5EF4-FFF2-40B4-BE49-F238E27FC236}">
                    <a16:creationId xmlns:a16="http://schemas.microsoft.com/office/drawing/2014/main" id="{8C8AD0FD-A011-4363-BB97-2A49038EAE01}"/>
                  </a:ext>
                </a:extLst>
              </p:cNvPr>
              <p:cNvSpPr/>
              <p:nvPr/>
            </p:nvSpPr>
            <p:spPr>
              <a:xfrm>
                <a:off x="480870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" name="Freeform: Shape 1072">
                <a:extLst>
                  <a:ext uri="{FF2B5EF4-FFF2-40B4-BE49-F238E27FC236}">
                    <a16:creationId xmlns:a16="http://schemas.microsoft.com/office/drawing/2014/main" id="{2DC7EC2C-1564-4B74-A1B4-B97FB908C7C8}"/>
                  </a:ext>
                </a:extLst>
              </p:cNvPr>
              <p:cNvSpPr/>
              <p:nvPr/>
            </p:nvSpPr>
            <p:spPr>
              <a:xfrm>
                <a:off x="48087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Freeform: Shape 1073">
                <a:extLst>
                  <a:ext uri="{FF2B5EF4-FFF2-40B4-BE49-F238E27FC236}">
                    <a16:creationId xmlns:a16="http://schemas.microsoft.com/office/drawing/2014/main" id="{1F63E1ED-7A1A-4454-95CD-FA2E4B78A2F2}"/>
                  </a:ext>
                </a:extLst>
              </p:cNvPr>
              <p:cNvSpPr/>
              <p:nvPr/>
            </p:nvSpPr>
            <p:spPr>
              <a:xfrm>
                <a:off x="480870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" name="Freeform: Shape 1074">
                <a:extLst>
                  <a:ext uri="{FF2B5EF4-FFF2-40B4-BE49-F238E27FC236}">
                    <a16:creationId xmlns:a16="http://schemas.microsoft.com/office/drawing/2014/main" id="{17125A5D-2240-407E-9455-2DBFDD553D14}"/>
                  </a:ext>
                </a:extLst>
              </p:cNvPr>
              <p:cNvSpPr/>
              <p:nvPr/>
            </p:nvSpPr>
            <p:spPr>
              <a:xfrm>
                <a:off x="480870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" name="Freeform: Shape 1075">
                <a:extLst>
                  <a:ext uri="{FF2B5EF4-FFF2-40B4-BE49-F238E27FC236}">
                    <a16:creationId xmlns:a16="http://schemas.microsoft.com/office/drawing/2014/main" id="{F4B0AA94-CB3B-4B32-994C-CC0CD2B79823}"/>
                  </a:ext>
                </a:extLst>
              </p:cNvPr>
              <p:cNvSpPr/>
              <p:nvPr/>
            </p:nvSpPr>
            <p:spPr>
              <a:xfrm>
                <a:off x="480870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7" name="Freeform: Shape 1076">
                <a:extLst>
                  <a:ext uri="{FF2B5EF4-FFF2-40B4-BE49-F238E27FC236}">
                    <a16:creationId xmlns:a16="http://schemas.microsoft.com/office/drawing/2014/main" id="{5DEEBE28-B461-4254-95BB-46B45FC98F14}"/>
                  </a:ext>
                </a:extLst>
              </p:cNvPr>
              <p:cNvSpPr/>
              <p:nvPr/>
            </p:nvSpPr>
            <p:spPr>
              <a:xfrm>
                <a:off x="4884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" name="Freeform: Shape 1077">
                <a:extLst>
                  <a:ext uri="{FF2B5EF4-FFF2-40B4-BE49-F238E27FC236}">
                    <a16:creationId xmlns:a16="http://schemas.microsoft.com/office/drawing/2014/main" id="{4A071188-B805-48B6-90A0-2DE8F0D385FA}"/>
                  </a:ext>
                </a:extLst>
              </p:cNvPr>
              <p:cNvSpPr/>
              <p:nvPr/>
            </p:nvSpPr>
            <p:spPr>
              <a:xfrm>
                <a:off x="4884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" name="Freeform: Shape 1078">
                <a:extLst>
                  <a:ext uri="{FF2B5EF4-FFF2-40B4-BE49-F238E27FC236}">
                    <a16:creationId xmlns:a16="http://schemas.microsoft.com/office/drawing/2014/main" id="{611AEAD6-B2B7-48A8-BFA2-FA46820BCBED}"/>
                  </a:ext>
                </a:extLst>
              </p:cNvPr>
              <p:cNvSpPr/>
              <p:nvPr/>
            </p:nvSpPr>
            <p:spPr>
              <a:xfrm>
                <a:off x="4884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" name="Freeform: Shape 1079">
                <a:extLst>
                  <a:ext uri="{FF2B5EF4-FFF2-40B4-BE49-F238E27FC236}">
                    <a16:creationId xmlns:a16="http://schemas.microsoft.com/office/drawing/2014/main" id="{9862372B-E334-47BE-81E2-B0121B52FD7E}"/>
                  </a:ext>
                </a:extLst>
              </p:cNvPr>
              <p:cNvSpPr/>
              <p:nvPr/>
            </p:nvSpPr>
            <p:spPr>
              <a:xfrm>
                <a:off x="4884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" name="Freeform: Shape 1080">
                <a:extLst>
                  <a:ext uri="{FF2B5EF4-FFF2-40B4-BE49-F238E27FC236}">
                    <a16:creationId xmlns:a16="http://schemas.microsoft.com/office/drawing/2014/main" id="{96D3B324-29D9-4873-83B1-97AEA6A7CDA8}"/>
                  </a:ext>
                </a:extLst>
              </p:cNvPr>
              <p:cNvSpPr/>
              <p:nvPr/>
            </p:nvSpPr>
            <p:spPr>
              <a:xfrm>
                <a:off x="4884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" name="Freeform: Shape 1081">
                <a:extLst>
                  <a:ext uri="{FF2B5EF4-FFF2-40B4-BE49-F238E27FC236}">
                    <a16:creationId xmlns:a16="http://schemas.microsoft.com/office/drawing/2014/main" id="{D6AC7E95-6B98-455B-B3B2-44DE3B4B036D}"/>
                  </a:ext>
                </a:extLst>
              </p:cNvPr>
              <p:cNvSpPr/>
              <p:nvPr/>
            </p:nvSpPr>
            <p:spPr>
              <a:xfrm>
                <a:off x="488490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" name="Freeform: Shape 1082">
                <a:extLst>
                  <a:ext uri="{FF2B5EF4-FFF2-40B4-BE49-F238E27FC236}">
                    <a16:creationId xmlns:a16="http://schemas.microsoft.com/office/drawing/2014/main" id="{39FF95AA-08F0-4039-9217-AD59BAE0F58F}"/>
                  </a:ext>
                </a:extLst>
              </p:cNvPr>
              <p:cNvSpPr/>
              <p:nvPr/>
            </p:nvSpPr>
            <p:spPr>
              <a:xfrm>
                <a:off x="4884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4" name="Freeform: Shape 1083">
                <a:extLst>
                  <a:ext uri="{FF2B5EF4-FFF2-40B4-BE49-F238E27FC236}">
                    <a16:creationId xmlns:a16="http://schemas.microsoft.com/office/drawing/2014/main" id="{BBD27A16-0C9D-4441-A456-D817B6A77C4D}"/>
                  </a:ext>
                </a:extLst>
              </p:cNvPr>
              <p:cNvSpPr/>
              <p:nvPr/>
            </p:nvSpPr>
            <p:spPr>
              <a:xfrm>
                <a:off x="4884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5" name="Freeform: Shape 1084">
                <a:extLst>
                  <a:ext uri="{FF2B5EF4-FFF2-40B4-BE49-F238E27FC236}">
                    <a16:creationId xmlns:a16="http://schemas.microsoft.com/office/drawing/2014/main" id="{4B50224E-EB98-412F-9417-07EE24E15480}"/>
                  </a:ext>
                </a:extLst>
              </p:cNvPr>
              <p:cNvSpPr/>
              <p:nvPr/>
            </p:nvSpPr>
            <p:spPr>
              <a:xfrm>
                <a:off x="4884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6" name="Freeform: Shape 1085">
                <a:extLst>
                  <a:ext uri="{FF2B5EF4-FFF2-40B4-BE49-F238E27FC236}">
                    <a16:creationId xmlns:a16="http://schemas.microsoft.com/office/drawing/2014/main" id="{C87EF2FA-C5BB-4554-804C-68B99B66165B}"/>
                  </a:ext>
                </a:extLst>
              </p:cNvPr>
              <p:cNvSpPr/>
              <p:nvPr/>
            </p:nvSpPr>
            <p:spPr>
              <a:xfrm>
                <a:off x="4884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7" name="Freeform: Shape 1086">
                <a:extLst>
                  <a:ext uri="{FF2B5EF4-FFF2-40B4-BE49-F238E27FC236}">
                    <a16:creationId xmlns:a16="http://schemas.microsoft.com/office/drawing/2014/main" id="{AA21DC60-AD85-4575-979F-31D9B1988A39}"/>
                  </a:ext>
                </a:extLst>
              </p:cNvPr>
              <p:cNvSpPr/>
              <p:nvPr/>
            </p:nvSpPr>
            <p:spPr>
              <a:xfrm>
                <a:off x="4884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8" name="Freeform: Shape 1087">
                <a:extLst>
                  <a:ext uri="{FF2B5EF4-FFF2-40B4-BE49-F238E27FC236}">
                    <a16:creationId xmlns:a16="http://schemas.microsoft.com/office/drawing/2014/main" id="{3CF9DF3F-EEFF-4A89-999A-7F32429E2F62}"/>
                  </a:ext>
                </a:extLst>
              </p:cNvPr>
              <p:cNvSpPr/>
              <p:nvPr/>
            </p:nvSpPr>
            <p:spPr>
              <a:xfrm>
                <a:off x="4884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9" name="Freeform: Shape 1088">
                <a:extLst>
                  <a:ext uri="{FF2B5EF4-FFF2-40B4-BE49-F238E27FC236}">
                    <a16:creationId xmlns:a16="http://schemas.microsoft.com/office/drawing/2014/main" id="{B905BA1E-5D0A-4868-9F23-9006C5E15ECD}"/>
                  </a:ext>
                </a:extLst>
              </p:cNvPr>
              <p:cNvSpPr/>
              <p:nvPr/>
            </p:nvSpPr>
            <p:spPr>
              <a:xfrm>
                <a:off x="4884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0" name="Freeform: Shape 1089">
                <a:extLst>
                  <a:ext uri="{FF2B5EF4-FFF2-40B4-BE49-F238E27FC236}">
                    <a16:creationId xmlns:a16="http://schemas.microsoft.com/office/drawing/2014/main" id="{8A9FDA98-C895-44CD-B007-420C9D04338F}"/>
                  </a:ext>
                </a:extLst>
              </p:cNvPr>
              <p:cNvSpPr/>
              <p:nvPr/>
            </p:nvSpPr>
            <p:spPr>
              <a:xfrm>
                <a:off x="4884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1" name="Freeform: Shape 1090">
                <a:extLst>
                  <a:ext uri="{FF2B5EF4-FFF2-40B4-BE49-F238E27FC236}">
                    <a16:creationId xmlns:a16="http://schemas.microsoft.com/office/drawing/2014/main" id="{035AA119-2D9F-495A-BFA0-0DCF4361D70F}"/>
                  </a:ext>
                </a:extLst>
              </p:cNvPr>
              <p:cNvSpPr/>
              <p:nvPr/>
            </p:nvSpPr>
            <p:spPr>
              <a:xfrm>
                <a:off x="4884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2" name="Freeform: Shape 1091">
                <a:extLst>
                  <a:ext uri="{FF2B5EF4-FFF2-40B4-BE49-F238E27FC236}">
                    <a16:creationId xmlns:a16="http://schemas.microsoft.com/office/drawing/2014/main" id="{B616D521-4A23-4E08-8FBD-AF6CB05A194C}"/>
                  </a:ext>
                </a:extLst>
              </p:cNvPr>
              <p:cNvSpPr/>
              <p:nvPr/>
            </p:nvSpPr>
            <p:spPr>
              <a:xfrm>
                <a:off x="49611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3" name="Freeform: Shape 1092">
                <a:extLst>
                  <a:ext uri="{FF2B5EF4-FFF2-40B4-BE49-F238E27FC236}">
                    <a16:creationId xmlns:a16="http://schemas.microsoft.com/office/drawing/2014/main" id="{073547B1-414D-4F35-AF9C-09B48FC46A76}"/>
                  </a:ext>
                </a:extLst>
              </p:cNvPr>
              <p:cNvSpPr/>
              <p:nvPr/>
            </p:nvSpPr>
            <p:spPr>
              <a:xfrm>
                <a:off x="4961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4" name="Freeform: Shape 1093">
                <a:extLst>
                  <a:ext uri="{FF2B5EF4-FFF2-40B4-BE49-F238E27FC236}">
                    <a16:creationId xmlns:a16="http://schemas.microsoft.com/office/drawing/2014/main" id="{71990E1E-B76F-4FA8-87C4-2511012359EB}"/>
                  </a:ext>
                </a:extLst>
              </p:cNvPr>
              <p:cNvSpPr/>
              <p:nvPr/>
            </p:nvSpPr>
            <p:spPr>
              <a:xfrm>
                <a:off x="4961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5" name="Freeform: Shape 1094">
                <a:extLst>
                  <a:ext uri="{FF2B5EF4-FFF2-40B4-BE49-F238E27FC236}">
                    <a16:creationId xmlns:a16="http://schemas.microsoft.com/office/drawing/2014/main" id="{80733772-1747-4072-85DA-ADF7C4A23493}"/>
                  </a:ext>
                </a:extLst>
              </p:cNvPr>
              <p:cNvSpPr/>
              <p:nvPr/>
            </p:nvSpPr>
            <p:spPr>
              <a:xfrm>
                <a:off x="4961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" name="Freeform: Shape 1095">
                <a:extLst>
                  <a:ext uri="{FF2B5EF4-FFF2-40B4-BE49-F238E27FC236}">
                    <a16:creationId xmlns:a16="http://schemas.microsoft.com/office/drawing/2014/main" id="{7197A10C-CA4B-4EE3-9C9C-2AFAC66C594F}"/>
                  </a:ext>
                </a:extLst>
              </p:cNvPr>
              <p:cNvSpPr/>
              <p:nvPr/>
            </p:nvSpPr>
            <p:spPr>
              <a:xfrm>
                <a:off x="49611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7" name="Freeform: Shape 1096">
                <a:extLst>
                  <a:ext uri="{FF2B5EF4-FFF2-40B4-BE49-F238E27FC236}">
                    <a16:creationId xmlns:a16="http://schemas.microsoft.com/office/drawing/2014/main" id="{B889AE90-1EC2-4ECF-AD95-CC9AABD2C747}"/>
                  </a:ext>
                </a:extLst>
              </p:cNvPr>
              <p:cNvSpPr/>
              <p:nvPr/>
            </p:nvSpPr>
            <p:spPr>
              <a:xfrm>
                <a:off x="4961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8" name="Freeform: Shape 1097">
                <a:extLst>
                  <a:ext uri="{FF2B5EF4-FFF2-40B4-BE49-F238E27FC236}">
                    <a16:creationId xmlns:a16="http://schemas.microsoft.com/office/drawing/2014/main" id="{A4A5E1A9-96A8-4242-8234-7FC5C39216E7}"/>
                  </a:ext>
                </a:extLst>
              </p:cNvPr>
              <p:cNvSpPr/>
              <p:nvPr/>
            </p:nvSpPr>
            <p:spPr>
              <a:xfrm>
                <a:off x="49611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9" name="Freeform: Shape 1098">
                <a:extLst>
                  <a:ext uri="{FF2B5EF4-FFF2-40B4-BE49-F238E27FC236}">
                    <a16:creationId xmlns:a16="http://schemas.microsoft.com/office/drawing/2014/main" id="{14582378-9AB3-4F21-A399-15E05853D0CA}"/>
                  </a:ext>
                </a:extLst>
              </p:cNvPr>
              <p:cNvSpPr/>
              <p:nvPr/>
            </p:nvSpPr>
            <p:spPr>
              <a:xfrm>
                <a:off x="49611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0" name="Freeform: Shape 1099">
                <a:extLst>
                  <a:ext uri="{FF2B5EF4-FFF2-40B4-BE49-F238E27FC236}">
                    <a16:creationId xmlns:a16="http://schemas.microsoft.com/office/drawing/2014/main" id="{036771A9-9E9C-4E42-AED5-484FCC9214C1}"/>
                  </a:ext>
                </a:extLst>
              </p:cNvPr>
              <p:cNvSpPr/>
              <p:nvPr/>
            </p:nvSpPr>
            <p:spPr>
              <a:xfrm>
                <a:off x="49611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1" name="Freeform: Shape 1100">
                <a:extLst>
                  <a:ext uri="{FF2B5EF4-FFF2-40B4-BE49-F238E27FC236}">
                    <a16:creationId xmlns:a16="http://schemas.microsoft.com/office/drawing/2014/main" id="{A2C657B1-A31B-44D3-A60D-3C492FCCB6A3}"/>
                  </a:ext>
                </a:extLst>
              </p:cNvPr>
              <p:cNvSpPr/>
              <p:nvPr/>
            </p:nvSpPr>
            <p:spPr>
              <a:xfrm>
                <a:off x="49611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2" name="Freeform: Shape 1101">
                <a:extLst>
                  <a:ext uri="{FF2B5EF4-FFF2-40B4-BE49-F238E27FC236}">
                    <a16:creationId xmlns:a16="http://schemas.microsoft.com/office/drawing/2014/main" id="{9CE0B53C-E201-4947-A013-2A906ED209B9}"/>
                  </a:ext>
                </a:extLst>
              </p:cNvPr>
              <p:cNvSpPr/>
              <p:nvPr/>
            </p:nvSpPr>
            <p:spPr>
              <a:xfrm>
                <a:off x="49611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3" name="Freeform: Shape 1102">
                <a:extLst>
                  <a:ext uri="{FF2B5EF4-FFF2-40B4-BE49-F238E27FC236}">
                    <a16:creationId xmlns:a16="http://schemas.microsoft.com/office/drawing/2014/main" id="{CF7997EB-EE67-4BF1-987D-8E4217482132}"/>
                  </a:ext>
                </a:extLst>
              </p:cNvPr>
              <p:cNvSpPr/>
              <p:nvPr/>
            </p:nvSpPr>
            <p:spPr>
              <a:xfrm>
                <a:off x="49611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4" name="Freeform: Shape 1103">
                <a:extLst>
                  <a:ext uri="{FF2B5EF4-FFF2-40B4-BE49-F238E27FC236}">
                    <a16:creationId xmlns:a16="http://schemas.microsoft.com/office/drawing/2014/main" id="{66DFC225-B14C-4D62-9B15-F783A9A81906}"/>
                  </a:ext>
                </a:extLst>
              </p:cNvPr>
              <p:cNvSpPr/>
              <p:nvPr/>
            </p:nvSpPr>
            <p:spPr>
              <a:xfrm>
                <a:off x="49611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5" name="Freeform: Shape 1104">
                <a:extLst>
                  <a:ext uri="{FF2B5EF4-FFF2-40B4-BE49-F238E27FC236}">
                    <a16:creationId xmlns:a16="http://schemas.microsoft.com/office/drawing/2014/main" id="{0513394D-D345-4CB0-A893-33E0D6880ED1}"/>
                  </a:ext>
                </a:extLst>
              </p:cNvPr>
              <p:cNvSpPr/>
              <p:nvPr/>
            </p:nvSpPr>
            <p:spPr>
              <a:xfrm>
                <a:off x="49611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6" name="Freeform: Shape 1105">
                <a:extLst>
                  <a:ext uri="{FF2B5EF4-FFF2-40B4-BE49-F238E27FC236}">
                    <a16:creationId xmlns:a16="http://schemas.microsoft.com/office/drawing/2014/main" id="{5E571074-91DD-4357-A7D2-0CCB2B4E5049}"/>
                  </a:ext>
                </a:extLst>
              </p:cNvPr>
              <p:cNvSpPr/>
              <p:nvPr/>
            </p:nvSpPr>
            <p:spPr>
              <a:xfrm>
                <a:off x="50373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7" name="Freeform: Shape 1106">
                <a:extLst>
                  <a:ext uri="{FF2B5EF4-FFF2-40B4-BE49-F238E27FC236}">
                    <a16:creationId xmlns:a16="http://schemas.microsoft.com/office/drawing/2014/main" id="{42515A78-D159-422B-A74A-9564BCAA6277}"/>
                  </a:ext>
                </a:extLst>
              </p:cNvPr>
              <p:cNvSpPr/>
              <p:nvPr/>
            </p:nvSpPr>
            <p:spPr>
              <a:xfrm>
                <a:off x="5037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8" name="Freeform: Shape 1107">
                <a:extLst>
                  <a:ext uri="{FF2B5EF4-FFF2-40B4-BE49-F238E27FC236}">
                    <a16:creationId xmlns:a16="http://schemas.microsoft.com/office/drawing/2014/main" id="{98F16388-3B82-4551-BB9E-E998E4BC9771}"/>
                  </a:ext>
                </a:extLst>
              </p:cNvPr>
              <p:cNvSpPr/>
              <p:nvPr/>
            </p:nvSpPr>
            <p:spPr>
              <a:xfrm>
                <a:off x="5037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9" name="Freeform: Shape 1108">
                <a:extLst>
                  <a:ext uri="{FF2B5EF4-FFF2-40B4-BE49-F238E27FC236}">
                    <a16:creationId xmlns:a16="http://schemas.microsoft.com/office/drawing/2014/main" id="{CAED34CB-32AA-4798-ACED-9A68E53B9896}"/>
                  </a:ext>
                </a:extLst>
              </p:cNvPr>
              <p:cNvSpPr/>
              <p:nvPr/>
            </p:nvSpPr>
            <p:spPr>
              <a:xfrm>
                <a:off x="5037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0" name="Freeform: Shape 1109">
                <a:extLst>
                  <a:ext uri="{FF2B5EF4-FFF2-40B4-BE49-F238E27FC236}">
                    <a16:creationId xmlns:a16="http://schemas.microsoft.com/office/drawing/2014/main" id="{A63E9CA7-D17C-4FAE-90BD-4680AD03AC0B}"/>
                  </a:ext>
                </a:extLst>
              </p:cNvPr>
              <p:cNvSpPr/>
              <p:nvPr/>
            </p:nvSpPr>
            <p:spPr>
              <a:xfrm>
                <a:off x="5037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1" name="Freeform: Shape 1110">
                <a:extLst>
                  <a:ext uri="{FF2B5EF4-FFF2-40B4-BE49-F238E27FC236}">
                    <a16:creationId xmlns:a16="http://schemas.microsoft.com/office/drawing/2014/main" id="{EDD6C124-03A5-470B-87AA-B69EDB2EF033}"/>
                  </a:ext>
                </a:extLst>
              </p:cNvPr>
              <p:cNvSpPr/>
              <p:nvPr/>
            </p:nvSpPr>
            <p:spPr>
              <a:xfrm>
                <a:off x="5037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2" name="Freeform: Shape 1111">
                <a:extLst>
                  <a:ext uri="{FF2B5EF4-FFF2-40B4-BE49-F238E27FC236}">
                    <a16:creationId xmlns:a16="http://schemas.microsoft.com/office/drawing/2014/main" id="{7E0E1DE6-AFC1-4021-A152-78B005899F20}"/>
                  </a:ext>
                </a:extLst>
              </p:cNvPr>
              <p:cNvSpPr/>
              <p:nvPr/>
            </p:nvSpPr>
            <p:spPr>
              <a:xfrm>
                <a:off x="50373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3" name="Freeform: Shape 1112">
                <a:extLst>
                  <a:ext uri="{FF2B5EF4-FFF2-40B4-BE49-F238E27FC236}">
                    <a16:creationId xmlns:a16="http://schemas.microsoft.com/office/drawing/2014/main" id="{1C9CED29-5660-47E7-986E-BA36E48557AE}"/>
                  </a:ext>
                </a:extLst>
              </p:cNvPr>
              <p:cNvSpPr/>
              <p:nvPr/>
            </p:nvSpPr>
            <p:spPr>
              <a:xfrm>
                <a:off x="50373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4" name="Freeform: Shape 1113">
                <a:extLst>
                  <a:ext uri="{FF2B5EF4-FFF2-40B4-BE49-F238E27FC236}">
                    <a16:creationId xmlns:a16="http://schemas.microsoft.com/office/drawing/2014/main" id="{41606F71-2775-4DC0-B123-C8AA834B9BE9}"/>
                  </a:ext>
                </a:extLst>
              </p:cNvPr>
              <p:cNvSpPr/>
              <p:nvPr/>
            </p:nvSpPr>
            <p:spPr>
              <a:xfrm>
                <a:off x="50373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5" name="Freeform: Shape 1114">
                <a:extLst>
                  <a:ext uri="{FF2B5EF4-FFF2-40B4-BE49-F238E27FC236}">
                    <a16:creationId xmlns:a16="http://schemas.microsoft.com/office/drawing/2014/main" id="{4E31EAB2-4C44-46FA-BFCF-C65201B60474}"/>
                  </a:ext>
                </a:extLst>
              </p:cNvPr>
              <p:cNvSpPr/>
              <p:nvPr/>
            </p:nvSpPr>
            <p:spPr>
              <a:xfrm>
                <a:off x="50373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6" name="Freeform: Shape 1115">
                <a:extLst>
                  <a:ext uri="{FF2B5EF4-FFF2-40B4-BE49-F238E27FC236}">
                    <a16:creationId xmlns:a16="http://schemas.microsoft.com/office/drawing/2014/main" id="{F685DF2B-5544-48E2-B807-BB2A02900218}"/>
                  </a:ext>
                </a:extLst>
              </p:cNvPr>
              <p:cNvSpPr/>
              <p:nvPr/>
            </p:nvSpPr>
            <p:spPr>
              <a:xfrm>
                <a:off x="50373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7" name="Freeform: Shape 1116">
                <a:extLst>
                  <a:ext uri="{FF2B5EF4-FFF2-40B4-BE49-F238E27FC236}">
                    <a16:creationId xmlns:a16="http://schemas.microsoft.com/office/drawing/2014/main" id="{AA32BE3E-213F-4D87-A056-9264278FEEBF}"/>
                  </a:ext>
                </a:extLst>
              </p:cNvPr>
              <p:cNvSpPr/>
              <p:nvPr/>
            </p:nvSpPr>
            <p:spPr>
              <a:xfrm>
                <a:off x="50373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8" name="Freeform: Shape 1117">
                <a:extLst>
                  <a:ext uri="{FF2B5EF4-FFF2-40B4-BE49-F238E27FC236}">
                    <a16:creationId xmlns:a16="http://schemas.microsoft.com/office/drawing/2014/main" id="{D1F843C5-A1CD-4D0C-9714-CFA633DDE02E}"/>
                  </a:ext>
                </a:extLst>
              </p:cNvPr>
              <p:cNvSpPr/>
              <p:nvPr/>
            </p:nvSpPr>
            <p:spPr>
              <a:xfrm>
                <a:off x="50373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9" name="Freeform: Shape 1118">
                <a:extLst>
                  <a:ext uri="{FF2B5EF4-FFF2-40B4-BE49-F238E27FC236}">
                    <a16:creationId xmlns:a16="http://schemas.microsoft.com/office/drawing/2014/main" id="{217CE2B8-6226-4407-8F69-0B7F2FA27406}"/>
                  </a:ext>
                </a:extLst>
              </p:cNvPr>
              <p:cNvSpPr/>
              <p:nvPr/>
            </p:nvSpPr>
            <p:spPr>
              <a:xfrm>
                <a:off x="50373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0" name="Freeform: Shape 1119">
                <a:extLst>
                  <a:ext uri="{FF2B5EF4-FFF2-40B4-BE49-F238E27FC236}">
                    <a16:creationId xmlns:a16="http://schemas.microsoft.com/office/drawing/2014/main" id="{B050E2ED-8B39-4CA9-894D-41F6B33E5686}"/>
                  </a:ext>
                </a:extLst>
              </p:cNvPr>
              <p:cNvSpPr/>
              <p:nvPr/>
            </p:nvSpPr>
            <p:spPr>
              <a:xfrm>
                <a:off x="511335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1" name="Freeform: Shape 1120">
                <a:extLst>
                  <a:ext uri="{FF2B5EF4-FFF2-40B4-BE49-F238E27FC236}">
                    <a16:creationId xmlns:a16="http://schemas.microsoft.com/office/drawing/2014/main" id="{C4693F1C-FBC6-498E-BD4C-A8D67F58573E}"/>
                  </a:ext>
                </a:extLst>
              </p:cNvPr>
              <p:cNvSpPr/>
              <p:nvPr/>
            </p:nvSpPr>
            <p:spPr>
              <a:xfrm>
                <a:off x="511335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6" y="2137"/>
                    </a:cubicBezTo>
                    <a:cubicBezTo>
                      <a:pt x="1339" y="2137"/>
                      <a:pt x="1605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2" name="Freeform: Shape 1121">
                <a:extLst>
                  <a:ext uri="{FF2B5EF4-FFF2-40B4-BE49-F238E27FC236}">
                    <a16:creationId xmlns:a16="http://schemas.microsoft.com/office/drawing/2014/main" id="{F2A4073B-9897-40E1-B687-10E6A4CD5B10}"/>
                  </a:ext>
                </a:extLst>
              </p:cNvPr>
              <p:cNvSpPr/>
              <p:nvPr/>
            </p:nvSpPr>
            <p:spPr>
              <a:xfrm>
                <a:off x="51895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3" name="Freeform: Shape 1122">
                <a:extLst>
                  <a:ext uri="{FF2B5EF4-FFF2-40B4-BE49-F238E27FC236}">
                    <a16:creationId xmlns:a16="http://schemas.microsoft.com/office/drawing/2014/main" id="{5D62047B-91EC-4A33-BE54-AF544BB8C4A1}"/>
                  </a:ext>
                </a:extLst>
              </p:cNvPr>
              <p:cNvSpPr/>
              <p:nvPr/>
            </p:nvSpPr>
            <p:spPr>
              <a:xfrm>
                <a:off x="51895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4" name="Freeform: Shape 1123">
                <a:extLst>
                  <a:ext uri="{FF2B5EF4-FFF2-40B4-BE49-F238E27FC236}">
                    <a16:creationId xmlns:a16="http://schemas.microsoft.com/office/drawing/2014/main" id="{F40993CC-E608-4747-AC1D-58F1002D1AA7}"/>
                  </a:ext>
                </a:extLst>
              </p:cNvPr>
              <p:cNvSpPr/>
              <p:nvPr/>
            </p:nvSpPr>
            <p:spPr>
              <a:xfrm>
                <a:off x="5189550" y="157140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51" y="0"/>
                    </a:moveTo>
                    <a:cubicBezTo>
                      <a:pt x="472" y="0"/>
                      <a:pt x="1" y="477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ubicBezTo>
                      <a:pt x="1061" y="1"/>
                      <a:pt x="1056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5" name="Freeform: Shape 1124">
                <a:extLst>
                  <a:ext uri="{FF2B5EF4-FFF2-40B4-BE49-F238E27FC236}">
                    <a16:creationId xmlns:a16="http://schemas.microsoft.com/office/drawing/2014/main" id="{5F0475F7-B53C-4C22-93FA-5DA1A9602D98}"/>
                  </a:ext>
                </a:extLst>
              </p:cNvPr>
              <p:cNvSpPr/>
              <p:nvPr/>
            </p:nvSpPr>
            <p:spPr>
              <a:xfrm>
                <a:off x="5189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8"/>
                      <a:pt x="1068" y="2138"/>
                    </a:cubicBezTo>
                    <a:cubicBezTo>
                      <a:pt x="1329" y="2138"/>
                      <a:pt x="1596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6" name="Freeform: Shape 1125">
                <a:extLst>
                  <a:ext uri="{FF2B5EF4-FFF2-40B4-BE49-F238E27FC236}">
                    <a16:creationId xmlns:a16="http://schemas.microsoft.com/office/drawing/2014/main" id="{BD9DF46D-BEFD-4A7F-956C-D8BAB0A4A839}"/>
                  </a:ext>
                </a:extLst>
              </p:cNvPr>
              <p:cNvSpPr/>
              <p:nvPr/>
            </p:nvSpPr>
            <p:spPr>
              <a:xfrm>
                <a:off x="51895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7" name="Freeform: Shape 1126">
                <a:extLst>
                  <a:ext uri="{FF2B5EF4-FFF2-40B4-BE49-F238E27FC236}">
                    <a16:creationId xmlns:a16="http://schemas.microsoft.com/office/drawing/2014/main" id="{C067EA33-F5CC-452D-A2E4-0A750E1E2160}"/>
                  </a:ext>
                </a:extLst>
              </p:cNvPr>
              <p:cNvSpPr/>
              <p:nvPr/>
            </p:nvSpPr>
            <p:spPr>
              <a:xfrm>
                <a:off x="51895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8" name="Freeform: Shape 1127">
                <a:extLst>
                  <a:ext uri="{FF2B5EF4-FFF2-40B4-BE49-F238E27FC236}">
                    <a16:creationId xmlns:a16="http://schemas.microsoft.com/office/drawing/2014/main" id="{F1E1F562-F885-4220-9473-E220151B1AD8}"/>
                  </a:ext>
                </a:extLst>
              </p:cNvPr>
              <p:cNvSpPr/>
              <p:nvPr/>
            </p:nvSpPr>
            <p:spPr>
              <a:xfrm>
                <a:off x="518955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9" name="Freeform: Shape 1128">
                <a:extLst>
                  <a:ext uri="{FF2B5EF4-FFF2-40B4-BE49-F238E27FC236}">
                    <a16:creationId xmlns:a16="http://schemas.microsoft.com/office/drawing/2014/main" id="{84CF2508-6127-4B34-810B-2930B7756FFE}"/>
                  </a:ext>
                </a:extLst>
              </p:cNvPr>
              <p:cNvSpPr/>
              <p:nvPr/>
            </p:nvSpPr>
            <p:spPr>
              <a:xfrm>
                <a:off x="5189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0" name="Freeform: Shape 1129">
                <a:extLst>
                  <a:ext uri="{FF2B5EF4-FFF2-40B4-BE49-F238E27FC236}">
                    <a16:creationId xmlns:a16="http://schemas.microsoft.com/office/drawing/2014/main" id="{4F8052EB-3033-4589-AE2E-D7E07DB60CF7}"/>
                  </a:ext>
                </a:extLst>
              </p:cNvPr>
              <p:cNvSpPr/>
              <p:nvPr/>
            </p:nvSpPr>
            <p:spPr>
              <a:xfrm>
                <a:off x="5189550" y="20282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1" name="Freeform: Shape 1130">
                <a:extLst>
                  <a:ext uri="{FF2B5EF4-FFF2-40B4-BE49-F238E27FC236}">
                    <a16:creationId xmlns:a16="http://schemas.microsoft.com/office/drawing/2014/main" id="{72099C96-4F89-4E9F-BC67-DA9DFE60C396}"/>
                  </a:ext>
                </a:extLst>
              </p:cNvPr>
              <p:cNvSpPr/>
              <p:nvPr/>
            </p:nvSpPr>
            <p:spPr>
              <a:xfrm>
                <a:off x="5189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2" name="Freeform: Shape 1131">
                <a:extLst>
                  <a:ext uri="{FF2B5EF4-FFF2-40B4-BE49-F238E27FC236}">
                    <a16:creationId xmlns:a16="http://schemas.microsoft.com/office/drawing/2014/main" id="{89D56D09-D6C2-45F0-A581-7DCB63565409}"/>
                  </a:ext>
                </a:extLst>
              </p:cNvPr>
              <p:cNvSpPr/>
              <p:nvPr/>
            </p:nvSpPr>
            <p:spPr>
              <a:xfrm>
                <a:off x="5189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3" name="Freeform: Shape 1132">
                <a:extLst>
                  <a:ext uri="{FF2B5EF4-FFF2-40B4-BE49-F238E27FC236}">
                    <a16:creationId xmlns:a16="http://schemas.microsoft.com/office/drawing/2014/main" id="{5EDDF7DE-0DBA-4113-9CD7-268C90A775FF}"/>
                  </a:ext>
                </a:extLst>
              </p:cNvPr>
              <p:cNvSpPr/>
              <p:nvPr/>
            </p:nvSpPr>
            <p:spPr>
              <a:xfrm>
                <a:off x="5189550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4" name="Freeform: Shape 1133">
                <a:extLst>
                  <a:ext uri="{FF2B5EF4-FFF2-40B4-BE49-F238E27FC236}">
                    <a16:creationId xmlns:a16="http://schemas.microsoft.com/office/drawing/2014/main" id="{2044B54D-92EC-4D59-985B-C897972793FC}"/>
                  </a:ext>
                </a:extLst>
              </p:cNvPr>
              <p:cNvSpPr/>
              <p:nvPr/>
            </p:nvSpPr>
            <p:spPr>
              <a:xfrm>
                <a:off x="5189550" y="23331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5" name="Freeform: Shape 1134">
                <a:extLst>
                  <a:ext uri="{FF2B5EF4-FFF2-40B4-BE49-F238E27FC236}">
                    <a16:creationId xmlns:a16="http://schemas.microsoft.com/office/drawing/2014/main" id="{5759A08F-89B6-4515-ABE2-3979F7A57049}"/>
                  </a:ext>
                </a:extLst>
              </p:cNvPr>
              <p:cNvSpPr/>
              <p:nvPr/>
            </p:nvSpPr>
            <p:spPr>
              <a:xfrm>
                <a:off x="5189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Freeform: Shape 1135">
                <a:extLst>
                  <a:ext uri="{FF2B5EF4-FFF2-40B4-BE49-F238E27FC236}">
                    <a16:creationId xmlns:a16="http://schemas.microsoft.com/office/drawing/2014/main" id="{A93EC791-9FBF-46B1-8CE3-B0E2CC87A939}"/>
                  </a:ext>
                </a:extLst>
              </p:cNvPr>
              <p:cNvSpPr/>
              <p:nvPr/>
            </p:nvSpPr>
            <p:spPr>
              <a:xfrm>
                <a:off x="51895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Freeform: Shape 1136">
                <a:extLst>
                  <a:ext uri="{FF2B5EF4-FFF2-40B4-BE49-F238E27FC236}">
                    <a16:creationId xmlns:a16="http://schemas.microsoft.com/office/drawing/2014/main" id="{12798F3E-7EBB-443C-B79A-DDE901F7A261}"/>
                  </a:ext>
                </a:extLst>
              </p:cNvPr>
              <p:cNvSpPr/>
              <p:nvPr/>
            </p:nvSpPr>
            <p:spPr>
              <a:xfrm>
                <a:off x="5189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Freeform: Shape 1137">
                <a:extLst>
                  <a:ext uri="{FF2B5EF4-FFF2-40B4-BE49-F238E27FC236}">
                    <a16:creationId xmlns:a16="http://schemas.microsoft.com/office/drawing/2014/main" id="{2BC12CC8-9D21-4F14-A5D7-945FDA74BA3E}"/>
                  </a:ext>
                </a:extLst>
              </p:cNvPr>
              <p:cNvSpPr/>
              <p:nvPr/>
            </p:nvSpPr>
            <p:spPr>
              <a:xfrm>
                <a:off x="51895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5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Freeform: Shape 1138">
                <a:extLst>
                  <a:ext uri="{FF2B5EF4-FFF2-40B4-BE49-F238E27FC236}">
                    <a16:creationId xmlns:a16="http://schemas.microsoft.com/office/drawing/2014/main" id="{4DA1759D-7AC1-4511-8BA3-9BFDD86E2235}"/>
                  </a:ext>
                </a:extLst>
              </p:cNvPr>
              <p:cNvSpPr/>
              <p:nvPr/>
            </p:nvSpPr>
            <p:spPr>
              <a:xfrm>
                <a:off x="51895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Freeform: Shape 1139">
                <a:extLst>
                  <a:ext uri="{FF2B5EF4-FFF2-40B4-BE49-F238E27FC236}">
                    <a16:creationId xmlns:a16="http://schemas.microsoft.com/office/drawing/2014/main" id="{995382A5-EBDA-4F9F-8BEC-A13AEEFE8380}"/>
                  </a:ext>
                </a:extLst>
              </p:cNvPr>
              <p:cNvSpPr/>
              <p:nvPr/>
            </p:nvSpPr>
            <p:spPr>
              <a:xfrm>
                <a:off x="5265775" y="13427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Freeform: Shape 1140">
                <a:extLst>
                  <a:ext uri="{FF2B5EF4-FFF2-40B4-BE49-F238E27FC236}">
                    <a16:creationId xmlns:a16="http://schemas.microsoft.com/office/drawing/2014/main" id="{C553C8A9-6BA6-4C1E-9755-C6CBA653FEA0}"/>
                  </a:ext>
                </a:extLst>
              </p:cNvPr>
              <p:cNvSpPr/>
              <p:nvPr/>
            </p:nvSpPr>
            <p:spPr>
              <a:xfrm>
                <a:off x="52657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Freeform: Shape 1141">
                <a:extLst>
                  <a:ext uri="{FF2B5EF4-FFF2-40B4-BE49-F238E27FC236}">
                    <a16:creationId xmlns:a16="http://schemas.microsoft.com/office/drawing/2014/main" id="{4138DA37-ED0F-401D-9C3A-B459D1386E28}"/>
                  </a:ext>
                </a:extLst>
              </p:cNvPr>
              <p:cNvSpPr/>
              <p:nvPr/>
            </p:nvSpPr>
            <p:spPr>
              <a:xfrm>
                <a:off x="52657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Freeform: Shape 1142">
                <a:extLst>
                  <a:ext uri="{FF2B5EF4-FFF2-40B4-BE49-F238E27FC236}">
                    <a16:creationId xmlns:a16="http://schemas.microsoft.com/office/drawing/2014/main" id="{66182835-6FAA-4A7C-8216-D7C311BE16C9}"/>
                  </a:ext>
                </a:extLst>
              </p:cNvPr>
              <p:cNvSpPr/>
              <p:nvPr/>
            </p:nvSpPr>
            <p:spPr>
              <a:xfrm>
                <a:off x="5265775" y="157140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51" y="0"/>
                    </a:moveTo>
                    <a:cubicBezTo>
                      <a:pt x="472" y="0"/>
                      <a:pt x="0" y="477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ubicBezTo>
                      <a:pt x="1060" y="1"/>
                      <a:pt x="1055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Freeform: Shape 1143">
                <a:extLst>
                  <a:ext uri="{FF2B5EF4-FFF2-40B4-BE49-F238E27FC236}">
                    <a16:creationId xmlns:a16="http://schemas.microsoft.com/office/drawing/2014/main" id="{21294EF4-00A7-4531-986C-C251434AA4F0}"/>
                  </a:ext>
                </a:extLst>
              </p:cNvPr>
              <p:cNvSpPr/>
              <p:nvPr/>
            </p:nvSpPr>
            <p:spPr>
              <a:xfrm>
                <a:off x="52657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8"/>
                      <a:pt x="1068" y="2138"/>
                    </a:cubicBezTo>
                    <a:cubicBezTo>
                      <a:pt x="1329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Freeform: Shape 1144">
                <a:extLst>
                  <a:ext uri="{FF2B5EF4-FFF2-40B4-BE49-F238E27FC236}">
                    <a16:creationId xmlns:a16="http://schemas.microsoft.com/office/drawing/2014/main" id="{A603E040-5D9B-47E2-A893-E5525CDE4F85}"/>
                  </a:ext>
                </a:extLst>
              </p:cNvPr>
              <p:cNvSpPr/>
              <p:nvPr/>
            </p:nvSpPr>
            <p:spPr>
              <a:xfrm>
                <a:off x="52657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Freeform: Shape 1145">
                <a:extLst>
                  <a:ext uri="{FF2B5EF4-FFF2-40B4-BE49-F238E27FC236}">
                    <a16:creationId xmlns:a16="http://schemas.microsoft.com/office/drawing/2014/main" id="{097F1144-9816-468E-B377-50B30FF3BC1F}"/>
                  </a:ext>
                </a:extLst>
              </p:cNvPr>
              <p:cNvSpPr/>
              <p:nvPr/>
            </p:nvSpPr>
            <p:spPr>
              <a:xfrm>
                <a:off x="52657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Freeform: Shape 1146">
                <a:extLst>
                  <a:ext uri="{FF2B5EF4-FFF2-40B4-BE49-F238E27FC236}">
                    <a16:creationId xmlns:a16="http://schemas.microsoft.com/office/drawing/2014/main" id="{5C511A2A-5997-4D1A-ACF9-4667EC22E6EA}"/>
                  </a:ext>
                </a:extLst>
              </p:cNvPr>
              <p:cNvSpPr/>
              <p:nvPr/>
            </p:nvSpPr>
            <p:spPr>
              <a:xfrm>
                <a:off x="5265775" y="18760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8" name="Freeform: Shape 1147">
                <a:extLst>
                  <a:ext uri="{FF2B5EF4-FFF2-40B4-BE49-F238E27FC236}">
                    <a16:creationId xmlns:a16="http://schemas.microsoft.com/office/drawing/2014/main" id="{283A5EBB-C2CD-47C2-86AF-B71E7B055AAA}"/>
                  </a:ext>
                </a:extLst>
              </p:cNvPr>
              <p:cNvSpPr/>
              <p:nvPr/>
            </p:nvSpPr>
            <p:spPr>
              <a:xfrm>
                <a:off x="52657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74"/>
                    </a:cubicBezTo>
                    <a:cubicBezTo>
                      <a:pt x="0" y="1712"/>
                      <a:pt x="521" y="2138"/>
                      <a:pt x="1067" y="2138"/>
                    </a:cubicBezTo>
                    <a:cubicBezTo>
                      <a:pt x="1328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9" name="Freeform: Shape 1148">
                <a:extLst>
                  <a:ext uri="{FF2B5EF4-FFF2-40B4-BE49-F238E27FC236}">
                    <a16:creationId xmlns:a16="http://schemas.microsoft.com/office/drawing/2014/main" id="{63220933-1406-45AE-AA9C-183277BDC1AF}"/>
                  </a:ext>
                </a:extLst>
              </p:cNvPr>
              <p:cNvSpPr/>
              <p:nvPr/>
            </p:nvSpPr>
            <p:spPr>
              <a:xfrm>
                <a:off x="5265775" y="20282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1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Freeform: Shape 1149">
                <a:extLst>
                  <a:ext uri="{FF2B5EF4-FFF2-40B4-BE49-F238E27FC236}">
                    <a16:creationId xmlns:a16="http://schemas.microsoft.com/office/drawing/2014/main" id="{F4F5CE6F-28C4-4AA0-8E77-C6D33BBA7626}"/>
                  </a:ext>
                </a:extLst>
              </p:cNvPr>
              <p:cNvSpPr/>
              <p:nvPr/>
            </p:nvSpPr>
            <p:spPr>
              <a:xfrm>
                <a:off x="52657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Freeform: Shape 1150">
                <a:extLst>
                  <a:ext uri="{FF2B5EF4-FFF2-40B4-BE49-F238E27FC236}">
                    <a16:creationId xmlns:a16="http://schemas.microsoft.com/office/drawing/2014/main" id="{C474868B-A925-45D9-AE98-A33EF7F4C7FE}"/>
                  </a:ext>
                </a:extLst>
              </p:cNvPr>
              <p:cNvSpPr/>
              <p:nvPr/>
            </p:nvSpPr>
            <p:spPr>
              <a:xfrm>
                <a:off x="52657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Freeform: Shape 1151">
                <a:extLst>
                  <a:ext uri="{FF2B5EF4-FFF2-40B4-BE49-F238E27FC236}">
                    <a16:creationId xmlns:a16="http://schemas.microsoft.com/office/drawing/2014/main" id="{A8E082D9-9112-41A4-BF28-E3DA6E93EBD8}"/>
                  </a:ext>
                </a:extLst>
              </p:cNvPr>
              <p:cNvSpPr/>
              <p:nvPr/>
            </p:nvSpPr>
            <p:spPr>
              <a:xfrm>
                <a:off x="5265775" y="225692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Freeform: Shape 1152">
                <a:extLst>
                  <a:ext uri="{FF2B5EF4-FFF2-40B4-BE49-F238E27FC236}">
                    <a16:creationId xmlns:a16="http://schemas.microsoft.com/office/drawing/2014/main" id="{064A4B32-ABA6-4555-88B1-D5D8C0CBB6E1}"/>
                  </a:ext>
                </a:extLst>
              </p:cNvPr>
              <p:cNvSpPr/>
              <p:nvPr/>
            </p:nvSpPr>
            <p:spPr>
              <a:xfrm>
                <a:off x="5265775" y="23331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Freeform: Shape 1153">
                <a:extLst>
                  <a:ext uri="{FF2B5EF4-FFF2-40B4-BE49-F238E27FC236}">
                    <a16:creationId xmlns:a16="http://schemas.microsoft.com/office/drawing/2014/main" id="{E842F447-FC7C-4028-B18A-3DEF1A8E9027}"/>
                  </a:ext>
                </a:extLst>
              </p:cNvPr>
              <p:cNvSpPr/>
              <p:nvPr/>
            </p:nvSpPr>
            <p:spPr>
              <a:xfrm>
                <a:off x="52657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Freeform: Shape 1154">
                <a:extLst>
                  <a:ext uri="{FF2B5EF4-FFF2-40B4-BE49-F238E27FC236}">
                    <a16:creationId xmlns:a16="http://schemas.microsoft.com/office/drawing/2014/main" id="{31924FFA-3C7D-44F4-AF77-2F82FDB668A9}"/>
                  </a:ext>
                </a:extLst>
              </p:cNvPr>
              <p:cNvSpPr/>
              <p:nvPr/>
            </p:nvSpPr>
            <p:spPr>
              <a:xfrm>
                <a:off x="5265775" y="24855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Freeform: Shape 1155">
                <a:extLst>
                  <a:ext uri="{FF2B5EF4-FFF2-40B4-BE49-F238E27FC236}">
                    <a16:creationId xmlns:a16="http://schemas.microsoft.com/office/drawing/2014/main" id="{41EFFAAD-083B-45B8-B0CE-C575F621FC01}"/>
                  </a:ext>
                </a:extLst>
              </p:cNvPr>
              <p:cNvSpPr/>
              <p:nvPr/>
            </p:nvSpPr>
            <p:spPr>
              <a:xfrm>
                <a:off x="52657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Freeform: Shape 1156">
                <a:extLst>
                  <a:ext uri="{FF2B5EF4-FFF2-40B4-BE49-F238E27FC236}">
                    <a16:creationId xmlns:a16="http://schemas.microsoft.com/office/drawing/2014/main" id="{96AD19C5-9031-48A6-A8B9-C55242F3AF42}"/>
                  </a:ext>
                </a:extLst>
              </p:cNvPr>
              <p:cNvSpPr/>
              <p:nvPr/>
            </p:nvSpPr>
            <p:spPr>
              <a:xfrm>
                <a:off x="526577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Freeform: Shape 1157">
                <a:extLst>
                  <a:ext uri="{FF2B5EF4-FFF2-40B4-BE49-F238E27FC236}">
                    <a16:creationId xmlns:a16="http://schemas.microsoft.com/office/drawing/2014/main" id="{BA1AB78D-9E5E-446D-B8D2-1D77CAC18B00}"/>
                  </a:ext>
                </a:extLst>
              </p:cNvPr>
              <p:cNvSpPr/>
              <p:nvPr/>
            </p:nvSpPr>
            <p:spPr>
              <a:xfrm>
                <a:off x="53419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Freeform: Shape 1158">
                <a:extLst>
                  <a:ext uri="{FF2B5EF4-FFF2-40B4-BE49-F238E27FC236}">
                    <a16:creationId xmlns:a16="http://schemas.microsoft.com/office/drawing/2014/main" id="{BBF2CBBF-C68F-42B8-8CF5-5BD4D779D790}"/>
                  </a:ext>
                </a:extLst>
              </p:cNvPr>
              <p:cNvSpPr/>
              <p:nvPr/>
            </p:nvSpPr>
            <p:spPr>
              <a:xfrm>
                <a:off x="53419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Freeform: Shape 1159">
                <a:extLst>
                  <a:ext uri="{FF2B5EF4-FFF2-40B4-BE49-F238E27FC236}">
                    <a16:creationId xmlns:a16="http://schemas.microsoft.com/office/drawing/2014/main" id="{9A87592B-2CC1-4A01-8882-1FF54F0974B5}"/>
                  </a:ext>
                </a:extLst>
              </p:cNvPr>
              <p:cNvSpPr/>
              <p:nvPr/>
            </p:nvSpPr>
            <p:spPr>
              <a:xfrm>
                <a:off x="53419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Freeform: Shape 1160">
                <a:extLst>
                  <a:ext uri="{FF2B5EF4-FFF2-40B4-BE49-F238E27FC236}">
                    <a16:creationId xmlns:a16="http://schemas.microsoft.com/office/drawing/2014/main" id="{F4C5FEF3-862E-4C12-8FCE-A3B9D707A663}"/>
                  </a:ext>
                </a:extLst>
              </p:cNvPr>
              <p:cNvSpPr/>
              <p:nvPr/>
            </p:nvSpPr>
            <p:spPr>
              <a:xfrm>
                <a:off x="5341975" y="1571400"/>
                <a:ext cx="623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0" extrusionOk="0">
                    <a:moveTo>
                      <a:pt x="1084" y="1"/>
                    </a:moveTo>
                    <a:cubicBezTo>
                      <a:pt x="1080" y="1"/>
                      <a:pt x="1077" y="1"/>
                      <a:pt x="1074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4" y="1149"/>
                      <a:pt x="2020" y="1"/>
                      <a:pt x="108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2" name="Freeform: Shape 1161">
                <a:extLst>
                  <a:ext uri="{FF2B5EF4-FFF2-40B4-BE49-F238E27FC236}">
                    <a16:creationId xmlns:a16="http://schemas.microsoft.com/office/drawing/2014/main" id="{C80B7BB3-20FD-45FF-9D4B-7E73543DE0B4}"/>
                  </a:ext>
                </a:extLst>
              </p:cNvPr>
              <p:cNvSpPr/>
              <p:nvPr/>
            </p:nvSpPr>
            <p:spPr>
              <a:xfrm>
                <a:off x="53419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3" name="Freeform: Shape 1162">
                <a:extLst>
                  <a:ext uri="{FF2B5EF4-FFF2-40B4-BE49-F238E27FC236}">
                    <a16:creationId xmlns:a16="http://schemas.microsoft.com/office/drawing/2014/main" id="{4CD7DD64-2CB9-45B1-950C-55BC8EC789D7}"/>
                  </a:ext>
                </a:extLst>
              </p:cNvPr>
              <p:cNvSpPr/>
              <p:nvPr/>
            </p:nvSpPr>
            <p:spPr>
              <a:xfrm>
                <a:off x="53419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4" name="Freeform: Shape 1163">
                <a:extLst>
                  <a:ext uri="{FF2B5EF4-FFF2-40B4-BE49-F238E27FC236}">
                    <a16:creationId xmlns:a16="http://schemas.microsoft.com/office/drawing/2014/main" id="{EB30F83C-4D0D-493A-934C-E6F52FACC692}"/>
                  </a:ext>
                </a:extLst>
              </p:cNvPr>
              <p:cNvSpPr/>
              <p:nvPr/>
            </p:nvSpPr>
            <p:spPr>
              <a:xfrm>
                <a:off x="53419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Freeform: Shape 1164">
                <a:extLst>
                  <a:ext uri="{FF2B5EF4-FFF2-40B4-BE49-F238E27FC236}">
                    <a16:creationId xmlns:a16="http://schemas.microsoft.com/office/drawing/2014/main" id="{2923D5AD-E9F0-4BA8-BF39-3ECECFF7C532}"/>
                  </a:ext>
                </a:extLst>
              </p:cNvPr>
              <p:cNvSpPr/>
              <p:nvPr/>
            </p:nvSpPr>
            <p:spPr>
              <a:xfrm>
                <a:off x="53419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Freeform: Shape 1165">
                <a:extLst>
                  <a:ext uri="{FF2B5EF4-FFF2-40B4-BE49-F238E27FC236}">
                    <a16:creationId xmlns:a16="http://schemas.microsoft.com/office/drawing/2014/main" id="{34D6FA0E-4CCA-4847-A10D-2F60841B99A5}"/>
                  </a:ext>
                </a:extLst>
              </p:cNvPr>
              <p:cNvSpPr/>
              <p:nvPr/>
            </p:nvSpPr>
            <p:spPr>
              <a:xfrm>
                <a:off x="53419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Freeform: Shape 1166">
                <a:extLst>
                  <a:ext uri="{FF2B5EF4-FFF2-40B4-BE49-F238E27FC236}">
                    <a16:creationId xmlns:a16="http://schemas.microsoft.com/office/drawing/2014/main" id="{03D69F65-66D7-4993-9533-D37FD7B93F98}"/>
                  </a:ext>
                </a:extLst>
              </p:cNvPr>
              <p:cNvSpPr/>
              <p:nvPr/>
            </p:nvSpPr>
            <p:spPr>
              <a:xfrm>
                <a:off x="53419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Freeform: Shape 1167">
                <a:extLst>
                  <a:ext uri="{FF2B5EF4-FFF2-40B4-BE49-F238E27FC236}">
                    <a16:creationId xmlns:a16="http://schemas.microsoft.com/office/drawing/2014/main" id="{A8A9AEE5-13FE-4AAD-B281-3BC313062581}"/>
                  </a:ext>
                </a:extLst>
              </p:cNvPr>
              <p:cNvSpPr/>
              <p:nvPr/>
            </p:nvSpPr>
            <p:spPr>
              <a:xfrm>
                <a:off x="53419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9" name="Freeform: Shape 1168">
                <a:extLst>
                  <a:ext uri="{FF2B5EF4-FFF2-40B4-BE49-F238E27FC236}">
                    <a16:creationId xmlns:a16="http://schemas.microsoft.com/office/drawing/2014/main" id="{0FA8E619-359E-49A1-A793-45FF2B7855FB}"/>
                  </a:ext>
                </a:extLst>
              </p:cNvPr>
              <p:cNvSpPr/>
              <p:nvPr/>
            </p:nvSpPr>
            <p:spPr>
              <a:xfrm>
                <a:off x="53419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0" name="Freeform: Shape 1169">
                <a:extLst>
                  <a:ext uri="{FF2B5EF4-FFF2-40B4-BE49-F238E27FC236}">
                    <a16:creationId xmlns:a16="http://schemas.microsoft.com/office/drawing/2014/main" id="{7091AF3D-17C8-4017-93AA-BEFFE3AF9402}"/>
                  </a:ext>
                </a:extLst>
              </p:cNvPr>
              <p:cNvSpPr/>
              <p:nvPr/>
            </p:nvSpPr>
            <p:spPr>
              <a:xfrm>
                <a:off x="53419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Freeform: Shape 1170">
                <a:extLst>
                  <a:ext uri="{FF2B5EF4-FFF2-40B4-BE49-F238E27FC236}">
                    <a16:creationId xmlns:a16="http://schemas.microsoft.com/office/drawing/2014/main" id="{77EB80B2-D95D-44E0-806D-2789633A425E}"/>
                  </a:ext>
                </a:extLst>
              </p:cNvPr>
              <p:cNvSpPr/>
              <p:nvPr/>
            </p:nvSpPr>
            <p:spPr>
              <a:xfrm>
                <a:off x="53419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Freeform: Shape 1171">
                <a:extLst>
                  <a:ext uri="{FF2B5EF4-FFF2-40B4-BE49-F238E27FC236}">
                    <a16:creationId xmlns:a16="http://schemas.microsoft.com/office/drawing/2014/main" id="{13D344F3-93D7-43F0-9018-A520B81C3D09}"/>
                  </a:ext>
                </a:extLst>
              </p:cNvPr>
              <p:cNvSpPr/>
              <p:nvPr/>
            </p:nvSpPr>
            <p:spPr>
              <a:xfrm>
                <a:off x="53419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Freeform: Shape 1172">
                <a:extLst>
                  <a:ext uri="{FF2B5EF4-FFF2-40B4-BE49-F238E27FC236}">
                    <a16:creationId xmlns:a16="http://schemas.microsoft.com/office/drawing/2014/main" id="{40D92E8F-A25D-4C48-8BA2-EC1CF8FDD524}"/>
                  </a:ext>
                </a:extLst>
              </p:cNvPr>
              <p:cNvSpPr/>
              <p:nvPr/>
            </p:nvSpPr>
            <p:spPr>
              <a:xfrm>
                <a:off x="53419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Freeform: Shape 1173">
                <a:extLst>
                  <a:ext uri="{FF2B5EF4-FFF2-40B4-BE49-F238E27FC236}">
                    <a16:creationId xmlns:a16="http://schemas.microsoft.com/office/drawing/2014/main" id="{6394112D-5795-4EB7-9A06-57E771104CF4}"/>
                  </a:ext>
                </a:extLst>
              </p:cNvPr>
              <p:cNvSpPr/>
              <p:nvPr/>
            </p:nvSpPr>
            <p:spPr>
              <a:xfrm>
                <a:off x="53419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5" name="Freeform: Shape 1174">
                <a:extLst>
                  <a:ext uri="{FF2B5EF4-FFF2-40B4-BE49-F238E27FC236}">
                    <a16:creationId xmlns:a16="http://schemas.microsoft.com/office/drawing/2014/main" id="{0BC6C2E9-28D0-451D-9F7B-44BDE14152D9}"/>
                  </a:ext>
                </a:extLst>
              </p:cNvPr>
              <p:cNvSpPr/>
              <p:nvPr/>
            </p:nvSpPr>
            <p:spPr>
              <a:xfrm>
                <a:off x="54182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6" name="Freeform: Shape 1175">
                <a:extLst>
                  <a:ext uri="{FF2B5EF4-FFF2-40B4-BE49-F238E27FC236}">
                    <a16:creationId xmlns:a16="http://schemas.microsoft.com/office/drawing/2014/main" id="{ADEDB13B-E3D0-4E1B-8A44-9AACEEAEFB57}"/>
                  </a:ext>
                </a:extLst>
              </p:cNvPr>
              <p:cNvSpPr/>
              <p:nvPr/>
            </p:nvSpPr>
            <p:spPr>
              <a:xfrm>
                <a:off x="54182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7" name="Freeform: Shape 1176">
                <a:extLst>
                  <a:ext uri="{FF2B5EF4-FFF2-40B4-BE49-F238E27FC236}">
                    <a16:creationId xmlns:a16="http://schemas.microsoft.com/office/drawing/2014/main" id="{10C372E7-D36F-4673-9558-A0DAEA3E33A1}"/>
                  </a:ext>
                </a:extLst>
              </p:cNvPr>
              <p:cNvSpPr/>
              <p:nvPr/>
            </p:nvSpPr>
            <p:spPr>
              <a:xfrm>
                <a:off x="54182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8" name="Freeform: Shape 1177">
                <a:extLst>
                  <a:ext uri="{FF2B5EF4-FFF2-40B4-BE49-F238E27FC236}">
                    <a16:creationId xmlns:a16="http://schemas.microsoft.com/office/drawing/2014/main" id="{6950FE27-5F6C-4FDD-B4DE-87A0E2D76B45}"/>
                  </a:ext>
                </a:extLst>
              </p:cNvPr>
              <p:cNvSpPr/>
              <p:nvPr/>
            </p:nvSpPr>
            <p:spPr>
              <a:xfrm>
                <a:off x="54182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9" name="Freeform: Shape 1178">
                <a:extLst>
                  <a:ext uri="{FF2B5EF4-FFF2-40B4-BE49-F238E27FC236}">
                    <a16:creationId xmlns:a16="http://schemas.microsoft.com/office/drawing/2014/main" id="{5980D01E-A63B-44EA-ADD8-C4B630FC219F}"/>
                  </a:ext>
                </a:extLst>
              </p:cNvPr>
              <p:cNvSpPr/>
              <p:nvPr/>
            </p:nvSpPr>
            <p:spPr>
              <a:xfrm>
                <a:off x="54182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0" name="Freeform: Shape 1179">
                <a:extLst>
                  <a:ext uri="{FF2B5EF4-FFF2-40B4-BE49-F238E27FC236}">
                    <a16:creationId xmlns:a16="http://schemas.microsoft.com/office/drawing/2014/main" id="{575A5CA5-004C-47C2-BE79-DAD8DDC45EA6}"/>
                  </a:ext>
                </a:extLst>
              </p:cNvPr>
              <p:cNvSpPr/>
              <p:nvPr/>
            </p:nvSpPr>
            <p:spPr>
              <a:xfrm>
                <a:off x="54182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1" name="Freeform: Shape 1180">
                <a:extLst>
                  <a:ext uri="{FF2B5EF4-FFF2-40B4-BE49-F238E27FC236}">
                    <a16:creationId xmlns:a16="http://schemas.microsoft.com/office/drawing/2014/main" id="{667AC759-8D08-4862-811D-CF93D2A9B464}"/>
                  </a:ext>
                </a:extLst>
              </p:cNvPr>
              <p:cNvSpPr/>
              <p:nvPr/>
            </p:nvSpPr>
            <p:spPr>
              <a:xfrm>
                <a:off x="54182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2" name="Freeform: Shape 1181">
                <a:extLst>
                  <a:ext uri="{FF2B5EF4-FFF2-40B4-BE49-F238E27FC236}">
                    <a16:creationId xmlns:a16="http://schemas.microsoft.com/office/drawing/2014/main" id="{7A9A8B65-E621-4537-9CB8-329BBA15C611}"/>
                  </a:ext>
                </a:extLst>
              </p:cNvPr>
              <p:cNvSpPr/>
              <p:nvPr/>
            </p:nvSpPr>
            <p:spPr>
              <a:xfrm>
                <a:off x="54182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3" name="Freeform: Shape 1182">
                <a:extLst>
                  <a:ext uri="{FF2B5EF4-FFF2-40B4-BE49-F238E27FC236}">
                    <a16:creationId xmlns:a16="http://schemas.microsoft.com/office/drawing/2014/main" id="{52F7AA28-A479-42B3-B1F2-D589BA9E3E32}"/>
                  </a:ext>
                </a:extLst>
              </p:cNvPr>
              <p:cNvSpPr/>
              <p:nvPr/>
            </p:nvSpPr>
            <p:spPr>
              <a:xfrm>
                <a:off x="54182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4" name="Freeform: Shape 1183">
                <a:extLst>
                  <a:ext uri="{FF2B5EF4-FFF2-40B4-BE49-F238E27FC236}">
                    <a16:creationId xmlns:a16="http://schemas.microsoft.com/office/drawing/2014/main" id="{A339700B-D166-40A6-BCD1-FD9E9B4F3A0E}"/>
                  </a:ext>
                </a:extLst>
              </p:cNvPr>
              <p:cNvSpPr/>
              <p:nvPr/>
            </p:nvSpPr>
            <p:spPr>
              <a:xfrm>
                <a:off x="54182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5" name="Freeform: Shape 1184">
                <a:extLst>
                  <a:ext uri="{FF2B5EF4-FFF2-40B4-BE49-F238E27FC236}">
                    <a16:creationId xmlns:a16="http://schemas.microsoft.com/office/drawing/2014/main" id="{D38A71C1-8F2F-4277-8E7E-DB3E92206C93}"/>
                  </a:ext>
                </a:extLst>
              </p:cNvPr>
              <p:cNvSpPr/>
              <p:nvPr/>
            </p:nvSpPr>
            <p:spPr>
              <a:xfrm>
                <a:off x="54182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6" name="Freeform: Shape 1185">
                <a:extLst>
                  <a:ext uri="{FF2B5EF4-FFF2-40B4-BE49-F238E27FC236}">
                    <a16:creationId xmlns:a16="http://schemas.microsoft.com/office/drawing/2014/main" id="{EEF61D29-027A-42CF-9A23-6F069A07D850}"/>
                  </a:ext>
                </a:extLst>
              </p:cNvPr>
              <p:cNvSpPr/>
              <p:nvPr/>
            </p:nvSpPr>
            <p:spPr>
              <a:xfrm>
                <a:off x="54182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7" name="Freeform: Shape 1186">
                <a:extLst>
                  <a:ext uri="{FF2B5EF4-FFF2-40B4-BE49-F238E27FC236}">
                    <a16:creationId xmlns:a16="http://schemas.microsoft.com/office/drawing/2014/main" id="{D078FE96-5CAC-4996-B133-74807F559D70}"/>
                  </a:ext>
                </a:extLst>
              </p:cNvPr>
              <p:cNvSpPr/>
              <p:nvPr/>
            </p:nvSpPr>
            <p:spPr>
              <a:xfrm>
                <a:off x="54182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8" name="Freeform: Shape 1187">
                <a:extLst>
                  <a:ext uri="{FF2B5EF4-FFF2-40B4-BE49-F238E27FC236}">
                    <a16:creationId xmlns:a16="http://schemas.microsoft.com/office/drawing/2014/main" id="{FBCCDE25-8139-49CF-8A93-9879F97D91BE}"/>
                  </a:ext>
                </a:extLst>
              </p:cNvPr>
              <p:cNvSpPr/>
              <p:nvPr/>
            </p:nvSpPr>
            <p:spPr>
              <a:xfrm>
                <a:off x="54182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9" name="Freeform: Shape 1188">
                <a:extLst>
                  <a:ext uri="{FF2B5EF4-FFF2-40B4-BE49-F238E27FC236}">
                    <a16:creationId xmlns:a16="http://schemas.microsoft.com/office/drawing/2014/main" id="{530D4E5D-5F1B-49C8-8560-B2323A3DA837}"/>
                  </a:ext>
                </a:extLst>
              </p:cNvPr>
              <p:cNvSpPr/>
              <p:nvPr/>
            </p:nvSpPr>
            <p:spPr>
              <a:xfrm>
                <a:off x="54182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0" name="Freeform: Shape 1189">
                <a:extLst>
                  <a:ext uri="{FF2B5EF4-FFF2-40B4-BE49-F238E27FC236}">
                    <a16:creationId xmlns:a16="http://schemas.microsoft.com/office/drawing/2014/main" id="{C8785003-2C83-4987-AF99-9B447E758B53}"/>
                  </a:ext>
                </a:extLst>
              </p:cNvPr>
              <p:cNvSpPr/>
              <p:nvPr/>
            </p:nvSpPr>
            <p:spPr>
              <a:xfrm>
                <a:off x="54182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1" name="Freeform: Shape 1190">
                <a:extLst>
                  <a:ext uri="{FF2B5EF4-FFF2-40B4-BE49-F238E27FC236}">
                    <a16:creationId xmlns:a16="http://schemas.microsoft.com/office/drawing/2014/main" id="{FAB79F2B-48DA-416D-A28B-088FB38D465E}"/>
                  </a:ext>
                </a:extLst>
              </p:cNvPr>
              <p:cNvSpPr/>
              <p:nvPr/>
            </p:nvSpPr>
            <p:spPr>
              <a:xfrm>
                <a:off x="54182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2" name="Freeform: Shape 1191">
                <a:extLst>
                  <a:ext uri="{FF2B5EF4-FFF2-40B4-BE49-F238E27FC236}">
                    <a16:creationId xmlns:a16="http://schemas.microsoft.com/office/drawing/2014/main" id="{8930BE75-9AFD-4CF8-AD13-765D55B3C01E}"/>
                  </a:ext>
                </a:extLst>
              </p:cNvPr>
              <p:cNvSpPr/>
              <p:nvPr/>
            </p:nvSpPr>
            <p:spPr>
              <a:xfrm>
                <a:off x="54182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3" name="Freeform: Shape 1192">
                <a:extLst>
                  <a:ext uri="{FF2B5EF4-FFF2-40B4-BE49-F238E27FC236}">
                    <a16:creationId xmlns:a16="http://schemas.microsoft.com/office/drawing/2014/main" id="{22D292EB-0BDB-4040-B01C-EF08E6AA961E}"/>
                  </a:ext>
                </a:extLst>
              </p:cNvPr>
              <p:cNvSpPr/>
              <p:nvPr/>
            </p:nvSpPr>
            <p:spPr>
              <a:xfrm>
                <a:off x="54944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4" name="Freeform: Shape 1193">
                <a:extLst>
                  <a:ext uri="{FF2B5EF4-FFF2-40B4-BE49-F238E27FC236}">
                    <a16:creationId xmlns:a16="http://schemas.microsoft.com/office/drawing/2014/main" id="{565DAB91-4044-4950-A23C-8CC802D46448}"/>
                  </a:ext>
                </a:extLst>
              </p:cNvPr>
              <p:cNvSpPr/>
              <p:nvPr/>
            </p:nvSpPr>
            <p:spPr>
              <a:xfrm>
                <a:off x="54944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5" name="Freeform: Shape 1194">
                <a:extLst>
                  <a:ext uri="{FF2B5EF4-FFF2-40B4-BE49-F238E27FC236}">
                    <a16:creationId xmlns:a16="http://schemas.microsoft.com/office/drawing/2014/main" id="{0E93EF36-1EFE-463D-83F0-73CA1CA01DF2}"/>
                  </a:ext>
                </a:extLst>
              </p:cNvPr>
              <p:cNvSpPr/>
              <p:nvPr/>
            </p:nvSpPr>
            <p:spPr>
              <a:xfrm>
                <a:off x="54944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6" name="Freeform: Shape 1195">
                <a:extLst>
                  <a:ext uri="{FF2B5EF4-FFF2-40B4-BE49-F238E27FC236}">
                    <a16:creationId xmlns:a16="http://schemas.microsoft.com/office/drawing/2014/main" id="{33C0C25E-8262-4863-8FEE-C89E73958609}"/>
                  </a:ext>
                </a:extLst>
              </p:cNvPr>
              <p:cNvSpPr/>
              <p:nvPr/>
            </p:nvSpPr>
            <p:spPr>
              <a:xfrm>
                <a:off x="54944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7" name="Freeform: Shape 1196">
                <a:extLst>
                  <a:ext uri="{FF2B5EF4-FFF2-40B4-BE49-F238E27FC236}">
                    <a16:creationId xmlns:a16="http://schemas.microsoft.com/office/drawing/2014/main" id="{890DD1BD-5DFB-475E-B0B4-0473AC388CE1}"/>
                  </a:ext>
                </a:extLst>
              </p:cNvPr>
              <p:cNvSpPr/>
              <p:nvPr/>
            </p:nvSpPr>
            <p:spPr>
              <a:xfrm>
                <a:off x="54944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8" name="Freeform: Shape 1197">
                <a:extLst>
                  <a:ext uri="{FF2B5EF4-FFF2-40B4-BE49-F238E27FC236}">
                    <a16:creationId xmlns:a16="http://schemas.microsoft.com/office/drawing/2014/main" id="{FE19C564-A49C-4FC6-81B4-C75B5B6D48BE}"/>
                  </a:ext>
                </a:extLst>
              </p:cNvPr>
              <p:cNvSpPr/>
              <p:nvPr/>
            </p:nvSpPr>
            <p:spPr>
              <a:xfrm>
                <a:off x="63323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9" name="Freeform: Shape 1198">
                <a:extLst>
                  <a:ext uri="{FF2B5EF4-FFF2-40B4-BE49-F238E27FC236}">
                    <a16:creationId xmlns:a16="http://schemas.microsoft.com/office/drawing/2014/main" id="{686DE96E-4E6B-45B4-831A-2174A10D9E9E}"/>
                  </a:ext>
                </a:extLst>
              </p:cNvPr>
              <p:cNvSpPr/>
              <p:nvPr/>
            </p:nvSpPr>
            <p:spPr>
              <a:xfrm>
                <a:off x="63323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0" name="Freeform: Shape 1199">
                <a:extLst>
                  <a:ext uri="{FF2B5EF4-FFF2-40B4-BE49-F238E27FC236}">
                    <a16:creationId xmlns:a16="http://schemas.microsoft.com/office/drawing/2014/main" id="{3C9EA377-8EA9-4F29-858C-4E9CD59245BC}"/>
                  </a:ext>
                </a:extLst>
              </p:cNvPr>
              <p:cNvSpPr/>
              <p:nvPr/>
            </p:nvSpPr>
            <p:spPr>
              <a:xfrm>
                <a:off x="64083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1" name="Freeform: Shape 1200">
                <a:extLst>
                  <a:ext uri="{FF2B5EF4-FFF2-40B4-BE49-F238E27FC236}">
                    <a16:creationId xmlns:a16="http://schemas.microsoft.com/office/drawing/2014/main" id="{17BAC7A0-BB12-4F91-BD33-715067F7C0B4}"/>
                  </a:ext>
                </a:extLst>
              </p:cNvPr>
              <p:cNvSpPr/>
              <p:nvPr/>
            </p:nvSpPr>
            <p:spPr>
              <a:xfrm>
                <a:off x="64083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2" name="Freeform: Shape 1201">
                <a:extLst>
                  <a:ext uri="{FF2B5EF4-FFF2-40B4-BE49-F238E27FC236}">
                    <a16:creationId xmlns:a16="http://schemas.microsoft.com/office/drawing/2014/main" id="{8A297810-967A-4B4E-9CFE-3A6C95C8B3B9}"/>
                  </a:ext>
                </a:extLst>
              </p:cNvPr>
              <p:cNvSpPr/>
              <p:nvPr/>
            </p:nvSpPr>
            <p:spPr>
              <a:xfrm>
                <a:off x="64845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3" name="Freeform: Shape 1202">
                <a:extLst>
                  <a:ext uri="{FF2B5EF4-FFF2-40B4-BE49-F238E27FC236}">
                    <a16:creationId xmlns:a16="http://schemas.microsoft.com/office/drawing/2014/main" id="{72177B95-4089-42CD-A8B4-52093C97BF2D}"/>
                  </a:ext>
                </a:extLst>
              </p:cNvPr>
              <p:cNvSpPr/>
              <p:nvPr/>
            </p:nvSpPr>
            <p:spPr>
              <a:xfrm>
                <a:off x="64845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4" name="Freeform: Shape 1203">
                <a:extLst>
                  <a:ext uri="{FF2B5EF4-FFF2-40B4-BE49-F238E27FC236}">
                    <a16:creationId xmlns:a16="http://schemas.microsoft.com/office/drawing/2014/main" id="{4F479C7C-67DD-4D4B-8C45-9BBECC24A848}"/>
                  </a:ext>
                </a:extLst>
              </p:cNvPr>
              <p:cNvSpPr/>
              <p:nvPr/>
            </p:nvSpPr>
            <p:spPr>
              <a:xfrm>
                <a:off x="64845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5" name="Freeform: Shape 1204">
                <a:extLst>
                  <a:ext uri="{FF2B5EF4-FFF2-40B4-BE49-F238E27FC236}">
                    <a16:creationId xmlns:a16="http://schemas.microsoft.com/office/drawing/2014/main" id="{7253E19D-7888-4386-894C-B7576569D4C0}"/>
                  </a:ext>
                </a:extLst>
              </p:cNvPr>
              <p:cNvSpPr/>
              <p:nvPr/>
            </p:nvSpPr>
            <p:spPr>
              <a:xfrm>
                <a:off x="65608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6" name="Freeform: Shape 1205">
                <a:extLst>
                  <a:ext uri="{FF2B5EF4-FFF2-40B4-BE49-F238E27FC236}">
                    <a16:creationId xmlns:a16="http://schemas.microsoft.com/office/drawing/2014/main" id="{4FAECAA1-75B5-4F27-A13E-0893E94CAE68}"/>
                  </a:ext>
                </a:extLst>
              </p:cNvPr>
              <p:cNvSpPr/>
              <p:nvPr/>
            </p:nvSpPr>
            <p:spPr>
              <a:xfrm>
                <a:off x="65608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7" name="Freeform: Shape 1206">
                <a:extLst>
                  <a:ext uri="{FF2B5EF4-FFF2-40B4-BE49-F238E27FC236}">
                    <a16:creationId xmlns:a16="http://schemas.microsoft.com/office/drawing/2014/main" id="{73FBEDA4-974A-4FD4-83E4-BCFEE0242740}"/>
                  </a:ext>
                </a:extLst>
              </p:cNvPr>
              <p:cNvSpPr/>
              <p:nvPr/>
            </p:nvSpPr>
            <p:spPr>
              <a:xfrm>
                <a:off x="6637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8" name="Freeform: Shape 1207">
                <a:extLst>
                  <a:ext uri="{FF2B5EF4-FFF2-40B4-BE49-F238E27FC236}">
                    <a16:creationId xmlns:a16="http://schemas.microsoft.com/office/drawing/2014/main" id="{F565F99A-6CDD-46F2-8059-DA162211A585}"/>
                  </a:ext>
                </a:extLst>
              </p:cNvPr>
              <p:cNvSpPr/>
              <p:nvPr/>
            </p:nvSpPr>
            <p:spPr>
              <a:xfrm>
                <a:off x="70940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9" name="Freeform: Shape 1208">
                <a:extLst>
                  <a:ext uri="{FF2B5EF4-FFF2-40B4-BE49-F238E27FC236}">
                    <a16:creationId xmlns:a16="http://schemas.microsoft.com/office/drawing/2014/main" id="{3BA79A1F-A402-4024-BAAA-FA32FDEFE774}"/>
                  </a:ext>
                </a:extLst>
              </p:cNvPr>
              <p:cNvSpPr/>
              <p:nvPr/>
            </p:nvSpPr>
            <p:spPr>
              <a:xfrm>
                <a:off x="67132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0" name="Freeform: Shape 1209">
                <a:extLst>
                  <a:ext uri="{FF2B5EF4-FFF2-40B4-BE49-F238E27FC236}">
                    <a16:creationId xmlns:a16="http://schemas.microsoft.com/office/drawing/2014/main" id="{E31FD2CB-1592-493E-A4EB-6F2BE6D9897A}"/>
                  </a:ext>
                </a:extLst>
              </p:cNvPr>
              <p:cNvSpPr/>
              <p:nvPr/>
            </p:nvSpPr>
            <p:spPr>
              <a:xfrm>
                <a:off x="678922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1" name="Freeform: Shape 1210">
                <a:extLst>
                  <a:ext uri="{FF2B5EF4-FFF2-40B4-BE49-F238E27FC236}">
                    <a16:creationId xmlns:a16="http://schemas.microsoft.com/office/drawing/2014/main" id="{E4928C08-2E5B-445F-949D-AB1454EBBC7F}"/>
                  </a:ext>
                </a:extLst>
              </p:cNvPr>
              <p:cNvSpPr/>
              <p:nvPr/>
            </p:nvSpPr>
            <p:spPr>
              <a:xfrm>
                <a:off x="68656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2" name="Freeform: Shape 1211">
                <a:extLst>
                  <a:ext uri="{FF2B5EF4-FFF2-40B4-BE49-F238E27FC236}">
                    <a16:creationId xmlns:a16="http://schemas.microsoft.com/office/drawing/2014/main" id="{3DE427D2-9DBB-4170-8A94-FFF632E2C265}"/>
                  </a:ext>
                </a:extLst>
              </p:cNvPr>
              <p:cNvSpPr/>
              <p:nvPr/>
            </p:nvSpPr>
            <p:spPr>
              <a:xfrm>
                <a:off x="701787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3" name="Freeform: Shape 1212">
                <a:extLst>
                  <a:ext uri="{FF2B5EF4-FFF2-40B4-BE49-F238E27FC236}">
                    <a16:creationId xmlns:a16="http://schemas.microsoft.com/office/drawing/2014/main" id="{F1D790C4-CEE1-412C-8D77-418B5DFE35EC}"/>
                  </a:ext>
                </a:extLst>
              </p:cNvPr>
              <p:cNvSpPr/>
              <p:nvPr/>
            </p:nvSpPr>
            <p:spPr>
              <a:xfrm>
                <a:off x="69418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4" name="Freeform: Shape 1213">
                <a:extLst>
                  <a:ext uri="{FF2B5EF4-FFF2-40B4-BE49-F238E27FC236}">
                    <a16:creationId xmlns:a16="http://schemas.microsoft.com/office/drawing/2014/main" id="{7EF746DF-66EC-4DF1-A4D8-E3D4F45B0020}"/>
                  </a:ext>
                </a:extLst>
              </p:cNvPr>
              <p:cNvSpPr/>
              <p:nvPr/>
            </p:nvSpPr>
            <p:spPr>
              <a:xfrm>
                <a:off x="68656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5" name="Freeform: Shape 1214">
                <a:extLst>
                  <a:ext uri="{FF2B5EF4-FFF2-40B4-BE49-F238E27FC236}">
                    <a16:creationId xmlns:a16="http://schemas.microsoft.com/office/drawing/2014/main" id="{E7966B02-BCEF-4D4D-82E9-03036981CB3E}"/>
                  </a:ext>
                </a:extLst>
              </p:cNvPr>
              <p:cNvSpPr/>
              <p:nvPr/>
            </p:nvSpPr>
            <p:spPr>
              <a:xfrm>
                <a:off x="67892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6" name="Freeform: Shape 1215">
                <a:extLst>
                  <a:ext uri="{FF2B5EF4-FFF2-40B4-BE49-F238E27FC236}">
                    <a16:creationId xmlns:a16="http://schemas.microsoft.com/office/drawing/2014/main" id="{0140F85D-C620-4A1B-8C80-C2D692ADE8C6}"/>
                  </a:ext>
                </a:extLst>
              </p:cNvPr>
              <p:cNvSpPr/>
              <p:nvPr/>
            </p:nvSpPr>
            <p:spPr>
              <a:xfrm>
                <a:off x="67132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7" name="Freeform: Shape 1216">
                <a:extLst>
                  <a:ext uri="{FF2B5EF4-FFF2-40B4-BE49-F238E27FC236}">
                    <a16:creationId xmlns:a16="http://schemas.microsoft.com/office/drawing/2014/main" id="{D027E845-80FF-4758-B9C4-D84F382F52A9}"/>
                  </a:ext>
                </a:extLst>
              </p:cNvPr>
              <p:cNvSpPr/>
              <p:nvPr/>
            </p:nvSpPr>
            <p:spPr>
              <a:xfrm>
                <a:off x="66370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8" name="Freeform: Shape 1217">
                <a:extLst>
                  <a:ext uri="{FF2B5EF4-FFF2-40B4-BE49-F238E27FC236}">
                    <a16:creationId xmlns:a16="http://schemas.microsoft.com/office/drawing/2014/main" id="{8AB84DE6-37F5-455F-8F9A-297FB91488E5}"/>
                  </a:ext>
                </a:extLst>
              </p:cNvPr>
              <p:cNvSpPr/>
              <p:nvPr/>
            </p:nvSpPr>
            <p:spPr>
              <a:xfrm>
                <a:off x="66370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9" name="Freeform: Shape 1218">
                <a:extLst>
                  <a:ext uri="{FF2B5EF4-FFF2-40B4-BE49-F238E27FC236}">
                    <a16:creationId xmlns:a16="http://schemas.microsoft.com/office/drawing/2014/main" id="{6B31B1F0-19CE-4ED9-A5BC-0D045B26A841}"/>
                  </a:ext>
                </a:extLst>
              </p:cNvPr>
              <p:cNvSpPr/>
              <p:nvPr/>
            </p:nvSpPr>
            <p:spPr>
              <a:xfrm>
                <a:off x="65608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0" name="Freeform: Shape 1219">
                <a:extLst>
                  <a:ext uri="{FF2B5EF4-FFF2-40B4-BE49-F238E27FC236}">
                    <a16:creationId xmlns:a16="http://schemas.microsoft.com/office/drawing/2014/main" id="{946565CB-3652-4BAE-8771-B70C5C119B5E}"/>
                  </a:ext>
                </a:extLst>
              </p:cNvPr>
              <p:cNvSpPr/>
              <p:nvPr/>
            </p:nvSpPr>
            <p:spPr>
              <a:xfrm>
                <a:off x="64845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1" name="Freeform: Shape 1220">
                <a:extLst>
                  <a:ext uri="{FF2B5EF4-FFF2-40B4-BE49-F238E27FC236}">
                    <a16:creationId xmlns:a16="http://schemas.microsoft.com/office/drawing/2014/main" id="{69189F67-0B41-4108-9EFD-8E59D016C718}"/>
                  </a:ext>
                </a:extLst>
              </p:cNvPr>
              <p:cNvSpPr/>
              <p:nvPr/>
            </p:nvSpPr>
            <p:spPr>
              <a:xfrm>
                <a:off x="64083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2" name="Freeform: Shape 1221">
                <a:extLst>
                  <a:ext uri="{FF2B5EF4-FFF2-40B4-BE49-F238E27FC236}">
                    <a16:creationId xmlns:a16="http://schemas.microsoft.com/office/drawing/2014/main" id="{518C7982-9188-4CCC-A476-EF53DC015EC5}"/>
                  </a:ext>
                </a:extLst>
              </p:cNvPr>
              <p:cNvSpPr/>
              <p:nvPr/>
            </p:nvSpPr>
            <p:spPr>
              <a:xfrm>
                <a:off x="63323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3" name="Freeform: Shape 1222">
                <a:extLst>
                  <a:ext uri="{FF2B5EF4-FFF2-40B4-BE49-F238E27FC236}">
                    <a16:creationId xmlns:a16="http://schemas.microsoft.com/office/drawing/2014/main" id="{C4085A60-3B38-4F33-951C-E8E900C10199}"/>
                  </a:ext>
                </a:extLst>
              </p:cNvPr>
              <p:cNvSpPr/>
              <p:nvPr/>
            </p:nvSpPr>
            <p:spPr>
              <a:xfrm>
                <a:off x="58752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4" name="Freeform: Shape 1223">
                <a:extLst>
                  <a:ext uri="{FF2B5EF4-FFF2-40B4-BE49-F238E27FC236}">
                    <a16:creationId xmlns:a16="http://schemas.microsoft.com/office/drawing/2014/main" id="{9C4C41E0-D0DB-47FC-807B-E625AE3B3AB3}"/>
                  </a:ext>
                </a:extLst>
              </p:cNvPr>
              <p:cNvSpPr/>
              <p:nvPr/>
            </p:nvSpPr>
            <p:spPr>
              <a:xfrm>
                <a:off x="58752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5" name="Freeform: Shape 1224">
                <a:extLst>
                  <a:ext uri="{FF2B5EF4-FFF2-40B4-BE49-F238E27FC236}">
                    <a16:creationId xmlns:a16="http://schemas.microsoft.com/office/drawing/2014/main" id="{75863797-3161-40C1-871F-192E25AC8C33}"/>
                  </a:ext>
                </a:extLst>
              </p:cNvPr>
              <p:cNvSpPr/>
              <p:nvPr/>
            </p:nvSpPr>
            <p:spPr>
              <a:xfrm>
                <a:off x="59514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6" name="Freeform: Shape 1225">
                <a:extLst>
                  <a:ext uri="{FF2B5EF4-FFF2-40B4-BE49-F238E27FC236}">
                    <a16:creationId xmlns:a16="http://schemas.microsoft.com/office/drawing/2014/main" id="{8FED84F9-3F2B-4BE1-8BBF-C62036AD855D}"/>
                  </a:ext>
                </a:extLst>
              </p:cNvPr>
              <p:cNvSpPr/>
              <p:nvPr/>
            </p:nvSpPr>
            <p:spPr>
              <a:xfrm>
                <a:off x="5951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7" name="Freeform: Shape 1226">
                <a:extLst>
                  <a:ext uri="{FF2B5EF4-FFF2-40B4-BE49-F238E27FC236}">
                    <a16:creationId xmlns:a16="http://schemas.microsoft.com/office/drawing/2014/main" id="{5928947E-C023-4928-BF6A-99BC8B11E1E0}"/>
                  </a:ext>
                </a:extLst>
              </p:cNvPr>
              <p:cNvSpPr/>
              <p:nvPr/>
            </p:nvSpPr>
            <p:spPr>
              <a:xfrm>
                <a:off x="5951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8" name="Freeform: Shape 1227">
                <a:extLst>
                  <a:ext uri="{FF2B5EF4-FFF2-40B4-BE49-F238E27FC236}">
                    <a16:creationId xmlns:a16="http://schemas.microsoft.com/office/drawing/2014/main" id="{85EA5E23-4338-40BB-AB30-5818CE9B5B22}"/>
                  </a:ext>
                </a:extLst>
              </p:cNvPr>
              <p:cNvSpPr/>
              <p:nvPr/>
            </p:nvSpPr>
            <p:spPr>
              <a:xfrm>
                <a:off x="5951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9" name="Freeform: Shape 1228">
                <a:extLst>
                  <a:ext uri="{FF2B5EF4-FFF2-40B4-BE49-F238E27FC236}">
                    <a16:creationId xmlns:a16="http://schemas.microsoft.com/office/drawing/2014/main" id="{C7DB6AEB-C3FC-42EA-9EBB-797ED70409E1}"/>
                  </a:ext>
                </a:extLst>
              </p:cNvPr>
              <p:cNvSpPr/>
              <p:nvPr/>
            </p:nvSpPr>
            <p:spPr>
              <a:xfrm>
                <a:off x="5951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0" name="Freeform: Shape 1229">
                <a:extLst>
                  <a:ext uri="{FF2B5EF4-FFF2-40B4-BE49-F238E27FC236}">
                    <a16:creationId xmlns:a16="http://schemas.microsoft.com/office/drawing/2014/main" id="{D9FA2506-D352-4551-8F12-6749115937F1}"/>
                  </a:ext>
                </a:extLst>
              </p:cNvPr>
              <p:cNvSpPr/>
              <p:nvPr/>
            </p:nvSpPr>
            <p:spPr>
              <a:xfrm>
                <a:off x="5951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1" name="Freeform: Shape 1230">
                <a:extLst>
                  <a:ext uri="{FF2B5EF4-FFF2-40B4-BE49-F238E27FC236}">
                    <a16:creationId xmlns:a16="http://schemas.microsoft.com/office/drawing/2014/main" id="{8F54580D-0F67-4A2C-AFBC-B49A752800DF}"/>
                  </a:ext>
                </a:extLst>
              </p:cNvPr>
              <p:cNvSpPr/>
              <p:nvPr/>
            </p:nvSpPr>
            <p:spPr>
              <a:xfrm>
                <a:off x="5951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2" name="Freeform: Shape 1231">
                <a:extLst>
                  <a:ext uri="{FF2B5EF4-FFF2-40B4-BE49-F238E27FC236}">
                    <a16:creationId xmlns:a16="http://schemas.microsoft.com/office/drawing/2014/main" id="{BBFF0D00-D4B0-4C82-8EEB-EAF5F50FB6A8}"/>
                  </a:ext>
                </a:extLst>
              </p:cNvPr>
              <p:cNvSpPr/>
              <p:nvPr/>
            </p:nvSpPr>
            <p:spPr>
              <a:xfrm>
                <a:off x="5951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3" name="Freeform: Shape 1232">
                <a:extLst>
                  <a:ext uri="{FF2B5EF4-FFF2-40B4-BE49-F238E27FC236}">
                    <a16:creationId xmlns:a16="http://schemas.microsoft.com/office/drawing/2014/main" id="{58E50E87-4F16-46EB-B9FD-69F3A5F1F820}"/>
                  </a:ext>
                </a:extLst>
              </p:cNvPr>
              <p:cNvSpPr/>
              <p:nvPr/>
            </p:nvSpPr>
            <p:spPr>
              <a:xfrm>
                <a:off x="5951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4" name="Freeform: Shape 1233">
                <a:extLst>
                  <a:ext uri="{FF2B5EF4-FFF2-40B4-BE49-F238E27FC236}">
                    <a16:creationId xmlns:a16="http://schemas.microsoft.com/office/drawing/2014/main" id="{25D7026F-B6A1-4F26-8F19-025CEE77776A}"/>
                  </a:ext>
                </a:extLst>
              </p:cNvPr>
              <p:cNvSpPr/>
              <p:nvPr/>
            </p:nvSpPr>
            <p:spPr>
              <a:xfrm>
                <a:off x="60275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5" name="Freeform: Shape 1234">
                <a:extLst>
                  <a:ext uri="{FF2B5EF4-FFF2-40B4-BE49-F238E27FC236}">
                    <a16:creationId xmlns:a16="http://schemas.microsoft.com/office/drawing/2014/main" id="{B59E91FA-56BB-482A-BBE8-5ACCFAAC6F0E}"/>
                  </a:ext>
                </a:extLst>
              </p:cNvPr>
              <p:cNvSpPr/>
              <p:nvPr/>
            </p:nvSpPr>
            <p:spPr>
              <a:xfrm>
                <a:off x="60275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6" name="Freeform: Shape 1235">
                <a:extLst>
                  <a:ext uri="{FF2B5EF4-FFF2-40B4-BE49-F238E27FC236}">
                    <a16:creationId xmlns:a16="http://schemas.microsoft.com/office/drawing/2014/main" id="{0E6CBEC3-58B6-41B9-9AD7-321EAF2D2260}"/>
                  </a:ext>
                </a:extLst>
              </p:cNvPr>
              <p:cNvSpPr/>
              <p:nvPr/>
            </p:nvSpPr>
            <p:spPr>
              <a:xfrm>
                <a:off x="60275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7" name="Freeform: Shape 1236">
                <a:extLst>
                  <a:ext uri="{FF2B5EF4-FFF2-40B4-BE49-F238E27FC236}">
                    <a16:creationId xmlns:a16="http://schemas.microsoft.com/office/drawing/2014/main" id="{274C11B9-FC7E-4689-BC7C-630E684BAF6C}"/>
                  </a:ext>
                </a:extLst>
              </p:cNvPr>
              <p:cNvSpPr/>
              <p:nvPr/>
            </p:nvSpPr>
            <p:spPr>
              <a:xfrm>
                <a:off x="60275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8" name="Freeform: Shape 1237">
                <a:extLst>
                  <a:ext uri="{FF2B5EF4-FFF2-40B4-BE49-F238E27FC236}">
                    <a16:creationId xmlns:a16="http://schemas.microsoft.com/office/drawing/2014/main" id="{7BF9FB49-28A9-422F-9FFA-EC4FEBA43CE2}"/>
                  </a:ext>
                </a:extLst>
              </p:cNvPr>
              <p:cNvSpPr/>
              <p:nvPr/>
            </p:nvSpPr>
            <p:spPr>
              <a:xfrm>
                <a:off x="60275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9" name="Freeform: Shape 1238">
                <a:extLst>
                  <a:ext uri="{FF2B5EF4-FFF2-40B4-BE49-F238E27FC236}">
                    <a16:creationId xmlns:a16="http://schemas.microsoft.com/office/drawing/2014/main" id="{013C2E31-B002-4550-97AD-92F845E8E141}"/>
                  </a:ext>
                </a:extLst>
              </p:cNvPr>
              <p:cNvSpPr/>
              <p:nvPr/>
            </p:nvSpPr>
            <p:spPr>
              <a:xfrm>
                <a:off x="60275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0" name="Freeform: Shape 1239">
                <a:extLst>
                  <a:ext uri="{FF2B5EF4-FFF2-40B4-BE49-F238E27FC236}">
                    <a16:creationId xmlns:a16="http://schemas.microsoft.com/office/drawing/2014/main" id="{4AEEB036-1B13-4841-A765-64AF91129588}"/>
                  </a:ext>
                </a:extLst>
              </p:cNvPr>
              <p:cNvSpPr/>
              <p:nvPr/>
            </p:nvSpPr>
            <p:spPr>
              <a:xfrm>
                <a:off x="60275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1" name="Freeform: Shape 1240">
                <a:extLst>
                  <a:ext uri="{FF2B5EF4-FFF2-40B4-BE49-F238E27FC236}">
                    <a16:creationId xmlns:a16="http://schemas.microsoft.com/office/drawing/2014/main" id="{5AA26E75-74B1-4C71-AAC0-80C642BF4E91}"/>
                  </a:ext>
                </a:extLst>
              </p:cNvPr>
              <p:cNvSpPr/>
              <p:nvPr/>
            </p:nvSpPr>
            <p:spPr>
              <a:xfrm>
                <a:off x="60275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9" y="481"/>
                      <a:pt x="0" y="1074"/>
                    </a:cubicBezTo>
                    <a:cubicBezTo>
                      <a:pt x="0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2" name="Freeform: Shape 1241">
                <a:extLst>
                  <a:ext uri="{FF2B5EF4-FFF2-40B4-BE49-F238E27FC236}">
                    <a16:creationId xmlns:a16="http://schemas.microsoft.com/office/drawing/2014/main" id="{942FE248-32EA-4C92-9120-D6A4B686EF3C}"/>
                  </a:ext>
                </a:extLst>
              </p:cNvPr>
              <p:cNvSpPr/>
              <p:nvPr/>
            </p:nvSpPr>
            <p:spPr>
              <a:xfrm>
                <a:off x="61037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3" name="Freeform: Shape 1242">
                <a:extLst>
                  <a:ext uri="{FF2B5EF4-FFF2-40B4-BE49-F238E27FC236}">
                    <a16:creationId xmlns:a16="http://schemas.microsoft.com/office/drawing/2014/main" id="{F9B01B88-97FF-461E-8498-9348CE5660C1}"/>
                  </a:ext>
                </a:extLst>
              </p:cNvPr>
              <p:cNvSpPr/>
              <p:nvPr/>
            </p:nvSpPr>
            <p:spPr>
              <a:xfrm>
                <a:off x="61037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4" name="Freeform: Shape 1243">
                <a:extLst>
                  <a:ext uri="{FF2B5EF4-FFF2-40B4-BE49-F238E27FC236}">
                    <a16:creationId xmlns:a16="http://schemas.microsoft.com/office/drawing/2014/main" id="{7C32F3DB-0189-4BFC-A086-3D27D8542D25}"/>
                  </a:ext>
                </a:extLst>
              </p:cNvPr>
              <p:cNvSpPr/>
              <p:nvPr/>
            </p:nvSpPr>
            <p:spPr>
              <a:xfrm>
                <a:off x="61037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5" name="Freeform: Shape 1244">
                <a:extLst>
                  <a:ext uri="{FF2B5EF4-FFF2-40B4-BE49-F238E27FC236}">
                    <a16:creationId xmlns:a16="http://schemas.microsoft.com/office/drawing/2014/main" id="{D972331C-6470-42A1-A30F-1BC9DF70A12D}"/>
                  </a:ext>
                </a:extLst>
              </p:cNvPr>
              <p:cNvSpPr/>
              <p:nvPr/>
            </p:nvSpPr>
            <p:spPr>
              <a:xfrm>
                <a:off x="61037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6" name="Freeform: Shape 1245">
                <a:extLst>
                  <a:ext uri="{FF2B5EF4-FFF2-40B4-BE49-F238E27FC236}">
                    <a16:creationId xmlns:a16="http://schemas.microsoft.com/office/drawing/2014/main" id="{E15A9049-DA27-41CE-92F6-B40A24792C7C}"/>
                  </a:ext>
                </a:extLst>
              </p:cNvPr>
              <p:cNvSpPr/>
              <p:nvPr/>
            </p:nvSpPr>
            <p:spPr>
              <a:xfrm>
                <a:off x="61037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7" name="Freeform: Shape 1246">
                <a:extLst>
                  <a:ext uri="{FF2B5EF4-FFF2-40B4-BE49-F238E27FC236}">
                    <a16:creationId xmlns:a16="http://schemas.microsoft.com/office/drawing/2014/main" id="{68644C54-D556-4187-AA70-52A492702C32}"/>
                  </a:ext>
                </a:extLst>
              </p:cNvPr>
              <p:cNvSpPr/>
              <p:nvPr/>
            </p:nvSpPr>
            <p:spPr>
              <a:xfrm>
                <a:off x="61037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8" name="Freeform: Shape 1247">
                <a:extLst>
                  <a:ext uri="{FF2B5EF4-FFF2-40B4-BE49-F238E27FC236}">
                    <a16:creationId xmlns:a16="http://schemas.microsoft.com/office/drawing/2014/main" id="{43330A84-64E5-4758-AF7A-9BF1B1105A31}"/>
                  </a:ext>
                </a:extLst>
              </p:cNvPr>
              <p:cNvSpPr/>
              <p:nvPr/>
            </p:nvSpPr>
            <p:spPr>
              <a:xfrm>
                <a:off x="61037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9" name="Freeform: Shape 1248">
                <a:extLst>
                  <a:ext uri="{FF2B5EF4-FFF2-40B4-BE49-F238E27FC236}">
                    <a16:creationId xmlns:a16="http://schemas.microsoft.com/office/drawing/2014/main" id="{70312221-678E-4D3B-9270-53524678587C}"/>
                  </a:ext>
                </a:extLst>
              </p:cNvPr>
              <p:cNvSpPr/>
              <p:nvPr/>
            </p:nvSpPr>
            <p:spPr>
              <a:xfrm>
                <a:off x="61037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0" name="Freeform: Shape 1249">
                <a:extLst>
                  <a:ext uri="{FF2B5EF4-FFF2-40B4-BE49-F238E27FC236}">
                    <a16:creationId xmlns:a16="http://schemas.microsoft.com/office/drawing/2014/main" id="{1321F33C-451C-4779-A5FF-C496737B963D}"/>
                  </a:ext>
                </a:extLst>
              </p:cNvPr>
              <p:cNvSpPr/>
              <p:nvPr/>
            </p:nvSpPr>
            <p:spPr>
              <a:xfrm>
                <a:off x="6179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1" name="Freeform: Shape 1250">
                <a:extLst>
                  <a:ext uri="{FF2B5EF4-FFF2-40B4-BE49-F238E27FC236}">
                    <a16:creationId xmlns:a16="http://schemas.microsoft.com/office/drawing/2014/main" id="{560F6D61-7461-46C8-AA63-0CB5F70CC1BC}"/>
                  </a:ext>
                </a:extLst>
              </p:cNvPr>
              <p:cNvSpPr/>
              <p:nvPr/>
            </p:nvSpPr>
            <p:spPr>
              <a:xfrm>
                <a:off x="6179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2" name="Freeform: Shape 1251">
                <a:extLst>
                  <a:ext uri="{FF2B5EF4-FFF2-40B4-BE49-F238E27FC236}">
                    <a16:creationId xmlns:a16="http://schemas.microsoft.com/office/drawing/2014/main" id="{8AB0C53E-DA23-4976-9D21-3FDB727C5B46}"/>
                  </a:ext>
                </a:extLst>
              </p:cNvPr>
              <p:cNvSpPr/>
              <p:nvPr/>
            </p:nvSpPr>
            <p:spPr>
              <a:xfrm>
                <a:off x="6179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3" name="Freeform: Shape 1252">
                <a:extLst>
                  <a:ext uri="{FF2B5EF4-FFF2-40B4-BE49-F238E27FC236}">
                    <a16:creationId xmlns:a16="http://schemas.microsoft.com/office/drawing/2014/main" id="{FAC9804D-037A-4505-A8B9-562D8D445B98}"/>
                  </a:ext>
                </a:extLst>
              </p:cNvPr>
              <p:cNvSpPr/>
              <p:nvPr/>
            </p:nvSpPr>
            <p:spPr>
              <a:xfrm>
                <a:off x="62561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4" name="Freeform: Shape 1253">
                <a:extLst>
                  <a:ext uri="{FF2B5EF4-FFF2-40B4-BE49-F238E27FC236}">
                    <a16:creationId xmlns:a16="http://schemas.microsoft.com/office/drawing/2014/main" id="{A7624943-178E-4A7D-A294-22C5F865CC7C}"/>
                  </a:ext>
                </a:extLst>
              </p:cNvPr>
              <p:cNvSpPr/>
              <p:nvPr/>
            </p:nvSpPr>
            <p:spPr>
              <a:xfrm>
                <a:off x="62561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5" name="Freeform: Shape 1254">
                <a:extLst>
                  <a:ext uri="{FF2B5EF4-FFF2-40B4-BE49-F238E27FC236}">
                    <a16:creationId xmlns:a16="http://schemas.microsoft.com/office/drawing/2014/main" id="{FDFC3663-26FE-43A4-9E53-679325E57DD5}"/>
                  </a:ext>
                </a:extLst>
              </p:cNvPr>
              <p:cNvSpPr/>
              <p:nvPr/>
            </p:nvSpPr>
            <p:spPr>
              <a:xfrm>
                <a:off x="62561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6" name="Freeform: Shape 1255">
                <a:extLst>
                  <a:ext uri="{FF2B5EF4-FFF2-40B4-BE49-F238E27FC236}">
                    <a16:creationId xmlns:a16="http://schemas.microsoft.com/office/drawing/2014/main" id="{48D6DEA4-96BA-4DBA-9CB1-1167A9B2B684}"/>
                  </a:ext>
                </a:extLst>
              </p:cNvPr>
              <p:cNvSpPr/>
              <p:nvPr/>
            </p:nvSpPr>
            <p:spPr>
              <a:xfrm>
                <a:off x="62561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7" name="Freeform: Shape 1256">
                <a:extLst>
                  <a:ext uri="{FF2B5EF4-FFF2-40B4-BE49-F238E27FC236}">
                    <a16:creationId xmlns:a16="http://schemas.microsoft.com/office/drawing/2014/main" id="{40B46224-B94A-4BF2-9510-C8BC57E25B6B}"/>
                  </a:ext>
                </a:extLst>
              </p:cNvPr>
              <p:cNvSpPr/>
              <p:nvPr/>
            </p:nvSpPr>
            <p:spPr>
              <a:xfrm>
                <a:off x="61799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8" name="Freeform: Shape 1257">
                <a:extLst>
                  <a:ext uri="{FF2B5EF4-FFF2-40B4-BE49-F238E27FC236}">
                    <a16:creationId xmlns:a16="http://schemas.microsoft.com/office/drawing/2014/main" id="{919B2F4A-63B6-4D22-9825-9DCD86981DF8}"/>
                  </a:ext>
                </a:extLst>
              </p:cNvPr>
              <p:cNvSpPr/>
              <p:nvPr/>
            </p:nvSpPr>
            <p:spPr>
              <a:xfrm>
                <a:off x="61799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9" name="Freeform: Shape 1258">
                <a:extLst>
                  <a:ext uri="{FF2B5EF4-FFF2-40B4-BE49-F238E27FC236}">
                    <a16:creationId xmlns:a16="http://schemas.microsoft.com/office/drawing/2014/main" id="{DA987616-52F3-4B44-B12E-63E8DBCAFC8C}"/>
                  </a:ext>
                </a:extLst>
              </p:cNvPr>
              <p:cNvSpPr/>
              <p:nvPr/>
            </p:nvSpPr>
            <p:spPr>
              <a:xfrm>
                <a:off x="61799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0" name="Freeform: Shape 1259">
                <a:extLst>
                  <a:ext uri="{FF2B5EF4-FFF2-40B4-BE49-F238E27FC236}">
                    <a16:creationId xmlns:a16="http://schemas.microsoft.com/office/drawing/2014/main" id="{7CC0D2E5-E435-4878-A41E-E6F5B60BE458}"/>
                  </a:ext>
                </a:extLst>
              </p:cNvPr>
              <p:cNvSpPr/>
              <p:nvPr/>
            </p:nvSpPr>
            <p:spPr>
              <a:xfrm>
                <a:off x="61799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1" name="Freeform: Shape 1260">
                <a:extLst>
                  <a:ext uri="{FF2B5EF4-FFF2-40B4-BE49-F238E27FC236}">
                    <a16:creationId xmlns:a16="http://schemas.microsoft.com/office/drawing/2014/main" id="{12B043C3-6EF5-4D15-B831-9D68D34C1151}"/>
                  </a:ext>
                </a:extLst>
              </p:cNvPr>
              <p:cNvSpPr/>
              <p:nvPr/>
            </p:nvSpPr>
            <p:spPr>
              <a:xfrm>
                <a:off x="61799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2" name="Freeform: Shape 1261">
                <a:extLst>
                  <a:ext uri="{FF2B5EF4-FFF2-40B4-BE49-F238E27FC236}">
                    <a16:creationId xmlns:a16="http://schemas.microsoft.com/office/drawing/2014/main" id="{5289C444-8A4D-4889-B213-70D61B976289}"/>
                  </a:ext>
                </a:extLst>
              </p:cNvPr>
              <p:cNvSpPr/>
              <p:nvPr/>
            </p:nvSpPr>
            <p:spPr>
              <a:xfrm>
                <a:off x="61799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3" name="Freeform: Shape 1262">
                <a:extLst>
                  <a:ext uri="{FF2B5EF4-FFF2-40B4-BE49-F238E27FC236}">
                    <a16:creationId xmlns:a16="http://schemas.microsoft.com/office/drawing/2014/main" id="{7E5E0D4E-581E-48C8-9870-2D3AC9EA81C4}"/>
                  </a:ext>
                </a:extLst>
              </p:cNvPr>
              <p:cNvSpPr/>
              <p:nvPr/>
            </p:nvSpPr>
            <p:spPr>
              <a:xfrm>
                <a:off x="61037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4" name="Freeform: Shape 1263">
                <a:extLst>
                  <a:ext uri="{FF2B5EF4-FFF2-40B4-BE49-F238E27FC236}">
                    <a16:creationId xmlns:a16="http://schemas.microsoft.com/office/drawing/2014/main" id="{A20289E9-D148-437E-9053-BAACE7ED843B}"/>
                  </a:ext>
                </a:extLst>
              </p:cNvPr>
              <p:cNvSpPr/>
              <p:nvPr/>
            </p:nvSpPr>
            <p:spPr>
              <a:xfrm>
                <a:off x="60275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5" name="Freeform: Shape 1264">
                <a:extLst>
                  <a:ext uri="{FF2B5EF4-FFF2-40B4-BE49-F238E27FC236}">
                    <a16:creationId xmlns:a16="http://schemas.microsoft.com/office/drawing/2014/main" id="{6D6E3E75-89B6-4FDE-922A-993A046FCCAF}"/>
                  </a:ext>
                </a:extLst>
              </p:cNvPr>
              <p:cNvSpPr/>
              <p:nvPr/>
            </p:nvSpPr>
            <p:spPr>
              <a:xfrm>
                <a:off x="60275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6" name="Freeform: Shape 1265">
                <a:extLst>
                  <a:ext uri="{FF2B5EF4-FFF2-40B4-BE49-F238E27FC236}">
                    <a16:creationId xmlns:a16="http://schemas.microsoft.com/office/drawing/2014/main" id="{87D961DE-E9BE-4726-8702-DDFEBE9BC3CD}"/>
                  </a:ext>
                </a:extLst>
              </p:cNvPr>
              <p:cNvSpPr/>
              <p:nvPr/>
            </p:nvSpPr>
            <p:spPr>
              <a:xfrm>
                <a:off x="5951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7" name="Freeform: Shape 1266">
                <a:extLst>
                  <a:ext uri="{FF2B5EF4-FFF2-40B4-BE49-F238E27FC236}">
                    <a16:creationId xmlns:a16="http://schemas.microsoft.com/office/drawing/2014/main" id="{41FE2CFB-B664-4F3D-8D4F-E7FEAEDD7EC7}"/>
                  </a:ext>
                </a:extLst>
              </p:cNvPr>
              <p:cNvSpPr/>
              <p:nvPr/>
            </p:nvSpPr>
            <p:spPr>
              <a:xfrm>
                <a:off x="54944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8" name="Freeform: Shape 1267">
                <a:extLst>
                  <a:ext uri="{FF2B5EF4-FFF2-40B4-BE49-F238E27FC236}">
                    <a16:creationId xmlns:a16="http://schemas.microsoft.com/office/drawing/2014/main" id="{D98C43AB-CAB7-4D60-914F-1A6B6CF5F5D9}"/>
                  </a:ext>
                </a:extLst>
              </p:cNvPr>
              <p:cNvSpPr/>
              <p:nvPr/>
            </p:nvSpPr>
            <p:spPr>
              <a:xfrm>
                <a:off x="54944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9" name="Freeform: Shape 1268">
                <a:extLst>
                  <a:ext uri="{FF2B5EF4-FFF2-40B4-BE49-F238E27FC236}">
                    <a16:creationId xmlns:a16="http://schemas.microsoft.com/office/drawing/2014/main" id="{8C835074-78F8-4B7C-ABD3-CC3CB8E76DFE}"/>
                  </a:ext>
                </a:extLst>
              </p:cNvPr>
              <p:cNvSpPr/>
              <p:nvPr/>
            </p:nvSpPr>
            <p:spPr>
              <a:xfrm>
                <a:off x="54944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0" name="Freeform: Shape 1269">
                <a:extLst>
                  <a:ext uri="{FF2B5EF4-FFF2-40B4-BE49-F238E27FC236}">
                    <a16:creationId xmlns:a16="http://schemas.microsoft.com/office/drawing/2014/main" id="{B19D926D-EC13-4FD9-8D46-59B5D1E96007}"/>
                  </a:ext>
                </a:extLst>
              </p:cNvPr>
              <p:cNvSpPr/>
              <p:nvPr/>
            </p:nvSpPr>
            <p:spPr>
              <a:xfrm>
                <a:off x="54944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5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1" name="Freeform: Shape 1270">
                <a:extLst>
                  <a:ext uri="{FF2B5EF4-FFF2-40B4-BE49-F238E27FC236}">
                    <a16:creationId xmlns:a16="http://schemas.microsoft.com/office/drawing/2014/main" id="{B0B2271C-07EA-4D29-9778-EAAE9DB9FD92}"/>
                  </a:ext>
                </a:extLst>
              </p:cNvPr>
              <p:cNvSpPr/>
              <p:nvPr/>
            </p:nvSpPr>
            <p:spPr>
              <a:xfrm>
                <a:off x="54944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2" name="Freeform: Shape 1271">
                <a:extLst>
                  <a:ext uri="{FF2B5EF4-FFF2-40B4-BE49-F238E27FC236}">
                    <a16:creationId xmlns:a16="http://schemas.microsoft.com/office/drawing/2014/main" id="{8F06F188-E102-42E7-B602-E3FBC79F9F11}"/>
                  </a:ext>
                </a:extLst>
              </p:cNvPr>
              <p:cNvSpPr/>
              <p:nvPr/>
            </p:nvSpPr>
            <p:spPr>
              <a:xfrm>
                <a:off x="54944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3" name="Freeform: Shape 1272">
                <a:extLst>
                  <a:ext uri="{FF2B5EF4-FFF2-40B4-BE49-F238E27FC236}">
                    <a16:creationId xmlns:a16="http://schemas.microsoft.com/office/drawing/2014/main" id="{6B436890-E1EC-4ED6-910F-743F08AA10B3}"/>
                  </a:ext>
                </a:extLst>
              </p:cNvPr>
              <p:cNvSpPr/>
              <p:nvPr/>
            </p:nvSpPr>
            <p:spPr>
              <a:xfrm>
                <a:off x="54944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4" name="Freeform: Shape 1273">
                <a:extLst>
                  <a:ext uri="{FF2B5EF4-FFF2-40B4-BE49-F238E27FC236}">
                    <a16:creationId xmlns:a16="http://schemas.microsoft.com/office/drawing/2014/main" id="{90439507-7D5D-4225-A210-8E02DEFF1D2A}"/>
                  </a:ext>
                </a:extLst>
              </p:cNvPr>
              <p:cNvSpPr/>
              <p:nvPr/>
            </p:nvSpPr>
            <p:spPr>
              <a:xfrm>
                <a:off x="54944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5" name="Freeform: Shape 1274">
                <a:extLst>
                  <a:ext uri="{FF2B5EF4-FFF2-40B4-BE49-F238E27FC236}">
                    <a16:creationId xmlns:a16="http://schemas.microsoft.com/office/drawing/2014/main" id="{E132B7C6-37E7-4165-885C-47F945C67AEB}"/>
                  </a:ext>
                </a:extLst>
              </p:cNvPr>
              <p:cNvSpPr/>
              <p:nvPr/>
            </p:nvSpPr>
            <p:spPr>
              <a:xfrm>
                <a:off x="54944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6" name="Freeform: Shape 1275">
                <a:extLst>
                  <a:ext uri="{FF2B5EF4-FFF2-40B4-BE49-F238E27FC236}">
                    <a16:creationId xmlns:a16="http://schemas.microsoft.com/office/drawing/2014/main" id="{AB5A40E2-C180-425B-A6AC-BA6852701CF9}"/>
                  </a:ext>
                </a:extLst>
              </p:cNvPr>
              <p:cNvSpPr/>
              <p:nvPr/>
            </p:nvSpPr>
            <p:spPr>
              <a:xfrm>
                <a:off x="54944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7" name="Freeform: Shape 1276">
                <a:extLst>
                  <a:ext uri="{FF2B5EF4-FFF2-40B4-BE49-F238E27FC236}">
                    <a16:creationId xmlns:a16="http://schemas.microsoft.com/office/drawing/2014/main" id="{97718E80-B8D0-46AC-9613-22E44C3934FF}"/>
                  </a:ext>
                </a:extLst>
              </p:cNvPr>
              <p:cNvSpPr/>
              <p:nvPr/>
            </p:nvSpPr>
            <p:spPr>
              <a:xfrm>
                <a:off x="54944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8" name="Freeform: Shape 1277">
                <a:extLst>
                  <a:ext uri="{FF2B5EF4-FFF2-40B4-BE49-F238E27FC236}">
                    <a16:creationId xmlns:a16="http://schemas.microsoft.com/office/drawing/2014/main" id="{079FD851-0910-4164-B820-793390AC5298}"/>
                  </a:ext>
                </a:extLst>
              </p:cNvPr>
              <p:cNvSpPr/>
              <p:nvPr/>
            </p:nvSpPr>
            <p:spPr>
              <a:xfrm>
                <a:off x="54944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2" y="2137"/>
                      <a:pt x="1067" y="2137"/>
                    </a:cubicBezTo>
                    <a:cubicBezTo>
                      <a:pt x="1329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9" name="Freeform: Shape 1278">
                <a:extLst>
                  <a:ext uri="{FF2B5EF4-FFF2-40B4-BE49-F238E27FC236}">
                    <a16:creationId xmlns:a16="http://schemas.microsoft.com/office/drawing/2014/main" id="{6B5D3EF0-1988-4D15-A073-E0ABBA542FDE}"/>
                  </a:ext>
                </a:extLst>
              </p:cNvPr>
              <p:cNvSpPr/>
              <p:nvPr/>
            </p:nvSpPr>
            <p:spPr>
              <a:xfrm>
                <a:off x="54944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0" name="Freeform: Shape 1279">
                <a:extLst>
                  <a:ext uri="{FF2B5EF4-FFF2-40B4-BE49-F238E27FC236}">
                    <a16:creationId xmlns:a16="http://schemas.microsoft.com/office/drawing/2014/main" id="{C7D22BCB-E8B3-4C52-AD3F-ABAE586ED5EE}"/>
                  </a:ext>
                </a:extLst>
              </p:cNvPr>
              <p:cNvSpPr/>
              <p:nvPr/>
            </p:nvSpPr>
            <p:spPr>
              <a:xfrm>
                <a:off x="54944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1" name="Freeform: Shape 1280">
                <a:extLst>
                  <a:ext uri="{FF2B5EF4-FFF2-40B4-BE49-F238E27FC236}">
                    <a16:creationId xmlns:a16="http://schemas.microsoft.com/office/drawing/2014/main" id="{166B561A-5A65-45EA-A689-86B0186B23AA}"/>
                  </a:ext>
                </a:extLst>
              </p:cNvPr>
              <p:cNvSpPr/>
              <p:nvPr/>
            </p:nvSpPr>
            <p:spPr>
              <a:xfrm>
                <a:off x="54944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2" name="Freeform: Shape 1281">
                <a:extLst>
                  <a:ext uri="{FF2B5EF4-FFF2-40B4-BE49-F238E27FC236}">
                    <a16:creationId xmlns:a16="http://schemas.microsoft.com/office/drawing/2014/main" id="{CD77BED6-6A4A-4A37-8E8A-6079B602D97C}"/>
                  </a:ext>
                </a:extLst>
              </p:cNvPr>
              <p:cNvSpPr/>
              <p:nvPr/>
            </p:nvSpPr>
            <p:spPr>
              <a:xfrm>
                <a:off x="55706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3" name="Freeform: Shape 1282">
                <a:extLst>
                  <a:ext uri="{FF2B5EF4-FFF2-40B4-BE49-F238E27FC236}">
                    <a16:creationId xmlns:a16="http://schemas.microsoft.com/office/drawing/2014/main" id="{A76B0957-AF71-4211-8B5C-6A25E14BC1F9}"/>
                  </a:ext>
                </a:extLst>
              </p:cNvPr>
              <p:cNvSpPr/>
              <p:nvPr/>
            </p:nvSpPr>
            <p:spPr>
              <a:xfrm>
                <a:off x="55706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4" name="Freeform: Shape 1283">
                <a:extLst>
                  <a:ext uri="{FF2B5EF4-FFF2-40B4-BE49-F238E27FC236}">
                    <a16:creationId xmlns:a16="http://schemas.microsoft.com/office/drawing/2014/main" id="{30E69046-FE5D-4E44-AD97-3E99982E854C}"/>
                  </a:ext>
                </a:extLst>
              </p:cNvPr>
              <p:cNvSpPr/>
              <p:nvPr/>
            </p:nvSpPr>
            <p:spPr>
              <a:xfrm>
                <a:off x="55706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5" name="Freeform: Shape 1284">
                <a:extLst>
                  <a:ext uri="{FF2B5EF4-FFF2-40B4-BE49-F238E27FC236}">
                    <a16:creationId xmlns:a16="http://schemas.microsoft.com/office/drawing/2014/main" id="{831421F5-156B-4464-967E-20C67055DD68}"/>
                  </a:ext>
                </a:extLst>
              </p:cNvPr>
              <p:cNvSpPr/>
              <p:nvPr/>
            </p:nvSpPr>
            <p:spPr>
              <a:xfrm>
                <a:off x="55706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6" name="Freeform: Shape 1285">
                <a:extLst>
                  <a:ext uri="{FF2B5EF4-FFF2-40B4-BE49-F238E27FC236}">
                    <a16:creationId xmlns:a16="http://schemas.microsoft.com/office/drawing/2014/main" id="{6BDA2198-06CE-4E7D-85AB-D249FDBD3A91}"/>
                  </a:ext>
                </a:extLst>
              </p:cNvPr>
              <p:cNvSpPr/>
              <p:nvPr/>
            </p:nvSpPr>
            <p:spPr>
              <a:xfrm>
                <a:off x="5570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7" name="Freeform: Shape 1286">
                <a:extLst>
                  <a:ext uri="{FF2B5EF4-FFF2-40B4-BE49-F238E27FC236}">
                    <a16:creationId xmlns:a16="http://schemas.microsoft.com/office/drawing/2014/main" id="{B1E1345D-F13E-45FC-AC8B-7CA36A0A8CB2}"/>
                  </a:ext>
                </a:extLst>
              </p:cNvPr>
              <p:cNvSpPr/>
              <p:nvPr/>
            </p:nvSpPr>
            <p:spPr>
              <a:xfrm>
                <a:off x="5570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8" name="Freeform: Shape 1287">
                <a:extLst>
                  <a:ext uri="{FF2B5EF4-FFF2-40B4-BE49-F238E27FC236}">
                    <a16:creationId xmlns:a16="http://schemas.microsoft.com/office/drawing/2014/main" id="{408DEC4E-9B04-4562-8A2E-D1B05FDA0F53}"/>
                  </a:ext>
                </a:extLst>
              </p:cNvPr>
              <p:cNvSpPr/>
              <p:nvPr/>
            </p:nvSpPr>
            <p:spPr>
              <a:xfrm>
                <a:off x="5570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9" name="Freeform: Shape 1288">
                <a:extLst>
                  <a:ext uri="{FF2B5EF4-FFF2-40B4-BE49-F238E27FC236}">
                    <a16:creationId xmlns:a16="http://schemas.microsoft.com/office/drawing/2014/main" id="{5DF83A86-BD1B-4610-9933-ED4AD4C09000}"/>
                  </a:ext>
                </a:extLst>
              </p:cNvPr>
              <p:cNvSpPr/>
              <p:nvPr/>
            </p:nvSpPr>
            <p:spPr>
              <a:xfrm>
                <a:off x="5570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0" name="Freeform: Shape 1289">
                <a:extLst>
                  <a:ext uri="{FF2B5EF4-FFF2-40B4-BE49-F238E27FC236}">
                    <a16:creationId xmlns:a16="http://schemas.microsoft.com/office/drawing/2014/main" id="{04A15188-53DF-4D26-AAD3-31951433BB22}"/>
                  </a:ext>
                </a:extLst>
              </p:cNvPr>
              <p:cNvSpPr/>
              <p:nvPr/>
            </p:nvSpPr>
            <p:spPr>
              <a:xfrm>
                <a:off x="5570625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1" name="Freeform: Shape 1290">
                <a:extLst>
                  <a:ext uri="{FF2B5EF4-FFF2-40B4-BE49-F238E27FC236}">
                    <a16:creationId xmlns:a16="http://schemas.microsoft.com/office/drawing/2014/main" id="{DB0C201D-8A45-4AAD-9FB1-FAD4D8B61533}"/>
                  </a:ext>
                </a:extLst>
              </p:cNvPr>
              <p:cNvSpPr/>
              <p:nvPr/>
            </p:nvSpPr>
            <p:spPr>
              <a:xfrm>
                <a:off x="5570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2" name="Freeform: Shape 1291">
                <a:extLst>
                  <a:ext uri="{FF2B5EF4-FFF2-40B4-BE49-F238E27FC236}">
                    <a16:creationId xmlns:a16="http://schemas.microsoft.com/office/drawing/2014/main" id="{3213F6E9-6F3E-4CF7-8B7E-7D55DEDD797E}"/>
                  </a:ext>
                </a:extLst>
              </p:cNvPr>
              <p:cNvSpPr/>
              <p:nvPr/>
            </p:nvSpPr>
            <p:spPr>
              <a:xfrm>
                <a:off x="55706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3" name="Freeform: Shape 1292">
                <a:extLst>
                  <a:ext uri="{FF2B5EF4-FFF2-40B4-BE49-F238E27FC236}">
                    <a16:creationId xmlns:a16="http://schemas.microsoft.com/office/drawing/2014/main" id="{3A193C89-F092-41B0-B218-951B54F6BC32}"/>
                  </a:ext>
                </a:extLst>
              </p:cNvPr>
              <p:cNvSpPr/>
              <p:nvPr/>
            </p:nvSpPr>
            <p:spPr>
              <a:xfrm>
                <a:off x="55706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4" name="Freeform: Shape 1293">
                <a:extLst>
                  <a:ext uri="{FF2B5EF4-FFF2-40B4-BE49-F238E27FC236}">
                    <a16:creationId xmlns:a16="http://schemas.microsoft.com/office/drawing/2014/main" id="{B7F51310-4F3E-4489-A5B6-2AA57225093E}"/>
                  </a:ext>
                </a:extLst>
              </p:cNvPr>
              <p:cNvSpPr/>
              <p:nvPr/>
            </p:nvSpPr>
            <p:spPr>
              <a:xfrm>
                <a:off x="55706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5" name="Freeform: Shape 1294">
                <a:extLst>
                  <a:ext uri="{FF2B5EF4-FFF2-40B4-BE49-F238E27FC236}">
                    <a16:creationId xmlns:a16="http://schemas.microsoft.com/office/drawing/2014/main" id="{D487DE12-5575-469F-9F26-8DFDECA7555D}"/>
                  </a:ext>
                </a:extLst>
              </p:cNvPr>
              <p:cNvSpPr/>
              <p:nvPr/>
            </p:nvSpPr>
            <p:spPr>
              <a:xfrm>
                <a:off x="5570625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6" name="Freeform: Shape 1295">
                <a:extLst>
                  <a:ext uri="{FF2B5EF4-FFF2-40B4-BE49-F238E27FC236}">
                    <a16:creationId xmlns:a16="http://schemas.microsoft.com/office/drawing/2014/main" id="{2EA78689-D271-48D2-A8DC-5DD09EB92DE3}"/>
                  </a:ext>
                </a:extLst>
              </p:cNvPr>
              <p:cNvSpPr/>
              <p:nvPr/>
            </p:nvSpPr>
            <p:spPr>
              <a:xfrm>
                <a:off x="55706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7" name="Freeform: Shape 1296">
                <a:extLst>
                  <a:ext uri="{FF2B5EF4-FFF2-40B4-BE49-F238E27FC236}">
                    <a16:creationId xmlns:a16="http://schemas.microsoft.com/office/drawing/2014/main" id="{09500033-8E31-41CE-A1E0-5277E9E871ED}"/>
                  </a:ext>
                </a:extLst>
              </p:cNvPr>
              <p:cNvSpPr/>
              <p:nvPr/>
            </p:nvSpPr>
            <p:spPr>
              <a:xfrm>
                <a:off x="55706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8" name="Freeform: Shape 1297">
                <a:extLst>
                  <a:ext uri="{FF2B5EF4-FFF2-40B4-BE49-F238E27FC236}">
                    <a16:creationId xmlns:a16="http://schemas.microsoft.com/office/drawing/2014/main" id="{85CB98EA-0E30-4F80-9794-D9D6E8C77AC6}"/>
                  </a:ext>
                </a:extLst>
              </p:cNvPr>
              <p:cNvSpPr/>
              <p:nvPr/>
            </p:nvSpPr>
            <p:spPr>
              <a:xfrm>
                <a:off x="55706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9" name="Freeform: Shape 1298">
                <a:extLst>
                  <a:ext uri="{FF2B5EF4-FFF2-40B4-BE49-F238E27FC236}">
                    <a16:creationId xmlns:a16="http://schemas.microsoft.com/office/drawing/2014/main" id="{2A866B9D-76EB-44F9-A620-20BA3B3D62DA}"/>
                  </a:ext>
                </a:extLst>
              </p:cNvPr>
              <p:cNvSpPr/>
              <p:nvPr/>
            </p:nvSpPr>
            <p:spPr>
              <a:xfrm>
                <a:off x="55706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0" name="Freeform: Shape 1299">
                <a:extLst>
                  <a:ext uri="{FF2B5EF4-FFF2-40B4-BE49-F238E27FC236}">
                    <a16:creationId xmlns:a16="http://schemas.microsoft.com/office/drawing/2014/main" id="{8164338B-038D-4AC3-BD3F-E45155675235}"/>
                  </a:ext>
                </a:extLst>
              </p:cNvPr>
              <p:cNvSpPr/>
              <p:nvPr/>
            </p:nvSpPr>
            <p:spPr>
              <a:xfrm>
                <a:off x="55706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1" name="Freeform: Shape 1300">
                <a:extLst>
                  <a:ext uri="{FF2B5EF4-FFF2-40B4-BE49-F238E27FC236}">
                    <a16:creationId xmlns:a16="http://schemas.microsoft.com/office/drawing/2014/main" id="{7E706B8F-B8AE-4D67-84C6-E7551E9DF2CF}"/>
                  </a:ext>
                </a:extLst>
              </p:cNvPr>
              <p:cNvSpPr/>
              <p:nvPr/>
            </p:nvSpPr>
            <p:spPr>
              <a:xfrm>
                <a:off x="55706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2" name="Freeform: Shape 1301">
                <a:extLst>
                  <a:ext uri="{FF2B5EF4-FFF2-40B4-BE49-F238E27FC236}">
                    <a16:creationId xmlns:a16="http://schemas.microsoft.com/office/drawing/2014/main" id="{B5D20948-4D72-42B1-AAFF-7A36368353AF}"/>
                  </a:ext>
                </a:extLst>
              </p:cNvPr>
              <p:cNvSpPr/>
              <p:nvPr/>
            </p:nvSpPr>
            <p:spPr>
              <a:xfrm>
                <a:off x="55706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3" name="Freeform: Shape 1302">
                <a:extLst>
                  <a:ext uri="{FF2B5EF4-FFF2-40B4-BE49-F238E27FC236}">
                    <a16:creationId xmlns:a16="http://schemas.microsoft.com/office/drawing/2014/main" id="{149AE838-A09E-4270-B800-B15D7E9A80BA}"/>
                  </a:ext>
                </a:extLst>
              </p:cNvPr>
              <p:cNvSpPr/>
              <p:nvPr/>
            </p:nvSpPr>
            <p:spPr>
              <a:xfrm>
                <a:off x="56468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4" name="Freeform: Shape 1303">
                <a:extLst>
                  <a:ext uri="{FF2B5EF4-FFF2-40B4-BE49-F238E27FC236}">
                    <a16:creationId xmlns:a16="http://schemas.microsoft.com/office/drawing/2014/main" id="{DB624AE3-7B0C-4291-9A0C-239303464911}"/>
                  </a:ext>
                </a:extLst>
              </p:cNvPr>
              <p:cNvSpPr/>
              <p:nvPr/>
            </p:nvSpPr>
            <p:spPr>
              <a:xfrm>
                <a:off x="56468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5" name="Freeform: Shape 1304">
                <a:extLst>
                  <a:ext uri="{FF2B5EF4-FFF2-40B4-BE49-F238E27FC236}">
                    <a16:creationId xmlns:a16="http://schemas.microsoft.com/office/drawing/2014/main" id="{4B2E4466-E460-485A-8CC3-98DA7B05F690}"/>
                  </a:ext>
                </a:extLst>
              </p:cNvPr>
              <p:cNvSpPr/>
              <p:nvPr/>
            </p:nvSpPr>
            <p:spPr>
              <a:xfrm>
                <a:off x="5646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6" name="Freeform: Shape 1305">
                <a:extLst>
                  <a:ext uri="{FF2B5EF4-FFF2-40B4-BE49-F238E27FC236}">
                    <a16:creationId xmlns:a16="http://schemas.microsoft.com/office/drawing/2014/main" id="{7CDAC93F-A17B-4EA0-8102-594BE5F4D429}"/>
                  </a:ext>
                </a:extLst>
              </p:cNvPr>
              <p:cNvSpPr/>
              <p:nvPr/>
            </p:nvSpPr>
            <p:spPr>
              <a:xfrm>
                <a:off x="5646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7" name="Freeform: Shape 1306">
                <a:extLst>
                  <a:ext uri="{FF2B5EF4-FFF2-40B4-BE49-F238E27FC236}">
                    <a16:creationId xmlns:a16="http://schemas.microsoft.com/office/drawing/2014/main" id="{363E9D47-A2C2-4C48-9787-FB37CBD5FB11}"/>
                  </a:ext>
                </a:extLst>
              </p:cNvPr>
              <p:cNvSpPr/>
              <p:nvPr/>
            </p:nvSpPr>
            <p:spPr>
              <a:xfrm>
                <a:off x="5646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8" name="Freeform: Shape 1307">
                <a:extLst>
                  <a:ext uri="{FF2B5EF4-FFF2-40B4-BE49-F238E27FC236}">
                    <a16:creationId xmlns:a16="http://schemas.microsoft.com/office/drawing/2014/main" id="{C773D2EE-37C1-4B1E-A538-FBA1B0FA7589}"/>
                  </a:ext>
                </a:extLst>
              </p:cNvPr>
              <p:cNvSpPr/>
              <p:nvPr/>
            </p:nvSpPr>
            <p:spPr>
              <a:xfrm>
                <a:off x="5646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9" name="Freeform: Shape 1308">
                <a:extLst>
                  <a:ext uri="{FF2B5EF4-FFF2-40B4-BE49-F238E27FC236}">
                    <a16:creationId xmlns:a16="http://schemas.microsoft.com/office/drawing/2014/main" id="{29147D3B-104F-4D3D-945E-1D2CF294FE5E}"/>
                  </a:ext>
                </a:extLst>
              </p:cNvPr>
              <p:cNvSpPr/>
              <p:nvPr/>
            </p:nvSpPr>
            <p:spPr>
              <a:xfrm>
                <a:off x="5646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0" name="Freeform: Shape 1309">
                <a:extLst>
                  <a:ext uri="{FF2B5EF4-FFF2-40B4-BE49-F238E27FC236}">
                    <a16:creationId xmlns:a16="http://schemas.microsoft.com/office/drawing/2014/main" id="{3F63F50B-C125-4758-A44B-F0194A32F1AE}"/>
                  </a:ext>
                </a:extLst>
              </p:cNvPr>
              <p:cNvSpPr/>
              <p:nvPr/>
            </p:nvSpPr>
            <p:spPr>
              <a:xfrm>
                <a:off x="5646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1" name="Freeform: Shape 1310">
                <a:extLst>
                  <a:ext uri="{FF2B5EF4-FFF2-40B4-BE49-F238E27FC236}">
                    <a16:creationId xmlns:a16="http://schemas.microsoft.com/office/drawing/2014/main" id="{081C9DA8-6BE2-4564-9F62-63C03083308C}"/>
                  </a:ext>
                </a:extLst>
              </p:cNvPr>
              <p:cNvSpPr/>
              <p:nvPr/>
            </p:nvSpPr>
            <p:spPr>
              <a:xfrm>
                <a:off x="5646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2" name="Freeform: Shape 1311">
                <a:extLst>
                  <a:ext uri="{FF2B5EF4-FFF2-40B4-BE49-F238E27FC236}">
                    <a16:creationId xmlns:a16="http://schemas.microsoft.com/office/drawing/2014/main" id="{DA71CC92-0808-49A8-9337-7C0AFF02CA76}"/>
                  </a:ext>
                </a:extLst>
              </p:cNvPr>
              <p:cNvSpPr/>
              <p:nvPr/>
            </p:nvSpPr>
            <p:spPr>
              <a:xfrm>
                <a:off x="56468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3" name="Freeform: Shape 1312">
                <a:extLst>
                  <a:ext uri="{FF2B5EF4-FFF2-40B4-BE49-F238E27FC236}">
                    <a16:creationId xmlns:a16="http://schemas.microsoft.com/office/drawing/2014/main" id="{F0D41897-D701-4B4F-8DBD-9B873FCDF543}"/>
                  </a:ext>
                </a:extLst>
              </p:cNvPr>
              <p:cNvSpPr/>
              <p:nvPr/>
            </p:nvSpPr>
            <p:spPr>
              <a:xfrm>
                <a:off x="56468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4" name="Freeform: Shape 1313">
                <a:extLst>
                  <a:ext uri="{FF2B5EF4-FFF2-40B4-BE49-F238E27FC236}">
                    <a16:creationId xmlns:a16="http://schemas.microsoft.com/office/drawing/2014/main" id="{CE7569A7-433E-4178-8FBD-4379758AB9D4}"/>
                  </a:ext>
                </a:extLst>
              </p:cNvPr>
              <p:cNvSpPr/>
              <p:nvPr/>
            </p:nvSpPr>
            <p:spPr>
              <a:xfrm>
                <a:off x="56468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5" name="Freeform: Shape 1314">
                <a:extLst>
                  <a:ext uri="{FF2B5EF4-FFF2-40B4-BE49-F238E27FC236}">
                    <a16:creationId xmlns:a16="http://schemas.microsoft.com/office/drawing/2014/main" id="{938ECAAB-4EC6-4B74-B703-1BFEA1729892}"/>
                  </a:ext>
                </a:extLst>
              </p:cNvPr>
              <p:cNvSpPr/>
              <p:nvPr/>
            </p:nvSpPr>
            <p:spPr>
              <a:xfrm>
                <a:off x="56468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6" name="Freeform: Shape 1315">
                <a:extLst>
                  <a:ext uri="{FF2B5EF4-FFF2-40B4-BE49-F238E27FC236}">
                    <a16:creationId xmlns:a16="http://schemas.microsoft.com/office/drawing/2014/main" id="{5512ABA1-96D6-41E2-A925-66ED5E1A34E1}"/>
                  </a:ext>
                </a:extLst>
              </p:cNvPr>
              <p:cNvSpPr/>
              <p:nvPr/>
            </p:nvSpPr>
            <p:spPr>
              <a:xfrm>
                <a:off x="56468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7" name="Freeform: Shape 1316">
                <a:extLst>
                  <a:ext uri="{FF2B5EF4-FFF2-40B4-BE49-F238E27FC236}">
                    <a16:creationId xmlns:a16="http://schemas.microsoft.com/office/drawing/2014/main" id="{E26629C7-95E1-4938-B87D-6DD28AB5B27E}"/>
                  </a:ext>
                </a:extLst>
              </p:cNvPr>
              <p:cNvSpPr/>
              <p:nvPr/>
            </p:nvSpPr>
            <p:spPr>
              <a:xfrm>
                <a:off x="56468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8" name="Freeform: Shape 1317">
                <a:extLst>
                  <a:ext uri="{FF2B5EF4-FFF2-40B4-BE49-F238E27FC236}">
                    <a16:creationId xmlns:a16="http://schemas.microsoft.com/office/drawing/2014/main" id="{BAA0B2D4-7C9C-48F1-BDE8-809DFB77BA7E}"/>
                  </a:ext>
                </a:extLst>
              </p:cNvPr>
              <p:cNvSpPr/>
              <p:nvPr/>
            </p:nvSpPr>
            <p:spPr>
              <a:xfrm>
                <a:off x="56468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9" name="Freeform: Shape 1318">
                <a:extLst>
                  <a:ext uri="{FF2B5EF4-FFF2-40B4-BE49-F238E27FC236}">
                    <a16:creationId xmlns:a16="http://schemas.microsoft.com/office/drawing/2014/main" id="{07F3A695-5ACA-47EA-9292-69DF373BB693}"/>
                  </a:ext>
                </a:extLst>
              </p:cNvPr>
              <p:cNvSpPr/>
              <p:nvPr/>
            </p:nvSpPr>
            <p:spPr>
              <a:xfrm>
                <a:off x="56468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0" name="Freeform: Shape 1319">
                <a:extLst>
                  <a:ext uri="{FF2B5EF4-FFF2-40B4-BE49-F238E27FC236}">
                    <a16:creationId xmlns:a16="http://schemas.microsoft.com/office/drawing/2014/main" id="{31475CC3-AD8B-4221-A4F9-50604075557D}"/>
                  </a:ext>
                </a:extLst>
              </p:cNvPr>
              <p:cNvSpPr/>
              <p:nvPr/>
            </p:nvSpPr>
            <p:spPr>
              <a:xfrm>
                <a:off x="57230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1" name="Freeform: Shape 1320">
                <a:extLst>
                  <a:ext uri="{FF2B5EF4-FFF2-40B4-BE49-F238E27FC236}">
                    <a16:creationId xmlns:a16="http://schemas.microsoft.com/office/drawing/2014/main" id="{B9A0C52F-FE30-4278-BBF1-45592EA3B2F5}"/>
                  </a:ext>
                </a:extLst>
              </p:cNvPr>
              <p:cNvSpPr/>
              <p:nvPr/>
            </p:nvSpPr>
            <p:spPr>
              <a:xfrm>
                <a:off x="57230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2" name="Freeform: Shape 1321">
                <a:extLst>
                  <a:ext uri="{FF2B5EF4-FFF2-40B4-BE49-F238E27FC236}">
                    <a16:creationId xmlns:a16="http://schemas.microsoft.com/office/drawing/2014/main" id="{D0A38261-B3BC-41E2-9871-93F79B9B680B}"/>
                  </a:ext>
                </a:extLst>
              </p:cNvPr>
              <p:cNvSpPr/>
              <p:nvPr/>
            </p:nvSpPr>
            <p:spPr>
              <a:xfrm>
                <a:off x="57230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6" y="1149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3" name="Freeform: Shape 1322">
                <a:extLst>
                  <a:ext uri="{FF2B5EF4-FFF2-40B4-BE49-F238E27FC236}">
                    <a16:creationId xmlns:a16="http://schemas.microsoft.com/office/drawing/2014/main" id="{2114DF9A-4D0E-42CB-9E8B-CBEADCFEBD64}"/>
                  </a:ext>
                </a:extLst>
              </p:cNvPr>
              <p:cNvSpPr/>
              <p:nvPr/>
            </p:nvSpPr>
            <p:spPr>
              <a:xfrm>
                <a:off x="57230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4" name="Freeform: Shape 1323">
                <a:extLst>
                  <a:ext uri="{FF2B5EF4-FFF2-40B4-BE49-F238E27FC236}">
                    <a16:creationId xmlns:a16="http://schemas.microsoft.com/office/drawing/2014/main" id="{A84608F7-6F60-4C47-8C14-865EF0701D75}"/>
                  </a:ext>
                </a:extLst>
              </p:cNvPr>
              <p:cNvSpPr/>
              <p:nvPr/>
            </p:nvSpPr>
            <p:spPr>
              <a:xfrm>
                <a:off x="57230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5" name="Freeform: Shape 1324">
                <a:extLst>
                  <a:ext uri="{FF2B5EF4-FFF2-40B4-BE49-F238E27FC236}">
                    <a16:creationId xmlns:a16="http://schemas.microsoft.com/office/drawing/2014/main" id="{AADA103F-663D-4037-AB3A-CF517289AD44}"/>
                  </a:ext>
                </a:extLst>
              </p:cNvPr>
              <p:cNvSpPr/>
              <p:nvPr/>
            </p:nvSpPr>
            <p:spPr>
              <a:xfrm>
                <a:off x="57230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6" name="Freeform: Shape 1325">
                <a:extLst>
                  <a:ext uri="{FF2B5EF4-FFF2-40B4-BE49-F238E27FC236}">
                    <a16:creationId xmlns:a16="http://schemas.microsoft.com/office/drawing/2014/main" id="{BBFE5E75-391C-4605-A324-E8027C28D3D1}"/>
                  </a:ext>
                </a:extLst>
              </p:cNvPr>
              <p:cNvSpPr/>
              <p:nvPr/>
            </p:nvSpPr>
            <p:spPr>
              <a:xfrm>
                <a:off x="57230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7" name="Freeform: Shape 1326">
                <a:extLst>
                  <a:ext uri="{FF2B5EF4-FFF2-40B4-BE49-F238E27FC236}">
                    <a16:creationId xmlns:a16="http://schemas.microsoft.com/office/drawing/2014/main" id="{1294CBDE-3D58-4475-9127-D12FE641AECC}"/>
                  </a:ext>
                </a:extLst>
              </p:cNvPr>
              <p:cNvSpPr/>
              <p:nvPr/>
            </p:nvSpPr>
            <p:spPr>
              <a:xfrm>
                <a:off x="57230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8" name="Freeform: Shape 1327">
                <a:extLst>
                  <a:ext uri="{FF2B5EF4-FFF2-40B4-BE49-F238E27FC236}">
                    <a16:creationId xmlns:a16="http://schemas.microsoft.com/office/drawing/2014/main" id="{3028E6D9-6400-4CE5-A5B1-32E5135EF00A}"/>
                  </a:ext>
                </a:extLst>
              </p:cNvPr>
              <p:cNvSpPr/>
              <p:nvPr/>
            </p:nvSpPr>
            <p:spPr>
              <a:xfrm>
                <a:off x="57230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9" name="Freeform: Shape 1328">
                <a:extLst>
                  <a:ext uri="{FF2B5EF4-FFF2-40B4-BE49-F238E27FC236}">
                    <a16:creationId xmlns:a16="http://schemas.microsoft.com/office/drawing/2014/main" id="{FF21E35E-D343-449E-9DF9-06735617DBCF}"/>
                  </a:ext>
                </a:extLst>
              </p:cNvPr>
              <p:cNvSpPr/>
              <p:nvPr/>
            </p:nvSpPr>
            <p:spPr>
              <a:xfrm>
                <a:off x="57230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0" name="Freeform: Shape 1329">
                <a:extLst>
                  <a:ext uri="{FF2B5EF4-FFF2-40B4-BE49-F238E27FC236}">
                    <a16:creationId xmlns:a16="http://schemas.microsoft.com/office/drawing/2014/main" id="{2B23B190-A82C-4A39-9DD3-EC8A671E8D12}"/>
                  </a:ext>
                </a:extLst>
              </p:cNvPr>
              <p:cNvSpPr/>
              <p:nvPr/>
            </p:nvSpPr>
            <p:spPr>
              <a:xfrm>
                <a:off x="57230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1" name="Freeform: Shape 1330">
                <a:extLst>
                  <a:ext uri="{FF2B5EF4-FFF2-40B4-BE49-F238E27FC236}">
                    <a16:creationId xmlns:a16="http://schemas.microsoft.com/office/drawing/2014/main" id="{A0B428C0-8EC4-4C34-9205-837CF72FF19D}"/>
                  </a:ext>
                </a:extLst>
              </p:cNvPr>
              <p:cNvSpPr/>
              <p:nvPr/>
            </p:nvSpPr>
            <p:spPr>
              <a:xfrm>
                <a:off x="5723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2" name="Freeform: Shape 1331">
                <a:extLst>
                  <a:ext uri="{FF2B5EF4-FFF2-40B4-BE49-F238E27FC236}">
                    <a16:creationId xmlns:a16="http://schemas.microsoft.com/office/drawing/2014/main" id="{61FB5A0B-C81C-42DE-A96B-926B1E0BBD83}"/>
                  </a:ext>
                </a:extLst>
              </p:cNvPr>
              <p:cNvSpPr/>
              <p:nvPr/>
            </p:nvSpPr>
            <p:spPr>
              <a:xfrm>
                <a:off x="57230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3" name="Freeform: Shape 1332">
                <a:extLst>
                  <a:ext uri="{FF2B5EF4-FFF2-40B4-BE49-F238E27FC236}">
                    <a16:creationId xmlns:a16="http://schemas.microsoft.com/office/drawing/2014/main" id="{C15F5611-A303-4D36-B25A-CFBA36CEA67B}"/>
                  </a:ext>
                </a:extLst>
              </p:cNvPr>
              <p:cNvSpPr/>
              <p:nvPr/>
            </p:nvSpPr>
            <p:spPr>
              <a:xfrm>
                <a:off x="57228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4" name="Freeform: Shape 1333">
                <a:extLst>
                  <a:ext uri="{FF2B5EF4-FFF2-40B4-BE49-F238E27FC236}">
                    <a16:creationId xmlns:a16="http://schemas.microsoft.com/office/drawing/2014/main" id="{CC3AEF8E-74AF-4E32-9FFB-607581E03A8C}"/>
                  </a:ext>
                </a:extLst>
              </p:cNvPr>
              <p:cNvSpPr/>
              <p:nvPr/>
            </p:nvSpPr>
            <p:spPr>
              <a:xfrm>
                <a:off x="57230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5" name="Freeform: Shape 1334">
                <a:extLst>
                  <a:ext uri="{FF2B5EF4-FFF2-40B4-BE49-F238E27FC236}">
                    <a16:creationId xmlns:a16="http://schemas.microsoft.com/office/drawing/2014/main" id="{4DCC2F94-A26E-42DB-812E-EB89F63CB96F}"/>
                  </a:ext>
                </a:extLst>
              </p:cNvPr>
              <p:cNvSpPr/>
              <p:nvPr/>
            </p:nvSpPr>
            <p:spPr>
              <a:xfrm>
                <a:off x="57228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6" name="Freeform: Shape 1335">
                <a:extLst>
                  <a:ext uri="{FF2B5EF4-FFF2-40B4-BE49-F238E27FC236}">
                    <a16:creationId xmlns:a16="http://schemas.microsoft.com/office/drawing/2014/main" id="{09228133-5D2B-43B5-850E-A7B0E4C03018}"/>
                  </a:ext>
                </a:extLst>
              </p:cNvPr>
              <p:cNvSpPr/>
              <p:nvPr/>
            </p:nvSpPr>
            <p:spPr>
              <a:xfrm>
                <a:off x="57992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7" name="Freeform: Shape 1336">
                <a:extLst>
                  <a:ext uri="{FF2B5EF4-FFF2-40B4-BE49-F238E27FC236}">
                    <a16:creationId xmlns:a16="http://schemas.microsoft.com/office/drawing/2014/main" id="{8AC9E387-F8A6-42CE-A705-A168A91B34FA}"/>
                  </a:ext>
                </a:extLst>
              </p:cNvPr>
              <p:cNvSpPr/>
              <p:nvPr/>
            </p:nvSpPr>
            <p:spPr>
              <a:xfrm>
                <a:off x="5799275" y="14952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0"/>
                      <a:pt x="1067" y="2130"/>
                    </a:cubicBezTo>
                    <a:cubicBezTo>
                      <a:pt x="1329" y="2130"/>
                      <a:pt x="1596" y="2032"/>
                      <a:pt x="1813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8" name="Freeform: Shape 1337">
                <a:extLst>
                  <a:ext uri="{FF2B5EF4-FFF2-40B4-BE49-F238E27FC236}">
                    <a16:creationId xmlns:a16="http://schemas.microsoft.com/office/drawing/2014/main" id="{353E044D-5193-4B69-9D70-300CA557EC32}"/>
                  </a:ext>
                </a:extLst>
              </p:cNvPr>
              <p:cNvSpPr/>
              <p:nvPr/>
            </p:nvSpPr>
            <p:spPr>
              <a:xfrm>
                <a:off x="5799275" y="15714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1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9" name="Freeform: Shape 1338">
                <a:extLst>
                  <a:ext uri="{FF2B5EF4-FFF2-40B4-BE49-F238E27FC236}">
                    <a16:creationId xmlns:a16="http://schemas.microsoft.com/office/drawing/2014/main" id="{19F91EF3-38AB-48C2-834C-91DDC4319B71}"/>
                  </a:ext>
                </a:extLst>
              </p:cNvPr>
              <p:cNvSpPr/>
              <p:nvPr/>
            </p:nvSpPr>
            <p:spPr>
              <a:xfrm>
                <a:off x="57992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0" name="Freeform: Shape 1339">
                <a:extLst>
                  <a:ext uri="{FF2B5EF4-FFF2-40B4-BE49-F238E27FC236}">
                    <a16:creationId xmlns:a16="http://schemas.microsoft.com/office/drawing/2014/main" id="{37C789EA-01E9-49FE-A6BD-08A8D410134F}"/>
                  </a:ext>
                </a:extLst>
              </p:cNvPr>
              <p:cNvSpPr/>
              <p:nvPr/>
            </p:nvSpPr>
            <p:spPr>
              <a:xfrm>
                <a:off x="57992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1" name="Freeform: Shape 1340">
                <a:extLst>
                  <a:ext uri="{FF2B5EF4-FFF2-40B4-BE49-F238E27FC236}">
                    <a16:creationId xmlns:a16="http://schemas.microsoft.com/office/drawing/2014/main" id="{A8CE2299-C5D2-4870-9011-F564B531F6E8}"/>
                  </a:ext>
                </a:extLst>
              </p:cNvPr>
              <p:cNvSpPr/>
              <p:nvPr/>
            </p:nvSpPr>
            <p:spPr>
              <a:xfrm>
                <a:off x="5799275" y="17998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5" y="1150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2" name="Freeform: Shape 1341">
                <a:extLst>
                  <a:ext uri="{FF2B5EF4-FFF2-40B4-BE49-F238E27FC236}">
                    <a16:creationId xmlns:a16="http://schemas.microsoft.com/office/drawing/2014/main" id="{18109FF8-6746-4470-88B6-6F82C7FA1A2C}"/>
                  </a:ext>
                </a:extLst>
              </p:cNvPr>
              <p:cNvSpPr/>
              <p:nvPr/>
            </p:nvSpPr>
            <p:spPr>
              <a:xfrm>
                <a:off x="5799275" y="18760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3" name="Freeform: Shape 1342">
                <a:extLst>
                  <a:ext uri="{FF2B5EF4-FFF2-40B4-BE49-F238E27FC236}">
                    <a16:creationId xmlns:a16="http://schemas.microsoft.com/office/drawing/2014/main" id="{1B3C3F57-A277-4F7B-B1CB-774646AC53FF}"/>
                  </a:ext>
                </a:extLst>
              </p:cNvPr>
              <p:cNvSpPr/>
              <p:nvPr/>
            </p:nvSpPr>
            <p:spPr>
              <a:xfrm>
                <a:off x="5799275" y="1952050"/>
                <a:ext cx="6220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40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6"/>
                      <a:pt x="522" y="2139"/>
                      <a:pt x="1069" y="2139"/>
                    </a:cubicBezTo>
                    <a:cubicBezTo>
                      <a:pt x="1333" y="2139"/>
                      <a:pt x="1602" y="2041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" name="Freeform: Shape 1343">
                <a:extLst>
                  <a:ext uri="{FF2B5EF4-FFF2-40B4-BE49-F238E27FC236}">
                    <a16:creationId xmlns:a16="http://schemas.microsoft.com/office/drawing/2014/main" id="{FECE39D9-CBB9-42B4-9A90-0560B5D1E481}"/>
                  </a:ext>
                </a:extLst>
              </p:cNvPr>
              <p:cNvSpPr/>
              <p:nvPr/>
            </p:nvSpPr>
            <p:spPr>
              <a:xfrm>
                <a:off x="57992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5" name="Freeform: Shape 1344">
                <a:extLst>
                  <a:ext uri="{FF2B5EF4-FFF2-40B4-BE49-F238E27FC236}">
                    <a16:creationId xmlns:a16="http://schemas.microsoft.com/office/drawing/2014/main" id="{05DCACF0-CE45-4951-8222-3F3EF4C7159F}"/>
                  </a:ext>
                </a:extLst>
              </p:cNvPr>
              <p:cNvSpPr/>
              <p:nvPr/>
            </p:nvSpPr>
            <p:spPr>
              <a:xfrm>
                <a:off x="5875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6" name="Freeform: Shape 1345">
                <a:extLst>
                  <a:ext uri="{FF2B5EF4-FFF2-40B4-BE49-F238E27FC236}">
                    <a16:creationId xmlns:a16="http://schemas.microsoft.com/office/drawing/2014/main" id="{6872829C-F5B4-45A1-A193-012BADB24B31}"/>
                  </a:ext>
                </a:extLst>
              </p:cNvPr>
              <p:cNvSpPr/>
              <p:nvPr/>
            </p:nvSpPr>
            <p:spPr>
              <a:xfrm>
                <a:off x="5875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7" name="Freeform: Shape 1346">
                <a:extLst>
                  <a:ext uri="{FF2B5EF4-FFF2-40B4-BE49-F238E27FC236}">
                    <a16:creationId xmlns:a16="http://schemas.microsoft.com/office/drawing/2014/main" id="{159487A5-186E-435A-B21E-8F2AE32303F7}"/>
                  </a:ext>
                </a:extLst>
              </p:cNvPr>
              <p:cNvSpPr/>
              <p:nvPr/>
            </p:nvSpPr>
            <p:spPr>
              <a:xfrm>
                <a:off x="5875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8" name="Freeform: Shape 1347">
                <a:extLst>
                  <a:ext uri="{FF2B5EF4-FFF2-40B4-BE49-F238E27FC236}">
                    <a16:creationId xmlns:a16="http://schemas.microsoft.com/office/drawing/2014/main" id="{D3A49A80-1AA8-4D1E-AABD-8F15C85C4422}"/>
                  </a:ext>
                </a:extLst>
              </p:cNvPr>
              <p:cNvSpPr/>
              <p:nvPr/>
            </p:nvSpPr>
            <p:spPr>
              <a:xfrm>
                <a:off x="5875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9" name="Freeform: Shape 1348">
                <a:extLst>
                  <a:ext uri="{FF2B5EF4-FFF2-40B4-BE49-F238E27FC236}">
                    <a16:creationId xmlns:a16="http://schemas.microsoft.com/office/drawing/2014/main" id="{5EC041B5-75D7-4159-846D-963FBD296F55}"/>
                  </a:ext>
                </a:extLst>
              </p:cNvPr>
              <p:cNvSpPr/>
              <p:nvPr/>
            </p:nvSpPr>
            <p:spPr>
              <a:xfrm>
                <a:off x="58752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0" name="Freeform: Shape 1349">
                <a:extLst>
                  <a:ext uri="{FF2B5EF4-FFF2-40B4-BE49-F238E27FC236}">
                    <a16:creationId xmlns:a16="http://schemas.microsoft.com/office/drawing/2014/main" id="{27118ECA-E8A9-40A0-9CCD-3A819D1B34F5}"/>
                  </a:ext>
                </a:extLst>
              </p:cNvPr>
              <p:cNvSpPr/>
              <p:nvPr/>
            </p:nvSpPr>
            <p:spPr>
              <a:xfrm>
                <a:off x="58752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1" name="Freeform: Shape 1350">
                <a:extLst>
                  <a:ext uri="{FF2B5EF4-FFF2-40B4-BE49-F238E27FC236}">
                    <a16:creationId xmlns:a16="http://schemas.microsoft.com/office/drawing/2014/main" id="{6BB11ADC-0F2E-4956-9160-8676361AF723}"/>
                  </a:ext>
                </a:extLst>
              </p:cNvPr>
              <p:cNvSpPr/>
              <p:nvPr/>
            </p:nvSpPr>
            <p:spPr>
              <a:xfrm>
                <a:off x="587527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2" name="Freeform: Shape 1351">
                <a:extLst>
                  <a:ext uri="{FF2B5EF4-FFF2-40B4-BE49-F238E27FC236}">
                    <a16:creationId xmlns:a16="http://schemas.microsoft.com/office/drawing/2014/main" id="{E5336AEF-093B-4A15-8795-2C999D91965F}"/>
                  </a:ext>
                </a:extLst>
              </p:cNvPr>
              <p:cNvSpPr/>
              <p:nvPr/>
            </p:nvSpPr>
            <p:spPr>
              <a:xfrm>
                <a:off x="58752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3" name="Freeform: Shape 1352">
                <a:extLst>
                  <a:ext uri="{FF2B5EF4-FFF2-40B4-BE49-F238E27FC236}">
                    <a16:creationId xmlns:a16="http://schemas.microsoft.com/office/drawing/2014/main" id="{F8834B03-55A0-403F-B470-5A499EA1E74C}"/>
                  </a:ext>
                </a:extLst>
              </p:cNvPr>
              <p:cNvSpPr/>
              <p:nvPr/>
            </p:nvSpPr>
            <p:spPr>
              <a:xfrm>
                <a:off x="58752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4" name="Freeform: Shape 1353">
                <a:extLst>
                  <a:ext uri="{FF2B5EF4-FFF2-40B4-BE49-F238E27FC236}">
                    <a16:creationId xmlns:a16="http://schemas.microsoft.com/office/drawing/2014/main" id="{70EDBA53-5A03-49F5-A9A2-3B4AD07B1ECB}"/>
                  </a:ext>
                </a:extLst>
              </p:cNvPr>
              <p:cNvSpPr/>
              <p:nvPr/>
            </p:nvSpPr>
            <p:spPr>
              <a:xfrm>
                <a:off x="58752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5" name="Freeform: Shape 1354">
                <a:extLst>
                  <a:ext uri="{FF2B5EF4-FFF2-40B4-BE49-F238E27FC236}">
                    <a16:creationId xmlns:a16="http://schemas.microsoft.com/office/drawing/2014/main" id="{ECCA9457-D567-4BE3-B2BB-5DE8E7A8F366}"/>
                  </a:ext>
                </a:extLst>
              </p:cNvPr>
              <p:cNvSpPr/>
              <p:nvPr/>
            </p:nvSpPr>
            <p:spPr>
              <a:xfrm>
                <a:off x="57992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6" name="Freeform: Shape 1355">
                <a:extLst>
                  <a:ext uri="{FF2B5EF4-FFF2-40B4-BE49-F238E27FC236}">
                    <a16:creationId xmlns:a16="http://schemas.microsoft.com/office/drawing/2014/main" id="{16AF2353-3C08-4964-A3E2-44EF9EE666E6}"/>
                  </a:ext>
                </a:extLst>
              </p:cNvPr>
              <p:cNvSpPr/>
              <p:nvPr/>
            </p:nvSpPr>
            <p:spPr>
              <a:xfrm>
                <a:off x="5799275" y="21807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7" name="Freeform: Shape 1356">
                <a:extLst>
                  <a:ext uri="{FF2B5EF4-FFF2-40B4-BE49-F238E27FC236}">
                    <a16:creationId xmlns:a16="http://schemas.microsoft.com/office/drawing/2014/main" id="{A783ADE0-DD4A-4D8D-BA22-D957F02AB168}"/>
                  </a:ext>
                </a:extLst>
              </p:cNvPr>
              <p:cNvSpPr/>
              <p:nvPr/>
            </p:nvSpPr>
            <p:spPr>
              <a:xfrm>
                <a:off x="5799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3" y="1149"/>
                      <a:pt x="2019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8" name="Freeform: Shape 1357">
                <a:extLst>
                  <a:ext uri="{FF2B5EF4-FFF2-40B4-BE49-F238E27FC236}">
                    <a16:creationId xmlns:a16="http://schemas.microsoft.com/office/drawing/2014/main" id="{D9625012-33F8-4BE3-B5A8-E41ACD53E213}"/>
                  </a:ext>
                </a:extLst>
              </p:cNvPr>
              <p:cNvSpPr/>
              <p:nvPr/>
            </p:nvSpPr>
            <p:spPr>
              <a:xfrm>
                <a:off x="57992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9" name="Freeform: Shape 1358">
                <a:extLst>
                  <a:ext uri="{FF2B5EF4-FFF2-40B4-BE49-F238E27FC236}">
                    <a16:creationId xmlns:a16="http://schemas.microsoft.com/office/drawing/2014/main" id="{C8148425-56B1-4D0F-A6B3-6422AC643D99}"/>
                  </a:ext>
                </a:extLst>
              </p:cNvPr>
              <p:cNvSpPr/>
              <p:nvPr/>
            </p:nvSpPr>
            <p:spPr>
              <a:xfrm>
                <a:off x="57990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0" name="Freeform: Shape 1359">
                <a:extLst>
                  <a:ext uri="{FF2B5EF4-FFF2-40B4-BE49-F238E27FC236}">
                    <a16:creationId xmlns:a16="http://schemas.microsoft.com/office/drawing/2014/main" id="{A5193608-6674-48A1-8A79-070B56776AFA}"/>
                  </a:ext>
                </a:extLst>
              </p:cNvPr>
              <p:cNvSpPr/>
              <p:nvPr/>
            </p:nvSpPr>
            <p:spPr>
              <a:xfrm>
                <a:off x="57992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57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" name="Freeform: Shape 1360">
                <a:extLst>
                  <a:ext uri="{FF2B5EF4-FFF2-40B4-BE49-F238E27FC236}">
                    <a16:creationId xmlns:a16="http://schemas.microsoft.com/office/drawing/2014/main" id="{545C2B92-7EFA-4898-B0E8-B385AF4E7B27}"/>
                  </a:ext>
                </a:extLst>
              </p:cNvPr>
              <p:cNvSpPr/>
              <p:nvPr/>
            </p:nvSpPr>
            <p:spPr>
              <a:xfrm>
                <a:off x="57990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" name="Freeform: Shape 1361">
                <a:extLst>
                  <a:ext uri="{FF2B5EF4-FFF2-40B4-BE49-F238E27FC236}">
                    <a16:creationId xmlns:a16="http://schemas.microsoft.com/office/drawing/2014/main" id="{734144DD-57EE-45C1-BD92-6AA27A8B5073}"/>
                  </a:ext>
                </a:extLst>
              </p:cNvPr>
              <p:cNvSpPr/>
              <p:nvPr/>
            </p:nvSpPr>
            <p:spPr>
              <a:xfrm>
                <a:off x="5799275" y="24093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" name="Freeform: Shape 1362">
                <a:extLst>
                  <a:ext uri="{FF2B5EF4-FFF2-40B4-BE49-F238E27FC236}">
                    <a16:creationId xmlns:a16="http://schemas.microsoft.com/office/drawing/2014/main" id="{FB5EC01E-C424-4988-B13F-3423F21D3CB1}"/>
                  </a:ext>
                </a:extLst>
              </p:cNvPr>
              <p:cNvSpPr/>
              <p:nvPr/>
            </p:nvSpPr>
            <p:spPr>
              <a:xfrm>
                <a:off x="57230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" name="Freeform: Shape 1363">
                <a:extLst>
                  <a:ext uri="{FF2B5EF4-FFF2-40B4-BE49-F238E27FC236}">
                    <a16:creationId xmlns:a16="http://schemas.microsoft.com/office/drawing/2014/main" id="{19EFFFD2-46B7-4FBC-8390-443F72DC1F53}"/>
                  </a:ext>
                </a:extLst>
              </p:cNvPr>
              <p:cNvSpPr/>
              <p:nvPr/>
            </p:nvSpPr>
            <p:spPr>
              <a:xfrm>
                <a:off x="56468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5" name="Freeform: Shape 1364">
                <a:extLst>
                  <a:ext uri="{FF2B5EF4-FFF2-40B4-BE49-F238E27FC236}">
                    <a16:creationId xmlns:a16="http://schemas.microsoft.com/office/drawing/2014/main" id="{AB576A4C-9773-4968-B578-B5A6AECB1B5E}"/>
                  </a:ext>
                </a:extLst>
              </p:cNvPr>
              <p:cNvSpPr/>
              <p:nvPr/>
            </p:nvSpPr>
            <p:spPr>
              <a:xfrm>
                <a:off x="55706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6" name="Freeform: Shape 1365">
                <a:extLst>
                  <a:ext uri="{FF2B5EF4-FFF2-40B4-BE49-F238E27FC236}">
                    <a16:creationId xmlns:a16="http://schemas.microsoft.com/office/drawing/2014/main" id="{91D5E103-2C6E-4DA7-993A-2C86FCC396F2}"/>
                  </a:ext>
                </a:extLst>
              </p:cNvPr>
              <p:cNvSpPr/>
              <p:nvPr/>
            </p:nvSpPr>
            <p:spPr>
              <a:xfrm>
                <a:off x="54944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7" name="Freeform: Shape 1366">
                <a:extLst>
                  <a:ext uri="{FF2B5EF4-FFF2-40B4-BE49-F238E27FC236}">
                    <a16:creationId xmlns:a16="http://schemas.microsoft.com/office/drawing/2014/main" id="{377C2697-9645-4B2D-88E8-671FB9CAB906}"/>
                  </a:ext>
                </a:extLst>
              </p:cNvPr>
              <p:cNvSpPr/>
              <p:nvPr/>
            </p:nvSpPr>
            <p:spPr>
              <a:xfrm>
                <a:off x="54182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8" name="Freeform: Shape 1367">
                <a:extLst>
                  <a:ext uri="{FF2B5EF4-FFF2-40B4-BE49-F238E27FC236}">
                    <a16:creationId xmlns:a16="http://schemas.microsoft.com/office/drawing/2014/main" id="{36A4D095-1E5D-4DEA-92CF-DF3627B016C3}"/>
                  </a:ext>
                </a:extLst>
              </p:cNvPr>
              <p:cNvSpPr/>
              <p:nvPr/>
            </p:nvSpPr>
            <p:spPr>
              <a:xfrm>
                <a:off x="53419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9" name="Freeform: Shape 1368">
                <a:extLst>
                  <a:ext uri="{FF2B5EF4-FFF2-40B4-BE49-F238E27FC236}">
                    <a16:creationId xmlns:a16="http://schemas.microsoft.com/office/drawing/2014/main" id="{54937425-6B2F-4FEA-A9CF-BC49BD35C71E}"/>
                  </a:ext>
                </a:extLst>
              </p:cNvPr>
              <p:cNvSpPr/>
              <p:nvPr/>
            </p:nvSpPr>
            <p:spPr>
              <a:xfrm>
                <a:off x="60275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" name="Freeform: Shape 1369">
                <a:extLst>
                  <a:ext uri="{FF2B5EF4-FFF2-40B4-BE49-F238E27FC236}">
                    <a16:creationId xmlns:a16="http://schemas.microsoft.com/office/drawing/2014/main" id="{3DABA3AD-2127-49B4-962B-135C647D3A54}"/>
                  </a:ext>
                </a:extLst>
              </p:cNvPr>
              <p:cNvSpPr/>
              <p:nvPr/>
            </p:nvSpPr>
            <p:spPr>
              <a:xfrm>
                <a:off x="60275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" name="Freeform: Shape 1370">
                <a:extLst>
                  <a:ext uri="{FF2B5EF4-FFF2-40B4-BE49-F238E27FC236}">
                    <a16:creationId xmlns:a16="http://schemas.microsoft.com/office/drawing/2014/main" id="{08DF0A50-8446-46EE-9311-613242A7B8BB}"/>
                  </a:ext>
                </a:extLst>
              </p:cNvPr>
              <p:cNvSpPr/>
              <p:nvPr/>
            </p:nvSpPr>
            <p:spPr>
              <a:xfrm>
                <a:off x="610370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" name="Freeform: Shape 1371">
                <a:extLst>
                  <a:ext uri="{FF2B5EF4-FFF2-40B4-BE49-F238E27FC236}">
                    <a16:creationId xmlns:a16="http://schemas.microsoft.com/office/drawing/2014/main" id="{F4D359C0-B8D3-4D98-A8AA-C6161619D6A2}"/>
                  </a:ext>
                </a:extLst>
              </p:cNvPr>
              <p:cNvSpPr/>
              <p:nvPr/>
            </p:nvSpPr>
            <p:spPr>
              <a:xfrm>
                <a:off x="61037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" name="Freeform: Shape 1372">
                <a:extLst>
                  <a:ext uri="{FF2B5EF4-FFF2-40B4-BE49-F238E27FC236}">
                    <a16:creationId xmlns:a16="http://schemas.microsoft.com/office/drawing/2014/main" id="{37EAB5B1-4683-4AE9-9FDA-DB795EFF82B5}"/>
                  </a:ext>
                </a:extLst>
              </p:cNvPr>
              <p:cNvSpPr/>
              <p:nvPr/>
            </p:nvSpPr>
            <p:spPr>
              <a:xfrm>
                <a:off x="59514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4" name="Freeform: Shape 1373">
                <a:extLst>
                  <a:ext uri="{FF2B5EF4-FFF2-40B4-BE49-F238E27FC236}">
                    <a16:creationId xmlns:a16="http://schemas.microsoft.com/office/drawing/2014/main" id="{C618F8C4-1BC4-46F0-8EE3-E08021A6FCC0}"/>
                  </a:ext>
                </a:extLst>
              </p:cNvPr>
              <p:cNvSpPr/>
              <p:nvPr/>
            </p:nvSpPr>
            <p:spPr>
              <a:xfrm>
                <a:off x="59514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5" name="Freeform: Shape 1374">
                <a:extLst>
                  <a:ext uri="{FF2B5EF4-FFF2-40B4-BE49-F238E27FC236}">
                    <a16:creationId xmlns:a16="http://schemas.microsoft.com/office/drawing/2014/main" id="{F717B524-0FE1-4543-927C-818991EC56F9}"/>
                  </a:ext>
                </a:extLst>
              </p:cNvPr>
              <p:cNvSpPr/>
              <p:nvPr/>
            </p:nvSpPr>
            <p:spPr>
              <a:xfrm>
                <a:off x="587527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6" name="Freeform: Shape 1375">
                <a:extLst>
                  <a:ext uri="{FF2B5EF4-FFF2-40B4-BE49-F238E27FC236}">
                    <a16:creationId xmlns:a16="http://schemas.microsoft.com/office/drawing/2014/main" id="{F948FF7E-9573-4501-AEC4-30677C0431F1}"/>
                  </a:ext>
                </a:extLst>
              </p:cNvPr>
              <p:cNvSpPr/>
              <p:nvPr/>
            </p:nvSpPr>
            <p:spPr>
              <a:xfrm>
                <a:off x="587527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7" name="Freeform: Shape 1376">
                <a:extLst>
                  <a:ext uri="{FF2B5EF4-FFF2-40B4-BE49-F238E27FC236}">
                    <a16:creationId xmlns:a16="http://schemas.microsoft.com/office/drawing/2014/main" id="{F0647375-55F9-415B-A309-4514D2FA3992}"/>
                  </a:ext>
                </a:extLst>
              </p:cNvPr>
              <p:cNvSpPr/>
              <p:nvPr/>
            </p:nvSpPr>
            <p:spPr>
              <a:xfrm>
                <a:off x="58752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8" name="Freeform: Shape 1377">
                <a:extLst>
                  <a:ext uri="{FF2B5EF4-FFF2-40B4-BE49-F238E27FC236}">
                    <a16:creationId xmlns:a16="http://schemas.microsoft.com/office/drawing/2014/main" id="{C5419D22-BDFB-4D04-850C-8F91EE107798}"/>
                  </a:ext>
                </a:extLst>
              </p:cNvPr>
              <p:cNvSpPr/>
              <p:nvPr/>
            </p:nvSpPr>
            <p:spPr>
              <a:xfrm>
                <a:off x="5799125" y="3399500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63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47"/>
                      <a:pt x="2014" y="1"/>
                      <a:pt x="106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9" name="Freeform: Shape 1378">
                <a:extLst>
                  <a:ext uri="{FF2B5EF4-FFF2-40B4-BE49-F238E27FC236}">
                    <a16:creationId xmlns:a16="http://schemas.microsoft.com/office/drawing/2014/main" id="{03F82F73-0ED3-4EF1-972F-AB22EA43EFEC}"/>
                  </a:ext>
                </a:extLst>
              </p:cNvPr>
              <p:cNvSpPr/>
              <p:nvPr/>
            </p:nvSpPr>
            <p:spPr>
              <a:xfrm>
                <a:off x="57991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0" name="Freeform: Shape 1379">
                <a:extLst>
                  <a:ext uri="{FF2B5EF4-FFF2-40B4-BE49-F238E27FC236}">
                    <a16:creationId xmlns:a16="http://schemas.microsoft.com/office/drawing/2014/main" id="{50F5224E-94B8-4102-90A8-A639E16F2B85}"/>
                  </a:ext>
                </a:extLst>
              </p:cNvPr>
              <p:cNvSpPr/>
              <p:nvPr/>
            </p:nvSpPr>
            <p:spPr>
              <a:xfrm>
                <a:off x="602750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1" name="Freeform: Shape 1380">
                <a:extLst>
                  <a:ext uri="{FF2B5EF4-FFF2-40B4-BE49-F238E27FC236}">
                    <a16:creationId xmlns:a16="http://schemas.microsoft.com/office/drawing/2014/main" id="{FF1687DB-41D2-4603-BF9C-E7E5410FCB2E}"/>
                  </a:ext>
                </a:extLst>
              </p:cNvPr>
              <p:cNvSpPr/>
              <p:nvPr/>
            </p:nvSpPr>
            <p:spPr>
              <a:xfrm>
                <a:off x="59514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2" name="Freeform: Shape 1381">
                <a:extLst>
                  <a:ext uri="{FF2B5EF4-FFF2-40B4-BE49-F238E27FC236}">
                    <a16:creationId xmlns:a16="http://schemas.microsoft.com/office/drawing/2014/main" id="{48F192CE-7ACB-41CC-A111-BD7302EE3720}"/>
                  </a:ext>
                </a:extLst>
              </p:cNvPr>
              <p:cNvSpPr/>
              <p:nvPr/>
            </p:nvSpPr>
            <p:spPr>
              <a:xfrm>
                <a:off x="58752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3" name="Freeform: Shape 1382">
                <a:extLst>
                  <a:ext uri="{FF2B5EF4-FFF2-40B4-BE49-F238E27FC236}">
                    <a16:creationId xmlns:a16="http://schemas.microsoft.com/office/drawing/2014/main" id="{7C90ED6F-54A4-4879-97F7-12FE1AD9F5DE}"/>
                  </a:ext>
                </a:extLst>
              </p:cNvPr>
              <p:cNvSpPr/>
              <p:nvPr/>
            </p:nvSpPr>
            <p:spPr>
              <a:xfrm>
                <a:off x="5799050" y="3551925"/>
                <a:ext cx="6237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2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80"/>
                      <a:pt x="9" y="1066"/>
                    </a:cubicBezTo>
                    <a:cubicBezTo>
                      <a:pt x="9" y="1708"/>
                      <a:pt x="531" y="2131"/>
                      <a:pt x="1078" y="2131"/>
                    </a:cubicBezTo>
                    <a:cubicBezTo>
                      <a:pt x="1342" y="2131"/>
                      <a:pt x="1611" y="2033"/>
                      <a:pt x="1830" y="1814"/>
                    </a:cubicBezTo>
                    <a:cubicBezTo>
                      <a:pt x="2494" y="1141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4" name="Freeform: Shape 1383">
                <a:extLst>
                  <a:ext uri="{FF2B5EF4-FFF2-40B4-BE49-F238E27FC236}">
                    <a16:creationId xmlns:a16="http://schemas.microsoft.com/office/drawing/2014/main" id="{E033603A-8A5E-483D-89DC-56541FF0A786}"/>
                  </a:ext>
                </a:extLst>
              </p:cNvPr>
              <p:cNvSpPr/>
              <p:nvPr/>
            </p:nvSpPr>
            <p:spPr>
              <a:xfrm>
                <a:off x="5723050" y="35519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6" y="1141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5" name="Freeform: Shape 1384">
                <a:extLst>
                  <a:ext uri="{FF2B5EF4-FFF2-40B4-BE49-F238E27FC236}">
                    <a16:creationId xmlns:a16="http://schemas.microsoft.com/office/drawing/2014/main" id="{4D164BC6-A189-4AB0-A7C4-00634C4B6EA0}"/>
                  </a:ext>
                </a:extLst>
              </p:cNvPr>
              <p:cNvSpPr/>
              <p:nvPr/>
            </p:nvSpPr>
            <p:spPr>
              <a:xfrm>
                <a:off x="57230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6" name="Freeform: Shape 1385">
                <a:extLst>
                  <a:ext uri="{FF2B5EF4-FFF2-40B4-BE49-F238E27FC236}">
                    <a16:creationId xmlns:a16="http://schemas.microsoft.com/office/drawing/2014/main" id="{DA981842-BA7D-48CD-8865-E2394B6A0FC5}"/>
                  </a:ext>
                </a:extLst>
              </p:cNvPr>
              <p:cNvSpPr/>
              <p:nvPr/>
            </p:nvSpPr>
            <p:spPr>
              <a:xfrm>
                <a:off x="56468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7" name="Freeform: Shape 1386">
                <a:extLst>
                  <a:ext uri="{FF2B5EF4-FFF2-40B4-BE49-F238E27FC236}">
                    <a16:creationId xmlns:a16="http://schemas.microsoft.com/office/drawing/2014/main" id="{15DD43B6-2681-4C4E-AC72-BC9DB13AF3AB}"/>
                  </a:ext>
                </a:extLst>
              </p:cNvPr>
              <p:cNvSpPr/>
              <p:nvPr/>
            </p:nvSpPr>
            <p:spPr>
              <a:xfrm>
                <a:off x="5646700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77" y="1"/>
                      <a:pt x="6" y="480"/>
                      <a:pt x="6" y="1066"/>
                    </a:cubicBezTo>
                    <a:cubicBezTo>
                      <a:pt x="0" y="1709"/>
                      <a:pt x="528" y="2134"/>
                      <a:pt x="1076" y="2134"/>
                    </a:cubicBezTo>
                    <a:cubicBezTo>
                      <a:pt x="1337" y="2134"/>
                      <a:pt x="1603" y="2037"/>
                      <a:pt x="1819" y="1822"/>
                    </a:cubicBezTo>
                    <a:cubicBezTo>
                      <a:pt x="2494" y="1147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8" name="Freeform: Shape 1387">
                <a:extLst>
                  <a:ext uri="{FF2B5EF4-FFF2-40B4-BE49-F238E27FC236}">
                    <a16:creationId xmlns:a16="http://schemas.microsoft.com/office/drawing/2014/main" id="{39C5E295-28DF-4B9F-9C5D-720236EAF0AD}"/>
                  </a:ext>
                </a:extLst>
              </p:cNvPr>
              <p:cNvSpPr/>
              <p:nvPr/>
            </p:nvSpPr>
            <p:spPr>
              <a:xfrm>
                <a:off x="5570475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86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9" name="Freeform: Shape 1388">
                <a:extLst>
                  <a:ext uri="{FF2B5EF4-FFF2-40B4-BE49-F238E27FC236}">
                    <a16:creationId xmlns:a16="http://schemas.microsoft.com/office/drawing/2014/main" id="{9AA268D1-0006-45BD-9CC6-37E6249B9808}"/>
                  </a:ext>
                </a:extLst>
              </p:cNvPr>
              <p:cNvSpPr/>
              <p:nvPr/>
            </p:nvSpPr>
            <p:spPr>
              <a:xfrm>
                <a:off x="5570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0" name="Freeform: Shape 1389">
                <a:extLst>
                  <a:ext uri="{FF2B5EF4-FFF2-40B4-BE49-F238E27FC236}">
                    <a16:creationId xmlns:a16="http://schemas.microsoft.com/office/drawing/2014/main" id="{5CCB3169-AB67-4229-936F-0C07E3C6F543}"/>
                  </a:ext>
                </a:extLst>
              </p:cNvPr>
              <p:cNvSpPr/>
              <p:nvPr/>
            </p:nvSpPr>
            <p:spPr>
              <a:xfrm>
                <a:off x="54942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3" y="1154"/>
                      <a:pt x="2022" y="8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1" name="Freeform: Shape 1390">
                <a:extLst>
                  <a:ext uri="{FF2B5EF4-FFF2-40B4-BE49-F238E27FC236}">
                    <a16:creationId xmlns:a16="http://schemas.microsoft.com/office/drawing/2014/main" id="{7BCBB444-CEFA-410F-80D4-5B9E9AB2DBCF}"/>
                  </a:ext>
                </a:extLst>
              </p:cNvPr>
              <p:cNvSpPr/>
              <p:nvPr/>
            </p:nvSpPr>
            <p:spPr>
              <a:xfrm>
                <a:off x="5494275" y="3247075"/>
                <a:ext cx="6235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40" extrusionOk="0">
                    <a:moveTo>
                      <a:pt x="1071" y="1"/>
                    </a:moveTo>
                    <a:cubicBezTo>
                      <a:pt x="485" y="1"/>
                      <a:pt x="6" y="480"/>
                      <a:pt x="6" y="1066"/>
                    </a:cubicBezTo>
                    <a:cubicBezTo>
                      <a:pt x="0" y="1711"/>
                      <a:pt x="527" y="2140"/>
                      <a:pt x="1077" y="2140"/>
                    </a:cubicBezTo>
                    <a:cubicBezTo>
                      <a:pt x="1337" y="2140"/>
                      <a:pt x="1602" y="2044"/>
                      <a:pt x="1819" y="1830"/>
                    </a:cubicBezTo>
                    <a:cubicBezTo>
                      <a:pt x="2493" y="1155"/>
                      <a:pt x="2022" y="9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2" name="Freeform: Shape 1391">
                <a:extLst>
                  <a:ext uri="{FF2B5EF4-FFF2-40B4-BE49-F238E27FC236}">
                    <a16:creationId xmlns:a16="http://schemas.microsoft.com/office/drawing/2014/main" id="{C8C25DCF-B48F-46E1-9FA6-50FC59DF4768}"/>
                  </a:ext>
                </a:extLst>
              </p:cNvPr>
              <p:cNvSpPr/>
              <p:nvPr/>
            </p:nvSpPr>
            <p:spPr>
              <a:xfrm>
                <a:off x="5646700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3" name="Freeform: Shape 1392">
                <a:extLst>
                  <a:ext uri="{FF2B5EF4-FFF2-40B4-BE49-F238E27FC236}">
                    <a16:creationId xmlns:a16="http://schemas.microsoft.com/office/drawing/2014/main" id="{7A9B98AA-4B9D-4A37-A32D-FF560963D508}"/>
                  </a:ext>
                </a:extLst>
              </p:cNvPr>
              <p:cNvSpPr/>
              <p:nvPr/>
            </p:nvSpPr>
            <p:spPr>
              <a:xfrm>
                <a:off x="5570625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4" name="Freeform: Shape 1393">
                <a:extLst>
                  <a:ext uri="{FF2B5EF4-FFF2-40B4-BE49-F238E27FC236}">
                    <a16:creationId xmlns:a16="http://schemas.microsoft.com/office/drawing/2014/main" id="{6C81C238-4AD3-455A-B64B-8D6A34709BF0}"/>
                  </a:ext>
                </a:extLst>
              </p:cNvPr>
              <p:cNvSpPr/>
              <p:nvPr/>
            </p:nvSpPr>
            <p:spPr>
              <a:xfrm>
                <a:off x="54944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5" name="Freeform: Shape 1394">
                <a:extLst>
                  <a:ext uri="{FF2B5EF4-FFF2-40B4-BE49-F238E27FC236}">
                    <a16:creationId xmlns:a16="http://schemas.microsoft.com/office/drawing/2014/main" id="{16D04BC3-DC81-4530-B06E-78E1DA0D0082}"/>
                  </a:ext>
                </a:extLst>
              </p:cNvPr>
              <p:cNvSpPr/>
              <p:nvPr/>
            </p:nvSpPr>
            <p:spPr>
              <a:xfrm>
                <a:off x="732252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6" name="Freeform: Shape 1395">
                <a:extLst>
                  <a:ext uri="{FF2B5EF4-FFF2-40B4-BE49-F238E27FC236}">
                    <a16:creationId xmlns:a16="http://schemas.microsoft.com/office/drawing/2014/main" id="{8C8CBAA9-B371-48CF-9834-17CD4B442AA8}"/>
                  </a:ext>
                </a:extLst>
              </p:cNvPr>
              <p:cNvSpPr/>
              <p:nvPr/>
            </p:nvSpPr>
            <p:spPr>
              <a:xfrm>
                <a:off x="7246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7" name="Freeform: Shape 1396">
                <a:extLst>
                  <a:ext uri="{FF2B5EF4-FFF2-40B4-BE49-F238E27FC236}">
                    <a16:creationId xmlns:a16="http://schemas.microsoft.com/office/drawing/2014/main" id="{D97BB791-1528-4DDE-94BF-66885619B814}"/>
                  </a:ext>
                </a:extLst>
              </p:cNvPr>
              <p:cNvSpPr/>
              <p:nvPr/>
            </p:nvSpPr>
            <p:spPr>
              <a:xfrm>
                <a:off x="7246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8" name="Freeform: Shape 1397">
                <a:extLst>
                  <a:ext uri="{FF2B5EF4-FFF2-40B4-BE49-F238E27FC236}">
                    <a16:creationId xmlns:a16="http://schemas.microsoft.com/office/drawing/2014/main" id="{317BD891-6A3D-4A27-A95E-8D2AA0AD4D40}"/>
                  </a:ext>
                </a:extLst>
              </p:cNvPr>
              <p:cNvSpPr/>
              <p:nvPr/>
            </p:nvSpPr>
            <p:spPr>
              <a:xfrm>
                <a:off x="71703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9" name="Freeform: Shape 1398">
                <a:extLst>
                  <a:ext uri="{FF2B5EF4-FFF2-40B4-BE49-F238E27FC236}">
                    <a16:creationId xmlns:a16="http://schemas.microsoft.com/office/drawing/2014/main" id="{2CB5A77B-D745-4E47-BB0E-3B820E43C9E1}"/>
                  </a:ext>
                </a:extLst>
              </p:cNvPr>
              <p:cNvSpPr/>
              <p:nvPr/>
            </p:nvSpPr>
            <p:spPr>
              <a:xfrm>
                <a:off x="71703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0" name="Freeform: Shape 1399">
                <a:extLst>
                  <a:ext uri="{FF2B5EF4-FFF2-40B4-BE49-F238E27FC236}">
                    <a16:creationId xmlns:a16="http://schemas.microsoft.com/office/drawing/2014/main" id="{3274226E-6B3B-4FF9-BF58-BA9146DC4E75}"/>
                  </a:ext>
                </a:extLst>
              </p:cNvPr>
              <p:cNvSpPr/>
              <p:nvPr/>
            </p:nvSpPr>
            <p:spPr>
              <a:xfrm>
                <a:off x="70940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1" name="Freeform: Shape 1400">
                <a:extLst>
                  <a:ext uri="{FF2B5EF4-FFF2-40B4-BE49-F238E27FC236}">
                    <a16:creationId xmlns:a16="http://schemas.microsoft.com/office/drawing/2014/main" id="{CB1327D9-3755-4C6B-942A-ED56534799E0}"/>
                  </a:ext>
                </a:extLst>
              </p:cNvPr>
              <p:cNvSpPr/>
              <p:nvPr/>
            </p:nvSpPr>
            <p:spPr>
              <a:xfrm>
                <a:off x="70940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2" name="Freeform: Shape 1401">
                <a:extLst>
                  <a:ext uri="{FF2B5EF4-FFF2-40B4-BE49-F238E27FC236}">
                    <a16:creationId xmlns:a16="http://schemas.microsoft.com/office/drawing/2014/main" id="{E8C23A83-B8C0-48DC-9EC6-1569F4D473B4}"/>
                  </a:ext>
                </a:extLst>
              </p:cNvPr>
              <p:cNvSpPr/>
              <p:nvPr/>
            </p:nvSpPr>
            <p:spPr>
              <a:xfrm>
                <a:off x="70178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8" y="2129"/>
                      <a:pt x="1076" y="2129"/>
                    </a:cubicBezTo>
                    <a:cubicBezTo>
                      <a:pt x="1339" y="2129"/>
                      <a:pt x="1605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" name="Freeform: Shape 1402">
                <a:extLst>
                  <a:ext uri="{FF2B5EF4-FFF2-40B4-BE49-F238E27FC236}">
                    <a16:creationId xmlns:a16="http://schemas.microsoft.com/office/drawing/2014/main" id="{8B4FCEE9-F83C-473F-B673-E77512574A55}"/>
                  </a:ext>
                </a:extLst>
              </p:cNvPr>
              <p:cNvSpPr/>
              <p:nvPr/>
            </p:nvSpPr>
            <p:spPr>
              <a:xfrm>
                <a:off x="7017875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4" name="Freeform: Shape 1403">
                <a:extLst>
                  <a:ext uri="{FF2B5EF4-FFF2-40B4-BE49-F238E27FC236}">
                    <a16:creationId xmlns:a16="http://schemas.microsoft.com/office/drawing/2014/main" id="{43DB9E35-3B81-495E-88F1-7326FDCF86A9}"/>
                  </a:ext>
                </a:extLst>
              </p:cNvPr>
              <p:cNvSpPr/>
              <p:nvPr/>
            </p:nvSpPr>
            <p:spPr>
              <a:xfrm>
                <a:off x="69418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5" name="Freeform: Shape 1404">
                <a:extLst>
                  <a:ext uri="{FF2B5EF4-FFF2-40B4-BE49-F238E27FC236}">
                    <a16:creationId xmlns:a16="http://schemas.microsoft.com/office/drawing/2014/main" id="{FF4E1118-13A2-45E2-A255-BE4733DA0F9B}"/>
                  </a:ext>
                </a:extLst>
              </p:cNvPr>
              <p:cNvSpPr/>
              <p:nvPr/>
            </p:nvSpPr>
            <p:spPr>
              <a:xfrm>
                <a:off x="69418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6" name="Freeform: Shape 1405">
                <a:extLst>
                  <a:ext uri="{FF2B5EF4-FFF2-40B4-BE49-F238E27FC236}">
                    <a16:creationId xmlns:a16="http://schemas.microsoft.com/office/drawing/2014/main" id="{B25E2254-B6F7-454E-8C09-5D9C6BF548D0}"/>
                  </a:ext>
                </a:extLst>
              </p:cNvPr>
              <p:cNvSpPr/>
              <p:nvPr/>
            </p:nvSpPr>
            <p:spPr>
              <a:xfrm>
                <a:off x="69418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7" name="Freeform: Shape 1406">
                <a:extLst>
                  <a:ext uri="{FF2B5EF4-FFF2-40B4-BE49-F238E27FC236}">
                    <a16:creationId xmlns:a16="http://schemas.microsoft.com/office/drawing/2014/main" id="{4A5036CB-E6B4-421D-9CE8-9072BDDFB385}"/>
                  </a:ext>
                </a:extLst>
              </p:cNvPr>
              <p:cNvSpPr/>
              <p:nvPr/>
            </p:nvSpPr>
            <p:spPr>
              <a:xfrm>
                <a:off x="69418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" name="Freeform: Shape 1407">
                <a:extLst>
                  <a:ext uri="{FF2B5EF4-FFF2-40B4-BE49-F238E27FC236}">
                    <a16:creationId xmlns:a16="http://schemas.microsoft.com/office/drawing/2014/main" id="{E3A5C13C-162A-49B8-9A84-DD21E7004AB8}"/>
                  </a:ext>
                </a:extLst>
              </p:cNvPr>
              <p:cNvSpPr/>
              <p:nvPr/>
            </p:nvSpPr>
            <p:spPr>
              <a:xfrm>
                <a:off x="68656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9" name="Freeform: Shape 1408">
                <a:extLst>
                  <a:ext uri="{FF2B5EF4-FFF2-40B4-BE49-F238E27FC236}">
                    <a16:creationId xmlns:a16="http://schemas.microsoft.com/office/drawing/2014/main" id="{A0C18873-11B7-4EC2-9399-B9ED39827028}"/>
                  </a:ext>
                </a:extLst>
              </p:cNvPr>
              <p:cNvSpPr/>
              <p:nvPr/>
            </p:nvSpPr>
            <p:spPr>
              <a:xfrm>
                <a:off x="68656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" name="Freeform: Shape 1409">
                <a:extLst>
                  <a:ext uri="{FF2B5EF4-FFF2-40B4-BE49-F238E27FC236}">
                    <a16:creationId xmlns:a16="http://schemas.microsoft.com/office/drawing/2014/main" id="{5A55E08E-1A1C-4211-9C7B-993FABE55BD7}"/>
                  </a:ext>
                </a:extLst>
              </p:cNvPr>
              <p:cNvSpPr/>
              <p:nvPr/>
            </p:nvSpPr>
            <p:spPr>
              <a:xfrm>
                <a:off x="68656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1" name="Freeform: Shape 1410">
                <a:extLst>
                  <a:ext uri="{FF2B5EF4-FFF2-40B4-BE49-F238E27FC236}">
                    <a16:creationId xmlns:a16="http://schemas.microsoft.com/office/drawing/2014/main" id="{5D8DFC3D-4E5E-4D87-8206-E427C19A1BE0}"/>
                  </a:ext>
                </a:extLst>
              </p:cNvPr>
              <p:cNvSpPr/>
              <p:nvPr/>
            </p:nvSpPr>
            <p:spPr>
              <a:xfrm>
                <a:off x="68656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2" name="Freeform: Shape 1411">
                <a:extLst>
                  <a:ext uri="{FF2B5EF4-FFF2-40B4-BE49-F238E27FC236}">
                    <a16:creationId xmlns:a16="http://schemas.microsoft.com/office/drawing/2014/main" id="{BC2D6600-BD03-451D-922E-32054BF06101}"/>
                  </a:ext>
                </a:extLst>
              </p:cNvPr>
              <p:cNvSpPr/>
              <p:nvPr/>
            </p:nvSpPr>
            <p:spPr>
              <a:xfrm>
                <a:off x="67892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3" name="Freeform: Shape 1412">
                <a:extLst>
                  <a:ext uri="{FF2B5EF4-FFF2-40B4-BE49-F238E27FC236}">
                    <a16:creationId xmlns:a16="http://schemas.microsoft.com/office/drawing/2014/main" id="{66E456BA-139A-4F6B-8F36-4224F9BDCC4F}"/>
                  </a:ext>
                </a:extLst>
              </p:cNvPr>
              <p:cNvSpPr/>
              <p:nvPr/>
            </p:nvSpPr>
            <p:spPr>
              <a:xfrm>
                <a:off x="67892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4" name="Freeform: Shape 1413">
                <a:extLst>
                  <a:ext uri="{FF2B5EF4-FFF2-40B4-BE49-F238E27FC236}">
                    <a16:creationId xmlns:a16="http://schemas.microsoft.com/office/drawing/2014/main" id="{AF70F03D-8B04-46B9-B889-E0D9C750FEA1}"/>
                  </a:ext>
                </a:extLst>
              </p:cNvPr>
              <p:cNvSpPr/>
              <p:nvPr/>
            </p:nvSpPr>
            <p:spPr>
              <a:xfrm>
                <a:off x="67892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5" name="Freeform: Shape 1414">
                <a:extLst>
                  <a:ext uri="{FF2B5EF4-FFF2-40B4-BE49-F238E27FC236}">
                    <a16:creationId xmlns:a16="http://schemas.microsoft.com/office/drawing/2014/main" id="{99A6777D-359A-47F1-97CF-747C8508BB2F}"/>
                  </a:ext>
                </a:extLst>
              </p:cNvPr>
              <p:cNvSpPr/>
              <p:nvPr/>
            </p:nvSpPr>
            <p:spPr>
              <a:xfrm>
                <a:off x="67892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" name="Freeform: Shape 1415">
                <a:extLst>
                  <a:ext uri="{FF2B5EF4-FFF2-40B4-BE49-F238E27FC236}">
                    <a16:creationId xmlns:a16="http://schemas.microsoft.com/office/drawing/2014/main" id="{A9D9AF9D-B312-4D7A-94D8-C64535D3326F}"/>
                  </a:ext>
                </a:extLst>
              </p:cNvPr>
              <p:cNvSpPr/>
              <p:nvPr/>
            </p:nvSpPr>
            <p:spPr>
              <a:xfrm>
                <a:off x="67132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" name="Freeform: Shape 1416">
                <a:extLst>
                  <a:ext uri="{FF2B5EF4-FFF2-40B4-BE49-F238E27FC236}">
                    <a16:creationId xmlns:a16="http://schemas.microsoft.com/office/drawing/2014/main" id="{DE82C371-EE68-44A0-87A7-0B7CC56E10DB}"/>
                  </a:ext>
                </a:extLst>
              </p:cNvPr>
              <p:cNvSpPr/>
              <p:nvPr/>
            </p:nvSpPr>
            <p:spPr>
              <a:xfrm>
                <a:off x="67132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8" name="Freeform: Shape 1417">
                <a:extLst>
                  <a:ext uri="{FF2B5EF4-FFF2-40B4-BE49-F238E27FC236}">
                    <a16:creationId xmlns:a16="http://schemas.microsoft.com/office/drawing/2014/main" id="{166CD13C-AFF6-45E7-BFCF-95A70ABE2114}"/>
                  </a:ext>
                </a:extLst>
              </p:cNvPr>
              <p:cNvSpPr/>
              <p:nvPr/>
            </p:nvSpPr>
            <p:spPr>
              <a:xfrm>
                <a:off x="67132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9" name="Freeform: Shape 1418">
                <a:extLst>
                  <a:ext uri="{FF2B5EF4-FFF2-40B4-BE49-F238E27FC236}">
                    <a16:creationId xmlns:a16="http://schemas.microsoft.com/office/drawing/2014/main" id="{3319763A-899F-48BE-AD8B-7F6065224184}"/>
                  </a:ext>
                </a:extLst>
              </p:cNvPr>
              <p:cNvSpPr/>
              <p:nvPr/>
            </p:nvSpPr>
            <p:spPr>
              <a:xfrm>
                <a:off x="67132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0" name="Freeform: Shape 1419">
                <a:extLst>
                  <a:ext uri="{FF2B5EF4-FFF2-40B4-BE49-F238E27FC236}">
                    <a16:creationId xmlns:a16="http://schemas.microsoft.com/office/drawing/2014/main" id="{1782872C-3242-4F67-97AD-EA4932CAE4AD}"/>
                  </a:ext>
                </a:extLst>
              </p:cNvPr>
              <p:cNvSpPr/>
              <p:nvPr/>
            </p:nvSpPr>
            <p:spPr>
              <a:xfrm>
                <a:off x="67132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1" name="Freeform: Shape 1420">
                <a:extLst>
                  <a:ext uri="{FF2B5EF4-FFF2-40B4-BE49-F238E27FC236}">
                    <a16:creationId xmlns:a16="http://schemas.microsoft.com/office/drawing/2014/main" id="{ADDB1357-58C5-4639-8055-5A39F4D9139A}"/>
                  </a:ext>
                </a:extLst>
              </p:cNvPr>
              <p:cNvSpPr/>
              <p:nvPr/>
            </p:nvSpPr>
            <p:spPr>
              <a:xfrm>
                <a:off x="6637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2" name="Freeform: Shape 1421">
                <a:extLst>
                  <a:ext uri="{FF2B5EF4-FFF2-40B4-BE49-F238E27FC236}">
                    <a16:creationId xmlns:a16="http://schemas.microsoft.com/office/drawing/2014/main" id="{9AEC8F5B-C3D6-4B55-82AC-E9B501F7E37F}"/>
                  </a:ext>
                </a:extLst>
              </p:cNvPr>
              <p:cNvSpPr/>
              <p:nvPr/>
            </p:nvSpPr>
            <p:spPr>
              <a:xfrm>
                <a:off x="66370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Freeform: Shape 1422">
                <a:extLst>
                  <a:ext uri="{FF2B5EF4-FFF2-40B4-BE49-F238E27FC236}">
                    <a16:creationId xmlns:a16="http://schemas.microsoft.com/office/drawing/2014/main" id="{65D4692D-5687-4712-A70B-C9755B7C0228}"/>
                  </a:ext>
                </a:extLst>
              </p:cNvPr>
              <p:cNvSpPr/>
              <p:nvPr/>
            </p:nvSpPr>
            <p:spPr>
              <a:xfrm>
                <a:off x="6560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Freeform: Shape 1423">
                <a:extLst>
                  <a:ext uri="{FF2B5EF4-FFF2-40B4-BE49-F238E27FC236}">
                    <a16:creationId xmlns:a16="http://schemas.microsoft.com/office/drawing/2014/main" id="{3CE82FD2-25ED-45F6-81EE-5D85A4E37279}"/>
                  </a:ext>
                </a:extLst>
              </p:cNvPr>
              <p:cNvSpPr/>
              <p:nvPr/>
            </p:nvSpPr>
            <p:spPr>
              <a:xfrm>
                <a:off x="656080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" name="Freeform: Shape 1424">
                <a:extLst>
                  <a:ext uri="{FF2B5EF4-FFF2-40B4-BE49-F238E27FC236}">
                    <a16:creationId xmlns:a16="http://schemas.microsoft.com/office/drawing/2014/main" id="{1602AF78-0721-49A3-837C-31AF58275E25}"/>
                  </a:ext>
                </a:extLst>
              </p:cNvPr>
              <p:cNvSpPr/>
              <p:nvPr/>
            </p:nvSpPr>
            <p:spPr>
              <a:xfrm>
                <a:off x="656080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" name="Freeform: Shape 1425">
                <a:extLst>
                  <a:ext uri="{FF2B5EF4-FFF2-40B4-BE49-F238E27FC236}">
                    <a16:creationId xmlns:a16="http://schemas.microsoft.com/office/drawing/2014/main" id="{672F912B-29FB-4F32-819E-2B4A586CA4F1}"/>
                  </a:ext>
                </a:extLst>
              </p:cNvPr>
              <p:cNvSpPr/>
              <p:nvPr/>
            </p:nvSpPr>
            <p:spPr>
              <a:xfrm>
                <a:off x="64845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Freeform: Shape 1426">
                <a:extLst>
                  <a:ext uri="{FF2B5EF4-FFF2-40B4-BE49-F238E27FC236}">
                    <a16:creationId xmlns:a16="http://schemas.microsoft.com/office/drawing/2014/main" id="{8CE5AAD1-0336-48C6-9B42-8D875C3E3EAE}"/>
                  </a:ext>
                </a:extLst>
              </p:cNvPr>
              <p:cNvSpPr/>
              <p:nvPr/>
            </p:nvSpPr>
            <p:spPr>
              <a:xfrm>
                <a:off x="64845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8" name="Freeform: Shape 1427">
                <a:extLst>
                  <a:ext uri="{FF2B5EF4-FFF2-40B4-BE49-F238E27FC236}">
                    <a16:creationId xmlns:a16="http://schemas.microsoft.com/office/drawing/2014/main" id="{169D4B74-6B41-43B6-B775-DECB822E80C3}"/>
                  </a:ext>
                </a:extLst>
              </p:cNvPr>
              <p:cNvSpPr/>
              <p:nvPr/>
            </p:nvSpPr>
            <p:spPr>
              <a:xfrm>
                <a:off x="64083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9" name="Freeform: Shape 1428">
                <a:extLst>
                  <a:ext uri="{FF2B5EF4-FFF2-40B4-BE49-F238E27FC236}">
                    <a16:creationId xmlns:a16="http://schemas.microsoft.com/office/drawing/2014/main" id="{4A6A0B4B-756C-468E-AF60-CBB950D59B20}"/>
                  </a:ext>
                </a:extLst>
              </p:cNvPr>
              <p:cNvSpPr/>
              <p:nvPr/>
            </p:nvSpPr>
            <p:spPr>
              <a:xfrm>
                <a:off x="64083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0" name="Freeform: Shape 1429">
                <a:extLst>
                  <a:ext uri="{FF2B5EF4-FFF2-40B4-BE49-F238E27FC236}">
                    <a16:creationId xmlns:a16="http://schemas.microsoft.com/office/drawing/2014/main" id="{B0A5B4B1-0696-4A56-86B7-59832B8C1192}"/>
                  </a:ext>
                </a:extLst>
              </p:cNvPr>
              <p:cNvSpPr/>
              <p:nvPr/>
            </p:nvSpPr>
            <p:spPr>
              <a:xfrm>
                <a:off x="64083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1" name="Freeform: Shape 1430">
                <a:extLst>
                  <a:ext uri="{FF2B5EF4-FFF2-40B4-BE49-F238E27FC236}">
                    <a16:creationId xmlns:a16="http://schemas.microsoft.com/office/drawing/2014/main" id="{1875A20A-C914-4F7D-BE87-A4DED2CC9295}"/>
                  </a:ext>
                </a:extLst>
              </p:cNvPr>
              <p:cNvSpPr/>
              <p:nvPr/>
            </p:nvSpPr>
            <p:spPr>
              <a:xfrm>
                <a:off x="64083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2" name="Freeform: Shape 1431">
                <a:extLst>
                  <a:ext uri="{FF2B5EF4-FFF2-40B4-BE49-F238E27FC236}">
                    <a16:creationId xmlns:a16="http://schemas.microsoft.com/office/drawing/2014/main" id="{3571B1DD-F7CC-437B-83DD-700202063864}"/>
                  </a:ext>
                </a:extLst>
              </p:cNvPr>
              <p:cNvSpPr/>
              <p:nvPr/>
            </p:nvSpPr>
            <p:spPr>
              <a:xfrm>
                <a:off x="64083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3" name="Freeform: Shape 1432">
                <a:extLst>
                  <a:ext uri="{FF2B5EF4-FFF2-40B4-BE49-F238E27FC236}">
                    <a16:creationId xmlns:a16="http://schemas.microsoft.com/office/drawing/2014/main" id="{6DA42861-2D35-452A-8B96-560099F03BD8}"/>
                  </a:ext>
                </a:extLst>
              </p:cNvPr>
              <p:cNvSpPr/>
              <p:nvPr/>
            </p:nvSpPr>
            <p:spPr>
              <a:xfrm>
                <a:off x="64083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4" name="Freeform: Shape 1433">
                <a:extLst>
                  <a:ext uri="{FF2B5EF4-FFF2-40B4-BE49-F238E27FC236}">
                    <a16:creationId xmlns:a16="http://schemas.microsoft.com/office/drawing/2014/main" id="{851BD134-1A6F-4C21-91D4-56A3FCBCEB67}"/>
                  </a:ext>
                </a:extLst>
              </p:cNvPr>
              <p:cNvSpPr/>
              <p:nvPr/>
            </p:nvSpPr>
            <p:spPr>
              <a:xfrm>
                <a:off x="64083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5" name="Freeform: Shape 1434">
                <a:extLst>
                  <a:ext uri="{FF2B5EF4-FFF2-40B4-BE49-F238E27FC236}">
                    <a16:creationId xmlns:a16="http://schemas.microsoft.com/office/drawing/2014/main" id="{69444B56-5830-4AE4-AAEF-B2E7EB0C1334}"/>
                  </a:ext>
                </a:extLst>
              </p:cNvPr>
              <p:cNvSpPr/>
              <p:nvPr/>
            </p:nvSpPr>
            <p:spPr>
              <a:xfrm>
                <a:off x="63323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Freeform: Shape 1435">
                <a:extLst>
                  <a:ext uri="{FF2B5EF4-FFF2-40B4-BE49-F238E27FC236}">
                    <a16:creationId xmlns:a16="http://schemas.microsoft.com/office/drawing/2014/main" id="{D29A0DA1-FB03-4828-97E5-B3F3B0A0311B}"/>
                  </a:ext>
                </a:extLst>
              </p:cNvPr>
              <p:cNvSpPr/>
              <p:nvPr/>
            </p:nvSpPr>
            <p:spPr>
              <a:xfrm>
                <a:off x="63323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7" name="Freeform: Shape 1436">
                <a:extLst>
                  <a:ext uri="{FF2B5EF4-FFF2-40B4-BE49-F238E27FC236}">
                    <a16:creationId xmlns:a16="http://schemas.microsoft.com/office/drawing/2014/main" id="{8552E337-07B2-429E-B132-7D9EE3505F1F}"/>
                  </a:ext>
                </a:extLst>
              </p:cNvPr>
              <p:cNvSpPr/>
              <p:nvPr/>
            </p:nvSpPr>
            <p:spPr>
              <a:xfrm>
                <a:off x="63323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8" name="Freeform: Shape 1437">
                <a:extLst>
                  <a:ext uri="{FF2B5EF4-FFF2-40B4-BE49-F238E27FC236}">
                    <a16:creationId xmlns:a16="http://schemas.microsoft.com/office/drawing/2014/main" id="{2014AA50-8BD8-4B58-AEA6-7D176A30099E}"/>
                  </a:ext>
                </a:extLst>
              </p:cNvPr>
              <p:cNvSpPr/>
              <p:nvPr/>
            </p:nvSpPr>
            <p:spPr>
              <a:xfrm>
                <a:off x="63323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9" name="Freeform: Shape 1438">
                <a:extLst>
                  <a:ext uri="{FF2B5EF4-FFF2-40B4-BE49-F238E27FC236}">
                    <a16:creationId xmlns:a16="http://schemas.microsoft.com/office/drawing/2014/main" id="{F436ADE3-482C-430B-9CBD-D0BF89E03C43}"/>
                  </a:ext>
                </a:extLst>
              </p:cNvPr>
              <p:cNvSpPr/>
              <p:nvPr/>
            </p:nvSpPr>
            <p:spPr>
              <a:xfrm>
                <a:off x="63323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0" name="Freeform: Shape 1439">
                <a:extLst>
                  <a:ext uri="{FF2B5EF4-FFF2-40B4-BE49-F238E27FC236}">
                    <a16:creationId xmlns:a16="http://schemas.microsoft.com/office/drawing/2014/main" id="{34951E83-A4E8-47A0-B266-4F502FE019F3}"/>
                  </a:ext>
                </a:extLst>
              </p:cNvPr>
              <p:cNvSpPr/>
              <p:nvPr/>
            </p:nvSpPr>
            <p:spPr>
              <a:xfrm>
                <a:off x="63323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1" name="Freeform: Shape 1440">
                <a:extLst>
                  <a:ext uri="{FF2B5EF4-FFF2-40B4-BE49-F238E27FC236}">
                    <a16:creationId xmlns:a16="http://schemas.microsoft.com/office/drawing/2014/main" id="{A4D9B093-13F8-4886-9F42-16E5A53E6389}"/>
                  </a:ext>
                </a:extLst>
              </p:cNvPr>
              <p:cNvSpPr/>
              <p:nvPr/>
            </p:nvSpPr>
            <p:spPr>
              <a:xfrm>
                <a:off x="63323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2" name="Freeform: Shape 1441">
                <a:extLst>
                  <a:ext uri="{FF2B5EF4-FFF2-40B4-BE49-F238E27FC236}">
                    <a16:creationId xmlns:a16="http://schemas.microsoft.com/office/drawing/2014/main" id="{3C2CC033-0392-4CBC-BD07-8762E19C01B3}"/>
                  </a:ext>
                </a:extLst>
              </p:cNvPr>
              <p:cNvSpPr/>
              <p:nvPr/>
            </p:nvSpPr>
            <p:spPr>
              <a:xfrm>
                <a:off x="62561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3" name="Freeform: Shape 1442">
                <a:extLst>
                  <a:ext uri="{FF2B5EF4-FFF2-40B4-BE49-F238E27FC236}">
                    <a16:creationId xmlns:a16="http://schemas.microsoft.com/office/drawing/2014/main" id="{A82756E2-63D1-4BB3-AABF-D8EFD9305B6B}"/>
                  </a:ext>
                </a:extLst>
              </p:cNvPr>
              <p:cNvSpPr/>
              <p:nvPr/>
            </p:nvSpPr>
            <p:spPr>
              <a:xfrm>
                <a:off x="62561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4" name="Freeform: Shape 1443">
                <a:extLst>
                  <a:ext uri="{FF2B5EF4-FFF2-40B4-BE49-F238E27FC236}">
                    <a16:creationId xmlns:a16="http://schemas.microsoft.com/office/drawing/2014/main" id="{0BF3C927-2A93-47A2-A6A9-A7ECB2810FC9}"/>
                  </a:ext>
                </a:extLst>
              </p:cNvPr>
              <p:cNvSpPr/>
              <p:nvPr/>
            </p:nvSpPr>
            <p:spPr>
              <a:xfrm>
                <a:off x="62561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Freeform: Shape 1444">
                <a:extLst>
                  <a:ext uri="{FF2B5EF4-FFF2-40B4-BE49-F238E27FC236}">
                    <a16:creationId xmlns:a16="http://schemas.microsoft.com/office/drawing/2014/main" id="{A14A6419-6126-4818-AE68-064358481F0A}"/>
                  </a:ext>
                </a:extLst>
              </p:cNvPr>
              <p:cNvSpPr/>
              <p:nvPr/>
            </p:nvSpPr>
            <p:spPr>
              <a:xfrm>
                <a:off x="62561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6" name="Freeform: Shape 1445">
                <a:extLst>
                  <a:ext uri="{FF2B5EF4-FFF2-40B4-BE49-F238E27FC236}">
                    <a16:creationId xmlns:a16="http://schemas.microsoft.com/office/drawing/2014/main" id="{C4C8EF02-6841-4CE0-9836-3584BC2BEB72}"/>
                  </a:ext>
                </a:extLst>
              </p:cNvPr>
              <p:cNvSpPr/>
              <p:nvPr/>
            </p:nvSpPr>
            <p:spPr>
              <a:xfrm>
                <a:off x="62561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7" name="Freeform: Shape 1446">
                <a:extLst>
                  <a:ext uri="{FF2B5EF4-FFF2-40B4-BE49-F238E27FC236}">
                    <a16:creationId xmlns:a16="http://schemas.microsoft.com/office/drawing/2014/main" id="{B29E54FD-0F98-45F3-951D-D9986EBFF8A9}"/>
                  </a:ext>
                </a:extLst>
              </p:cNvPr>
              <p:cNvSpPr/>
              <p:nvPr/>
            </p:nvSpPr>
            <p:spPr>
              <a:xfrm>
                <a:off x="62561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Freeform: Shape 1447">
                <a:extLst>
                  <a:ext uri="{FF2B5EF4-FFF2-40B4-BE49-F238E27FC236}">
                    <a16:creationId xmlns:a16="http://schemas.microsoft.com/office/drawing/2014/main" id="{72AC5760-B5D4-4834-8D83-A34715941850}"/>
                  </a:ext>
                </a:extLst>
              </p:cNvPr>
              <p:cNvSpPr/>
              <p:nvPr/>
            </p:nvSpPr>
            <p:spPr>
              <a:xfrm>
                <a:off x="62561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Freeform: Shape 1448">
                <a:extLst>
                  <a:ext uri="{FF2B5EF4-FFF2-40B4-BE49-F238E27FC236}">
                    <a16:creationId xmlns:a16="http://schemas.microsoft.com/office/drawing/2014/main" id="{80DC3581-102D-4F48-A261-9A0D4BADA47F}"/>
                  </a:ext>
                </a:extLst>
              </p:cNvPr>
              <p:cNvSpPr/>
              <p:nvPr/>
            </p:nvSpPr>
            <p:spPr>
              <a:xfrm>
                <a:off x="62561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0" name="Freeform: Shape 1449">
                <a:extLst>
                  <a:ext uri="{FF2B5EF4-FFF2-40B4-BE49-F238E27FC236}">
                    <a16:creationId xmlns:a16="http://schemas.microsoft.com/office/drawing/2014/main" id="{A1B88335-AA26-4037-9CD7-4ECF07DE7716}"/>
                  </a:ext>
                </a:extLst>
              </p:cNvPr>
              <p:cNvSpPr/>
              <p:nvPr/>
            </p:nvSpPr>
            <p:spPr>
              <a:xfrm>
                <a:off x="61799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1" name="Freeform: Shape 1450">
                <a:extLst>
                  <a:ext uri="{FF2B5EF4-FFF2-40B4-BE49-F238E27FC236}">
                    <a16:creationId xmlns:a16="http://schemas.microsoft.com/office/drawing/2014/main" id="{A8C89D44-4DBD-4FEE-9A6F-B0ADE18145D4}"/>
                  </a:ext>
                </a:extLst>
              </p:cNvPr>
              <p:cNvSpPr/>
              <p:nvPr/>
            </p:nvSpPr>
            <p:spPr>
              <a:xfrm>
                <a:off x="61799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2" name="Freeform: Shape 1451">
                <a:extLst>
                  <a:ext uri="{FF2B5EF4-FFF2-40B4-BE49-F238E27FC236}">
                    <a16:creationId xmlns:a16="http://schemas.microsoft.com/office/drawing/2014/main" id="{DDD0B2DD-9A49-432F-8769-697811A7D01F}"/>
                  </a:ext>
                </a:extLst>
              </p:cNvPr>
              <p:cNvSpPr/>
              <p:nvPr/>
            </p:nvSpPr>
            <p:spPr>
              <a:xfrm>
                <a:off x="61799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3" name="Freeform: Shape 1452">
                <a:extLst>
                  <a:ext uri="{FF2B5EF4-FFF2-40B4-BE49-F238E27FC236}">
                    <a16:creationId xmlns:a16="http://schemas.microsoft.com/office/drawing/2014/main" id="{B5C3C6CE-F2AF-4A05-BA51-55122E5AF7F2}"/>
                  </a:ext>
                </a:extLst>
              </p:cNvPr>
              <p:cNvSpPr/>
              <p:nvPr/>
            </p:nvSpPr>
            <p:spPr>
              <a:xfrm>
                <a:off x="6179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4" name="Freeform: Shape 1453">
                <a:extLst>
                  <a:ext uri="{FF2B5EF4-FFF2-40B4-BE49-F238E27FC236}">
                    <a16:creationId xmlns:a16="http://schemas.microsoft.com/office/drawing/2014/main" id="{000CE440-66F0-4F88-B717-444379F9211E}"/>
                  </a:ext>
                </a:extLst>
              </p:cNvPr>
              <p:cNvSpPr/>
              <p:nvPr/>
            </p:nvSpPr>
            <p:spPr>
              <a:xfrm>
                <a:off x="61037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5" name="Freeform: Shape 1454">
                <a:extLst>
                  <a:ext uri="{FF2B5EF4-FFF2-40B4-BE49-F238E27FC236}">
                    <a16:creationId xmlns:a16="http://schemas.microsoft.com/office/drawing/2014/main" id="{283982F0-4E3B-4D38-BA4E-E82E414A071D}"/>
                  </a:ext>
                </a:extLst>
              </p:cNvPr>
              <p:cNvSpPr/>
              <p:nvPr/>
            </p:nvSpPr>
            <p:spPr>
              <a:xfrm>
                <a:off x="61037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6" name="Freeform: Shape 1455">
                <a:extLst>
                  <a:ext uri="{FF2B5EF4-FFF2-40B4-BE49-F238E27FC236}">
                    <a16:creationId xmlns:a16="http://schemas.microsoft.com/office/drawing/2014/main" id="{46D821EB-4D8B-41E1-97CE-8CF0740F6835}"/>
                  </a:ext>
                </a:extLst>
              </p:cNvPr>
              <p:cNvSpPr/>
              <p:nvPr/>
            </p:nvSpPr>
            <p:spPr>
              <a:xfrm>
                <a:off x="61037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7" name="Freeform: Shape 1456">
                <a:extLst>
                  <a:ext uri="{FF2B5EF4-FFF2-40B4-BE49-F238E27FC236}">
                    <a16:creationId xmlns:a16="http://schemas.microsoft.com/office/drawing/2014/main" id="{B01832D0-AEA7-44BD-8923-AEBF7DD762D0}"/>
                  </a:ext>
                </a:extLst>
              </p:cNvPr>
              <p:cNvSpPr/>
              <p:nvPr/>
            </p:nvSpPr>
            <p:spPr>
              <a:xfrm>
                <a:off x="61037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8" name="Freeform: Shape 1457">
                <a:extLst>
                  <a:ext uri="{FF2B5EF4-FFF2-40B4-BE49-F238E27FC236}">
                    <a16:creationId xmlns:a16="http://schemas.microsoft.com/office/drawing/2014/main" id="{6EE9BA7F-21D0-4A73-8645-601DFE87B85E}"/>
                  </a:ext>
                </a:extLst>
              </p:cNvPr>
              <p:cNvSpPr/>
              <p:nvPr/>
            </p:nvSpPr>
            <p:spPr>
              <a:xfrm>
                <a:off x="61037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9" name="Freeform: Shape 1458">
                <a:extLst>
                  <a:ext uri="{FF2B5EF4-FFF2-40B4-BE49-F238E27FC236}">
                    <a16:creationId xmlns:a16="http://schemas.microsoft.com/office/drawing/2014/main" id="{E4710C4B-61AC-412D-99BD-56453F285F38}"/>
                  </a:ext>
                </a:extLst>
              </p:cNvPr>
              <p:cNvSpPr/>
              <p:nvPr/>
            </p:nvSpPr>
            <p:spPr>
              <a:xfrm>
                <a:off x="60275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0" name="Freeform: Shape 1459">
                <a:extLst>
                  <a:ext uri="{FF2B5EF4-FFF2-40B4-BE49-F238E27FC236}">
                    <a16:creationId xmlns:a16="http://schemas.microsoft.com/office/drawing/2014/main" id="{44FD2ED9-49C2-4C9A-BC92-2FA04AC71AA2}"/>
                  </a:ext>
                </a:extLst>
              </p:cNvPr>
              <p:cNvSpPr/>
              <p:nvPr/>
            </p:nvSpPr>
            <p:spPr>
              <a:xfrm>
                <a:off x="60275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1" name="Freeform: Shape 1460">
                <a:extLst>
                  <a:ext uri="{FF2B5EF4-FFF2-40B4-BE49-F238E27FC236}">
                    <a16:creationId xmlns:a16="http://schemas.microsoft.com/office/drawing/2014/main" id="{F632D374-9CFE-495A-AA95-6CBAED07EAD1}"/>
                  </a:ext>
                </a:extLst>
              </p:cNvPr>
              <p:cNvSpPr/>
              <p:nvPr/>
            </p:nvSpPr>
            <p:spPr>
              <a:xfrm>
                <a:off x="5951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2" name="Freeform: Shape 1461">
                <a:extLst>
                  <a:ext uri="{FF2B5EF4-FFF2-40B4-BE49-F238E27FC236}">
                    <a16:creationId xmlns:a16="http://schemas.microsoft.com/office/drawing/2014/main" id="{33285DCC-28AF-4FA1-A0B2-6ECD2924F052}"/>
                  </a:ext>
                </a:extLst>
              </p:cNvPr>
              <p:cNvSpPr/>
              <p:nvPr/>
            </p:nvSpPr>
            <p:spPr>
              <a:xfrm>
                <a:off x="5951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3" name="Freeform: Shape 1462">
                <a:extLst>
                  <a:ext uri="{FF2B5EF4-FFF2-40B4-BE49-F238E27FC236}">
                    <a16:creationId xmlns:a16="http://schemas.microsoft.com/office/drawing/2014/main" id="{100D4715-2A3E-4DC9-A351-9F33D566F8D2}"/>
                  </a:ext>
                </a:extLst>
              </p:cNvPr>
              <p:cNvSpPr/>
              <p:nvPr/>
            </p:nvSpPr>
            <p:spPr>
              <a:xfrm>
                <a:off x="5951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4" name="Freeform: Shape 1463">
                <a:extLst>
                  <a:ext uri="{FF2B5EF4-FFF2-40B4-BE49-F238E27FC236}">
                    <a16:creationId xmlns:a16="http://schemas.microsoft.com/office/drawing/2014/main" id="{225F1794-BBAC-4E69-9633-0B86ABAC728D}"/>
                  </a:ext>
                </a:extLst>
              </p:cNvPr>
              <p:cNvSpPr/>
              <p:nvPr/>
            </p:nvSpPr>
            <p:spPr>
              <a:xfrm>
                <a:off x="5951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5" name="Freeform: Shape 1464">
                <a:extLst>
                  <a:ext uri="{FF2B5EF4-FFF2-40B4-BE49-F238E27FC236}">
                    <a16:creationId xmlns:a16="http://schemas.microsoft.com/office/drawing/2014/main" id="{5509F31B-B55A-442C-95DE-C4353D8CDC25}"/>
                  </a:ext>
                </a:extLst>
              </p:cNvPr>
              <p:cNvSpPr/>
              <p:nvPr/>
            </p:nvSpPr>
            <p:spPr>
              <a:xfrm>
                <a:off x="59514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6" name="Freeform: Shape 1465">
                <a:extLst>
                  <a:ext uri="{FF2B5EF4-FFF2-40B4-BE49-F238E27FC236}">
                    <a16:creationId xmlns:a16="http://schemas.microsoft.com/office/drawing/2014/main" id="{8F71F1B3-53B5-4A6B-9811-FD854604C88A}"/>
                  </a:ext>
                </a:extLst>
              </p:cNvPr>
              <p:cNvSpPr/>
              <p:nvPr/>
            </p:nvSpPr>
            <p:spPr>
              <a:xfrm>
                <a:off x="58752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7" name="Freeform: Shape 1466">
                <a:extLst>
                  <a:ext uri="{FF2B5EF4-FFF2-40B4-BE49-F238E27FC236}">
                    <a16:creationId xmlns:a16="http://schemas.microsoft.com/office/drawing/2014/main" id="{9FFA574D-30BA-485B-AC4A-1FDAC4C5D012}"/>
                  </a:ext>
                </a:extLst>
              </p:cNvPr>
              <p:cNvSpPr/>
              <p:nvPr/>
            </p:nvSpPr>
            <p:spPr>
              <a:xfrm>
                <a:off x="58752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8" name="Freeform: Shape 1467">
                <a:extLst>
                  <a:ext uri="{FF2B5EF4-FFF2-40B4-BE49-F238E27FC236}">
                    <a16:creationId xmlns:a16="http://schemas.microsoft.com/office/drawing/2014/main" id="{801EEA1A-F58F-42C1-B1DC-58DDA0E7C82D}"/>
                  </a:ext>
                </a:extLst>
              </p:cNvPr>
              <p:cNvSpPr/>
              <p:nvPr/>
            </p:nvSpPr>
            <p:spPr>
              <a:xfrm>
                <a:off x="58752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9" name="Freeform: Shape 1468">
                <a:extLst>
                  <a:ext uri="{FF2B5EF4-FFF2-40B4-BE49-F238E27FC236}">
                    <a16:creationId xmlns:a16="http://schemas.microsoft.com/office/drawing/2014/main" id="{092C44F2-7C51-4B54-8E26-5F3AFB6792D3}"/>
                  </a:ext>
                </a:extLst>
              </p:cNvPr>
              <p:cNvSpPr/>
              <p:nvPr/>
            </p:nvSpPr>
            <p:spPr>
              <a:xfrm>
                <a:off x="58752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0" name="Freeform: Shape 1469">
                <a:extLst>
                  <a:ext uri="{FF2B5EF4-FFF2-40B4-BE49-F238E27FC236}">
                    <a16:creationId xmlns:a16="http://schemas.microsoft.com/office/drawing/2014/main" id="{26D316D3-BFB5-4C38-9BAA-D833916DBD8C}"/>
                  </a:ext>
                </a:extLst>
              </p:cNvPr>
              <p:cNvSpPr/>
              <p:nvPr/>
            </p:nvSpPr>
            <p:spPr>
              <a:xfrm>
                <a:off x="58752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1" name="Freeform: Shape 1470">
                <a:extLst>
                  <a:ext uri="{FF2B5EF4-FFF2-40B4-BE49-F238E27FC236}">
                    <a16:creationId xmlns:a16="http://schemas.microsoft.com/office/drawing/2014/main" id="{4CACFB56-7A9E-420E-B2ED-3F09F44C18B7}"/>
                  </a:ext>
                </a:extLst>
              </p:cNvPr>
              <p:cNvSpPr/>
              <p:nvPr/>
            </p:nvSpPr>
            <p:spPr>
              <a:xfrm>
                <a:off x="5875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2" name="Freeform: Shape 1471">
                <a:extLst>
                  <a:ext uri="{FF2B5EF4-FFF2-40B4-BE49-F238E27FC236}">
                    <a16:creationId xmlns:a16="http://schemas.microsoft.com/office/drawing/2014/main" id="{55D1DE64-07CA-4B20-8F57-9B833979E017}"/>
                  </a:ext>
                </a:extLst>
              </p:cNvPr>
              <p:cNvSpPr/>
              <p:nvPr/>
            </p:nvSpPr>
            <p:spPr>
              <a:xfrm>
                <a:off x="5875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3" name="Freeform: Shape 1472">
                <a:extLst>
                  <a:ext uri="{FF2B5EF4-FFF2-40B4-BE49-F238E27FC236}">
                    <a16:creationId xmlns:a16="http://schemas.microsoft.com/office/drawing/2014/main" id="{5CCF6A6F-4D9B-4E75-A763-00B17DD3AE72}"/>
                  </a:ext>
                </a:extLst>
              </p:cNvPr>
              <p:cNvSpPr/>
              <p:nvPr/>
            </p:nvSpPr>
            <p:spPr>
              <a:xfrm>
                <a:off x="57992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4" name="Freeform: Shape 1473">
                <a:extLst>
                  <a:ext uri="{FF2B5EF4-FFF2-40B4-BE49-F238E27FC236}">
                    <a16:creationId xmlns:a16="http://schemas.microsoft.com/office/drawing/2014/main" id="{0C1CD8A9-3FF4-4DDE-BA37-F2DE4FDB59C3}"/>
                  </a:ext>
                </a:extLst>
              </p:cNvPr>
              <p:cNvSpPr/>
              <p:nvPr/>
            </p:nvSpPr>
            <p:spPr>
              <a:xfrm>
                <a:off x="57992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5" name="Freeform: Shape 1474">
                <a:extLst>
                  <a:ext uri="{FF2B5EF4-FFF2-40B4-BE49-F238E27FC236}">
                    <a16:creationId xmlns:a16="http://schemas.microsoft.com/office/drawing/2014/main" id="{9B500988-1535-4E94-9ED4-418650506DDA}"/>
                  </a:ext>
                </a:extLst>
              </p:cNvPr>
              <p:cNvSpPr/>
              <p:nvPr/>
            </p:nvSpPr>
            <p:spPr>
              <a:xfrm>
                <a:off x="5799125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6" name="Freeform: Shape 1475">
                <a:extLst>
                  <a:ext uri="{FF2B5EF4-FFF2-40B4-BE49-F238E27FC236}">
                    <a16:creationId xmlns:a16="http://schemas.microsoft.com/office/drawing/2014/main" id="{FC17B131-29D1-475E-922E-EC7B38757556}"/>
                  </a:ext>
                </a:extLst>
              </p:cNvPr>
              <p:cNvSpPr/>
              <p:nvPr/>
            </p:nvSpPr>
            <p:spPr>
              <a:xfrm>
                <a:off x="57230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7" name="Freeform: Shape 1476">
                <a:extLst>
                  <a:ext uri="{FF2B5EF4-FFF2-40B4-BE49-F238E27FC236}">
                    <a16:creationId xmlns:a16="http://schemas.microsoft.com/office/drawing/2014/main" id="{CEB42266-2080-470D-B27D-6E6136E9AFDA}"/>
                  </a:ext>
                </a:extLst>
              </p:cNvPr>
              <p:cNvSpPr/>
              <p:nvPr/>
            </p:nvSpPr>
            <p:spPr>
              <a:xfrm>
                <a:off x="57230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8" name="Freeform: Shape 1477">
                <a:extLst>
                  <a:ext uri="{FF2B5EF4-FFF2-40B4-BE49-F238E27FC236}">
                    <a16:creationId xmlns:a16="http://schemas.microsoft.com/office/drawing/2014/main" id="{E7C9A192-8193-48E2-B192-6F1321A90254}"/>
                  </a:ext>
                </a:extLst>
              </p:cNvPr>
              <p:cNvSpPr/>
              <p:nvPr/>
            </p:nvSpPr>
            <p:spPr>
              <a:xfrm>
                <a:off x="57230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9" name="Freeform: Shape 1478">
                <a:extLst>
                  <a:ext uri="{FF2B5EF4-FFF2-40B4-BE49-F238E27FC236}">
                    <a16:creationId xmlns:a16="http://schemas.microsoft.com/office/drawing/2014/main" id="{E5AA9C20-4FB0-4EF6-9D60-1437D6C25A8F}"/>
                  </a:ext>
                </a:extLst>
              </p:cNvPr>
              <p:cNvSpPr/>
              <p:nvPr/>
            </p:nvSpPr>
            <p:spPr>
              <a:xfrm>
                <a:off x="57230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0" name="Freeform: Shape 1479">
                <a:extLst>
                  <a:ext uri="{FF2B5EF4-FFF2-40B4-BE49-F238E27FC236}">
                    <a16:creationId xmlns:a16="http://schemas.microsoft.com/office/drawing/2014/main" id="{63ACAD50-72C6-499F-A95B-7A995E1BF1BC}"/>
                  </a:ext>
                </a:extLst>
              </p:cNvPr>
              <p:cNvSpPr/>
              <p:nvPr/>
            </p:nvSpPr>
            <p:spPr>
              <a:xfrm>
                <a:off x="57230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1" name="Freeform: Shape 1480">
                <a:extLst>
                  <a:ext uri="{FF2B5EF4-FFF2-40B4-BE49-F238E27FC236}">
                    <a16:creationId xmlns:a16="http://schemas.microsoft.com/office/drawing/2014/main" id="{B89510D0-C19A-4104-95AB-13A512359F66}"/>
                  </a:ext>
                </a:extLst>
              </p:cNvPr>
              <p:cNvSpPr/>
              <p:nvPr/>
            </p:nvSpPr>
            <p:spPr>
              <a:xfrm>
                <a:off x="5722900" y="119055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46"/>
                      <a:pt x="2014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2" name="Freeform: Shape 1481">
                <a:extLst>
                  <a:ext uri="{FF2B5EF4-FFF2-40B4-BE49-F238E27FC236}">
                    <a16:creationId xmlns:a16="http://schemas.microsoft.com/office/drawing/2014/main" id="{57A67B24-3D1D-4F56-8C9A-5F3C176733AD}"/>
                  </a:ext>
                </a:extLst>
              </p:cNvPr>
              <p:cNvSpPr/>
              <p:nvPr/>
            </p:nvSpPr>
            <p:spPr>
              <a:xfrm>
                <a:off x="56468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3" name="Freeform: Shape 1482">
                <a:extLst>
                  <a:ext uri="{FF2B5EF4-FFF2-40B4-BE49-F238E27FC236}">
                    <a16:creationId xmlns:a16="http://schemas.microsoft.com/office/drawing/2014/main" id="{AF37C6DC-23A2-408D-A917-976846E04AD9}"/>
                  </a:ext>
                </a:extLst>
              </p:cNvPr>
              <p:cNvSpPr/>
              <p:nvPr/>
            </p:nvSpPr>
            <p:spPr>
              <a:xfrm>
                <a:off x="56468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4" name="Freeform: Shape 1483">
                <a:extLst>
                  <a:ext uri="{FF2B5EF4-FFF2-40B4-BE49-F238E27FC236}">
                    <a16:creationId xmlns:a16="http://schemas.microsoft.com/office/drawing/2014/main" id="{5AC3AD3F-8AC7-41E0-8E33-4C15A9BE0288}"/>
                  </a:ext>
                </a:extLst>
              </p:cNvPr>
              <p:cNvSpPr/>
              <p:nvPr/>
            </p:nvSpPr>
            <p:spPr>
              <a:xfrm>
                <a:off x="56468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5" name="Freeform: Shape 1484">
                <a:extLst>
                  <a:ext uri="{FF2B5EF4-FFF2-40B4-BE49-F238E27FC236}">
                    <a16:creationId xmlns:a16="http://schemas.microsoft.com/office/drawing/2014/main" id="{F41D6C34-FFD0-4878-9F35-F43EE832DE43}"/>
                  </a:ext>
                </a:extLst>
              </p:cNvPr>
              <p:cNvSpPr/>
              <p:nvPr/>
            </p:nvSpPr>
            <p:spPr>
              <a:xfrm>
                <a:off x="56468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6" name="Freeform: Shape 1485">
                <a:extLst>
                  <a:ext uri="{FF2B5EF4-FFF2-40B4-BE49-F238E27FC236}">
                    <a16:creationId xmlns:a16="http://schemas.microsoft.com/office/drawing/2014/main" id="{1B19F085-8759-4F83-9E84-B6DDEB7147CA}"/>
                  </a:ext>
                </a:extLst>
              </p:cNvPr>
              <p:cNvSpPr/>
              <p:nvPr/>
            </p:nvSpPr>
            <p:spPr>
              <a:xfrm>
                <a:off x="56468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7" name="Freeform: Shape 1486">
                <a:extLst>
                  <a:ext uri="{FF2B5EF4-FFF2-40B4-BE49-F238E27FC236}">
                    <a16:creationId xmlns:a16="http://schemas.microsoft.com/office/drawing/2014/main" id="{DABAC21C-4F1A-472D-8FE2-FD85D1275E7F}"/>
                  </a:ext>
                </a:extLst>
              </p:cNvPr>
              <p:cNvSpPr/>
              <p:nvPr/>
            </p:nvSpPr>
            <p:spPr>
              <a:xfrm>
                <a:off x="5646700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8" name="Freeform: Shape 1487">
                <a:extLst>
                  <a:ext uri="{FF2B5EF4-FFF2-40B4-BE49-F238E27FC236}">
                    <a16:creationId xmlns:a16="http://schemas.microsoft.com/office/drawing/2014/main" id="{BA073848-6180-4572-A935-FE3086009AF5}"/>
                  </a:ext>
                </a:extLst>
              </p:cNvPr>
              <p:cNvSpPr/>
              <p:nvPr/>
            </p:nvSpPr>
            <p:spPr>
              <a:xfrm>
                <a:off x="55706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9" name="Freeform: Shape 1488">
                <a:extLst>
                  <a:ext uri="{FF2B5EF4-FFF2-40B4-BE49-F238E27FC236}">
                    <a16:creationId xmlns:a16="http://schemas.microsoft.com/office/drawing/2014/main" id="{8AC9CBB7-0538-479F-91F1-A9526217F392}"/>
                  </a:ext>
                </a:extLst>
              </p:cNvPr>
              <p:cNvSpPr/>
              <p:nvPr/>
            </p:nvSpPr>
            <p:spPr>
              <a:xfrm>
                <a:off x="55706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Freeform: Shape 1489">
                <a:extLst>
                  <a:ext uri="{FF2B5EF4-FFF2-40B4-BE49-F238E27FC236}">
                    <a16:creationId xmlns:a16="http://schemas.microsoft.com/office/drawing/2014/main" id="{0B82F02D-1C75-451E-B090-E3BBCFE53660}"/>
                  </a:ext>
                </a:extLst>
              </p:cNvPr>
              <p:cNvSpPr/>
              <p:nvPr/>
            </p:nvSpPr>
            <p:spPr>
              <a:xfrm>
                <a:off x="55704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6" y="0"/>
                      <a:pt x="6" y="472"/>
                      <a:pt x="6" y="1065"/>
                    </a:cubicBezTo>
                    <a:cubicBezTo>
                      <a:pt x="1" y="1709"/>
                      <a:pt x="524" y="2133"/>
                      <a:pt x="1073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1" name="Freeform: Shape 1490">
                <a:extLst>
                  <a:ext uri="{FF2B5EF4-FFF2-40B4-BE49-F238E27FC236}">
                    <a16:creationId xmlns:a16="http://schemas.microsoft.com/office/drawing/2014/main" id="{17355988-1028-4214-AECE-935A6DD13BA2}"/>
                  </a:ext>
                </a:extLst>
              </p:cNvPr>
              <p:cNvSpPr/>
              <p:nvPr/>
            </p:nvSpPr>
            <p:spPr>
              <a:xfrm>
                <a:off x="54944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2" name="Freeform: Shape 1491">
                <a:extLst>
                  <a:ext uri="{FF2B5EF4-FFF2-40B4-BE49-F238E27FC236}">
                    <a16:creationId xmlns:a16="http://schemas.microsoft.com/office/drawing/2014/main" id="{E7D4FC16-413C-40F0-85A7-C898F23C6576}"/>
                  </a:ext>
                </a:extLst>
              </p:cNvPr>
              <p:cNvSpPr/>
              <p:nvPr/>
            </p:nvSpPr>
            <p:spPr>
              <a:xfrm>
                <a:off x="54944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3" name="Freeform: Shape 1492">
                <a:extLst>
                  <a:ext uri="{FF2B5EF4-FFF2-40B4-BE49-F238E27FC236}">
                    <a16:creationId xmlns:a16="http://schemas.microsoft.com/office/drawing/2014/main" id="{1C6823D9-2E09-4D04-923C-65DBA0A28DB7}"/>
                  </a:ext>
                </a:extLst>
              </p:cNvPr>
              <p:cNvSpPr/>
              <p:nvPr/>
            </p:nvSpPr>
            <p:spPr>
              <a:xfrm>
                <a:off x="54942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5" y="0"/>
                      <a:pt x="6" y="472"/>
                      <a:pt x="6" y="1065"/>
                    </a:cubicBezTo>
                    <a:cubicBezTo>
                      <a:pt x="0" y="1709"/>
                      <a:pt x="524" y="2133"/>
                      <a:pt x="1072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4" name="Freeform: Shape 1493">
                <a:extLst>
                  <a:ext uri="{FF2B5EF4-FFF2-40B4-BE49-F238E27FC236}">
                    <a16:creationId xmlns:a16="http://schemas.microsoft.com/office/drawing/2014/main" id="{CCA279E7-4E2C-40E3-AD85-D6E5CA959546}"/>
                  </a:ext>
                </a:extLst>
              </p:cNvPr>
              <p:cNvSpPr/>
              <p:nvPr/>
            </p:nvSpPr>
            <p:spPr>
              <a:xfrm>
                <a:off x="541820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5" name="Freeform: Shape 1494">
                <a:extLst>
                  <a:ext uri="{FF2B5EF4-FFF2-40B4-BE49-F238E27FC236}">
                    <a16:creationId xmlns:a16="http://schemas.microsoft.com/office/drawing/2014/main" id="{76D8C604-498C-471C-A611-765F352D8C8F}"/>
                  </a:ext>
                </a:extLst>
              </p:cNvPr>
              <p:cNvSpPr/>
              <p:nvPr/>
            </p:nvSpPr>
            <p:spPr>
              <a:xfrm>
                <a:off x="54182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6" name="Freeform: Shape 1495">
                <a:extLst>
                  <a:ext uri="{FF2B5EF4-FFF2-40B4-BE49-F238E27FC236}">
                    <a16:creationId xmlns:a16="http://schemas.microsoft.com/office/drawing/2014/main" id="{927172A5-94B3-4853-9FA0-B6F9BBB30753}"/>
                  </a:ext>
                </a:extLst>
              </p:cNvPr>
              <p:cNvSpPr/>
              <p:nvPr/>
            </p:nvSpPr>
            <p:spPr>
              <a:xfrm>
                <a:off x="541820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7" name="Freeform: Shape 1496">
                <a:extLst>
                  <a:ext uri="{FF2B5EF4-FFF2-40B4-BE49-F238E27FC236}">
                    <a16:creationId xmlns:a16="http://schemas.microsoft.com/office/drawing/2014/main" id="{0D24F9A2-5656-4164-993C-433D76C3E556}"/>
                  </a:ext>
                </a:extLst>
              </p:cNvPr>
              <p:cNvSpPr/>
              <p:nvPr/>
            </p:nvSpPr>
            <p:spPr>
              <a:xfrm>
                <a:off x="5418200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8" name="Freeform: Shape 1497">
                <a:extLst>
                  <a:ext uri="{FF2B5EF4-FFF2-40B4-BE49-F238E27FC236}">
                    <a16:creationId xmlns:a16="http://schemas.microsoft.com/office/drawing/2014/main" id="{03BF78D8-5B0D-497F-9326-B9EC0A825018}"/>
                  </a:ext>
                </a:extLst>
              </p:cNvPr>
              <p:cNvSpPr/>
              <p:nvPr/>
            </p:nvSpPr>
            <p:spPr>
              <a:xfrm>
                <a:off x="53419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9" name="Freeform: Shape 1498">
                <a:extLst>
                  <a:ext uri="{FF2B5EF4-FFF2-40B4-BE49-F238E27FC236}">
                    <a16:creationId xmlns:a16="http://schemas.microsoft.com/office/drawing/2014/main" id="{FED4A619-58A7-42B7-AAE8-E9323F402004}"/>
                  </a:ext>
                </a:extLst>
              </p:cNvPr>
              <p:cNvSpPr/>
              <p:nvPr/>
            </p:nvSpPr>
            <p:spPr>
              <a:xfrm>
                <a:off x="53419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0" name="Freeform: Shape 1499">
                <a:extLst>
                  <a:ext uri="{FF2B5EF4-FFF2-40B4-BE49-F238E27FC236}">
                    <a16:creationId xmlns:a16="http://schemas.microsoft.com/office/drawing/2014/main" id="{42A877CE-A9D7-4FDA-A4FB-FD938B9F1F9E}"/>
                  </a:ext>
                </a:extLst>
              </p:cNvPr>
              <p:cNvSpPr/>
              <p:nvPr/>
            </p:nvSpPr>
            <p:spPr>
              <a:xfrm>
                <a:off x="52657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1" name="Freeform: Shape 1500">
                <a:extLst>
                  <a:ext uri="{FF2B5EF4-FFF2-40B4-BE49-F238E27FC236}">
                    <a16:creationId xmlns:a16="http://schemas.microsoft.com/office/drawing/2014/main" id="{07A27A98-7418-48CB-83DF-DDD3D281E935}"/>
                  </a:ext>
                </a:extLst>
              </p:cNvPr>
              <p:cNvSpPr/>
              <p:nvPr/>
            </p:nvSpPr>
            <p:spPr>
              <a:xfrm>
                <a:off x="52657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Freeform: Shape 1501">
                <a:extLst>
                  <a:ext uri="{FF2B5EF4-FFF2-40B4-BE49-F238E27FC236}">
                    <a16:creationId xmlns:a16="http://schemas.microsoft.com/office/drawing/2014/main" id="{519CB9E0-8B39-4638-A2E7-AD6BA9E3CA4C}"/>
                  </a:ext>
                </a:extLst>
              </p:cNvPr>
              <p:cNvSpPr/>
              <p:nvPr/>
            </p:nvSpPr>
            <p:spPr>
              <a:xfrm>
                <a:off x="52657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4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Freeform: Shape 1502">
                <a:extLst>
                  <a:ext uri="{FF2B5EF4-FFF2-40B4-BE49-F238E27FC236}">
                    <a16:creationId xmlns:a16="http://schemas.microsoft.com/office/drawing/2014/main" id="{6D81281F-F8FD-467C-9048-7799D10E0828}"/>
                  </a:ext>
                </a:extLst>
              </p:cNvPr>
              <p:cNvSpPr/>
              <p:nvPr/>
            </p:nvSpPr>
            <p:spPr>
              <a:xfrm>
                <a:off x="51895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Freeform: Shape 1503">
                <a:extLst>
                  <a:ext uri="{FF2B5EF4-FFF2-40B4-BE49-F238E27FC236}">
                    <a16:creationId xmlns:a16="http://schemas.microsoft.com/office/drawing/2014/main" id="{3E0535CC-8802-43BE-8717-77822F6D4B56}"/>
                  </a:ext>
                </a:extLst>
              </p:cNvPr>
              <p:cNvSpPr/>
              <p:nvPr/>
            </p:nvSpPr>
            <p:spPr>
              <a:xfrm>
                <a:off x="51895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Freeform: Shape 1504">
                <a:extLst>
                  <a:ext uri="{FF2B5EF4-FFF2-40B4-BE49-F238E27FC236}">
                    <a16:creationId xmlns:a16="http://schemas.microsoft.com/office/drawing/2014/main" id="{C2C02065-5D5D-4348-BBBF-A04458628C65}"/>
                  </a:ext>
                </a:extLst>
              </p:cNvPr>
              <p:cNvSpPr/>
              <p:nvPr/>
            </p:nvSpPr>
            <p:spPr>
              <a:xfrm>
                <a:off x="5189550" y="13427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Freeform: Shape 1505">
                <a:extLst>
                  <a:ext uri="{FF2B5EF4-FFF2-40B4-BE49-F238E27FC236}">
                    <a16:creationId xmlns:a16="http://schemas.microsoft.com/office/drawing/2014/main" id="{37F26894-4187-417A-A1C6-03E2BBB65003}"/>
                  </a:ext>
                </a:extLst>
              </p:cNvPr>
              <p:cNvSpPr/>
              <p:nvPr/>
            </p:nvSpPr>
            <p:spPr>
              <a:xfrm>
                <a:off x="5113350" y="30948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Freeform: Shape 1506">
                <a:extLst>
                  <a:ext uri="{FF2B5EF4-FFF2-40B4-BE49-F238E27FC236}">
                    <a16:creationId xmlns:a16="http://schemas.microsoft.com/office/drawing/2014/main" id="{BD13F434-BB46-41EE-B00C-A0E26E60ABEF}"/>
                  </a:ext>
                </a:extLst>
              </p:cNvPr>
              <p:cNvSpPr/>
              <p:nvPr/>
            </p:nvSpPr>
            <p:spPr>
              <a:xfrm>
                <a:off x="5113350" y="30186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8" name="Freeform: Shape 1507">
                <a:extLst>
                  <a:ext uri="{FF2B5EF4-FFF2-40B4-BE49-F238E27FC236}">
                    <a16:creationId xmlns:a16="http://schemas.microsoft.com/office/drawing/2014/main" id="{430318A1-12A8-47B8-8DA5-36E5AF0B6B93}"/>
                  </a:ext>
                </a:extLst>
              </p:cNvPr>
              <p:cNvSpPr/>
              <p:nvPr/>
            </p:nvSpPr>
            <p:spPr>
              <a:xfrm>
                <a:off x="5113350" y="29424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9" name="Freeform: Shape 1508">
                <a:extLst>
                  <a:ext uri="{FF2B5EF4-FFF2-40B4-BE49-F238E27FC236}">
                    <a16:creationId xmlns:a16="http://schemas.microsoft.com/office/drawing/2014/main" id="{E9E0D15E-3D68-4340-99CF-84EC16F8E077}"/>
                  </a:ext>
                </a:extLst>
              </p:cNvPr>
              <p:cNvSpPr/>
              <p:nvPr/>
            </p:nvSpPr>
            <p:spPr>
              <a:xfrm>
                <a:off x="5113350" y="2866425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73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Freeform: Shape 1509">
                <a:extLst>
                  <a:ext uri="{FF2B5EF4-FFF2-40B4-BE49-F238E27FC236}">
                    <a16:creationId xmlns:a16="http://schemas.microsoft.com/office/drawing/2014/main" id="{1770054C-554F-4D69-BCBA-71B85DB498B4}"/>
                  </a:ext>
                </a:extLst>
              </p:cNvPr>
              <p:cNvSpPr/>
              <p:nvPr/>
            </p:nvSpPr>
            <p:spPr>
              <a:xfrm>
                <a:off x="5113350" y="27902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Freeform: Shape 1510">
                <a:extLst>
                  <a:ext uri="{FF2B5EF4-FFF2-40B4-BE49-F238E27FC236}">
                    <a16:creationId xmlns:a16="http://schemas.microsoft.com/office/drawing/2014/main" id="{BB5E0AD9-4903-44E9-88AB-05B7CB074D35}"/>
                  </a:ext>
                </a:extLst>
              </p:cNvPr>
              <p:cNvSpPr/>
              <p:nvPr/>
            </p:nvSpPr>
            <p:spPr>
              <a:xfrm>
                <a:off x="5113350" y="2714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2" name="Freeform: Shape 1511">
                <a:extLst>
                  <a:ext uri="{FF2B5EF4-FFF2-40B4-BE49-F238E27FC236}">
                    <a16:creationId xmlns:a16="http://schemas.microsoft.com/office/drawing/2014/main" id="{F91FF0CC-95BB-416F-9474-5CC3A797E337}"/>
                  </a:ext>
                </a:extLst>
              </p:cNvPr>
              <p:cNvSpPr/>
              <p:nvPr/>
            </p:nvSpPr>
            <p:spPr>
              <a:xfrm>
                <a:off x="511335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3" name="Freeform: Shape 1512">
                <a:extLst>
                  <a:ext uri="{FF2B5EF4-FFF2-40B4-BE49-F238E27FC236}">
                    <a16:creationId xmlns:a16="http://schemas.microsoft.com/office/drawing/2014/main" id="{F0480AB3-BC8B-4D4B-9018-DF4B1D3E6C07}"/>
                  </a:ext>
                </a:extLst>
              </p:cNvPr>
              <p:cNvSpPr/>
              <p:nvPr/>
            </p:nvSpPr>
            <p:spPr>
              <a:xfrm>
                <a:off x="511335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4" name="Freeform: Shape 1513">
                <a:extLst>
                  <a:ext uri="{FF2B5EF4-FFF2-40B4-BE49-F238E27FC236}">
                    <a16:creationId xmlns:a16="http://schemas.microsoft.com/office/drawing/2014/main" id="{B0958F0E-EF4D-457D-8CAD-B380F8B8B511}"/>
                  </a:ext>
                </a:extLst>
              </p:cNvPr>
              <p:cNvSpPr/>
              <p:nvPr/>
            </p:nvSpPr>
            <p:spPr>
              <a:xfrm>
                <a:off x="50373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5" name="Freeform: Shape 1514">
                <a:extLst>
                  <a:ext uri="{FF2B5EF4-FFF2-40B4-BE49-F238E27FC236}">
                    <a16:creationId xmlns:a16="http://schemas.microsoft.com/office/drawing/2014/main" id="{129D8E69-7AEF-41B4-8001-96EBBFA0252C}"/>
                  </a:ext>
                </a:extLst>
              </p:cNvPr>
              <p:cNvSpPr/>
              <p:nvPr/>
            </p:nvSpPr>
            <p:spPr>
              <a:xfrm>
                <a:off x="50373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6" name="Freeform: Shape 1515">
                <a:extLst>
                  <a:ext uri="{FF2B5EF4-FFF2-40B4-BE49-F238E27FC236}">
                    <a16:creationId xmlns:a16="http://schemas.microsoft.com/office/drawing/2014/main" id="{52CA2910-0ACE-42C7-8809-1843ECA0C68B}"/>
                  </a:ext>
                </a:extLst>
              </p:cNvPr>
              <p:cNvSpPr/>
              <p:nvPr/>
            </p:nvSpPr>
            <p:spPr>
              <a:xfrm>
                <a:off x="50373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Freeform: Shape 1516">
                <a:extLst>
                  <a:ext uri="{FF2B5EF4-FFF2-40B4-BE49-F238E27FC236}">
                    <a16:creationId xmlns:a16="http://schemas.microsoft.com/office/drawing/2014/main" id="{294B1158-EE10-465A-947C-1F40A1EFB3E0}"/>
                  </a:ext>
                </a:extLst>
              </p:cNvPr>
              <p:cNvSpPr/>
              <p:nvPr/>
            </p:nvSpPr>
            <p:spPr>
              <a:xfrm>
                <a:off x="50373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Freeform: Shape 1517">
                <a:extLst>
                  <a:ext uri="{FF2B5EF4-FFF2-40B4-BE49-F238E27FC236}">
                    <a16:creationId xmlns:a16="http://schemas.microsoft.com/office/drawing/2014/main" id="{6662F133-7A41-4C41-982F-A654DF77AF16}"/>
                  </a:ext>
                </a:extLst>
              </p:cNvPr>
              <p:cNvSpPr/>
              <p:nvPr/>
            </p:nvSpPr>
            <p:spPr>
              <a:xfrm>
                <a:off x="50373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9" name="Freeform: Shape 1518">
                <a:extLst>
                  <a:ext uri="{FF2B5EF4-FFF2-40B4-BE49-F238E27FC236}">
                    <a16:creationId xmlns:a16="http://schemas.microsoft.com/office/drawing/2014/main" id="{C60D75AC-36CB-407A-8861-8D49ECADDEB3}"/>
                  </a:ext>
                </a:extLst>
              </p:cNvPr>
              <p:cNvSpPr/>
              <p:nvPr/>
            </p:nvSpPr>
            <p:spPr>
              <a:xfrm>
                <a:off x="50373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Freeform: Shape 1519">
                <a:extLst>
                  <a:ext uri="{FF2B5EF4-FFF2-40B4-BE49-F238E27FC236}">
                    <a16:creationId xmlns:a16="http://schemas.microsoft.com/office/drawing/2014/main" id="{E11405AF-3B5C-4AB0-AD88-2D8E0C8CA464}"/>
                  </a:ext>
                </a:extLst>
              </p:cNvPr>
              <p:cNvSpPr/>
              <p:nvPr/>
            </p:nvSpPr>
            <p:spPr>
              <a:xfrm>
                <a:off x="50373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Freeform: Shape 1520">
                <a:extLst>
                  <a:ext uri="{FF2B5EF4-FFF2-40B4-BE49-F238E27FC236}">
                    <a16:creationId xmlns:a16="http://schemas.microsoft.com/office/drawing/2014/main" id="{BD81AFA7-4D52-4C15-902D-1C449CE89BCC}"/>
                  </a:ext>
                </a:extLst>
              </p:cNvPr>
              <p:cNvSpPr/>
              <p:nvPr/>
            </p:nvSpPr>
            <p:spPr>
              <a:xfrm>
                <a:off x="49611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2" name="Freeform: Shape 1521">
                <a:extLst>
                  <a:ext uri="{FF2B5EF4-FFF2-40B4-BE49-F238E27FC236}">
                    <a16:creationId xmlns:a16="http://schemas.microsoft.com/office/drawing/2014/main" id="{D6165E45-B8AB-4B23-8378-386A86F41EC8}"/>
                  </a:ext>
                </a:extLst>
              </p:cNvPr>
              <p:cNvSpPr/>
              <p:nvPr/>
            </p:nvSpPr>
            <p:spPr>
              <a:xfrm>
                <a:off x="49611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3" name="Freeform: Shape 1522">
                <a:extLst>
                  <a:ext uri="{FF2B5EF4-FFF2-40B4-BE49-F238E27FC236}">
                    <a16:creationId xmlns:a16="http://schemas.microsoft.com/office/drawing/2014/main" id="{3F7B6E7E-9C8F-4C4C-B6D6-6C672036971A}"/>
                  </a:ext>
                </a:extLst>
              </p:cNvPr>
              <p:cNvSpPr/>
              <p:nvPr/>
            </p:nvSpPr>
            <p:spPr>
              <a:xfrm>
                <a:off x="49611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4" name="Freeform: Shape 1523">
                <a:extLst>
                  <a:ext uri="{FF2B5EF4-FFF2-40B4-BE49-F238E27FC236}">
                    <a16:creationId xmlns:a16="http://schemas.microsoft.com/office/drawing/2014/main" id="{55DB3FEC-AF8A-499A-A7DB-B04039016656}"/>
                  </a:ext>
                </a:extLst>
              </p:cNvPr>
              <p:cNvSpPr/>
              <p:nvPr/>
            </p:nvSpPr>
            <p:spPr>
              <a:xfrm>
                <a:off x="49611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5" name="Freeform: Shape 1524">
                <a:extLst>
                  <a:ext uri="{FF2B5EF4-FFF2-40B4-BE49-F238E27FC236}">
                    <a16:creationId xmlns:a16="http://schemas.microsoft.com/office/drawing/2014/main" id="{FACE1AE4-E15A-43FF-BB64-12AD52E50065}"/>
                  </a:ext>
                </a:extLst>
              </p:cNvPr>
              <p:cNvSpPr/>
              <p:nvPr/>
            </p:nvSpPr>
            <p:spPr>
              <a:xfrm>
                <a:off x="49611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6" name="Freeform: Shape 1525">
                <a:extLst>
                  <a:ext uri="{FF2B5EF4-FFF2-40B4-BE49-F238E27FC236}">
                    <a16:creationId xmlns:a16="http://schemas.microsoft.com/office/drawing/2014/main" id="{27D18DEB-A694-4CBE-815B-32E2284FA098}"/>
                  </a:ext>
                </a:extLst>
              </p:cNvPr>
              <p:cNvSpPr/>
              <p:nvPr/>
            </p:nvSpPr>
            <p:spPr>
              <a:xfrm>
                <a:off x="49611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7" name="Freeform: Shape 1526">
                <a:extLst>
                  <a:ext uri="{FF2B5EF4-FFF2-40B4-BE49-F238E27FC236}">
                    <a16:creationId xmlns:a16="http://schemas.microsoft.com/office/drawing/2014/main" id="{14E1B15F-9F8D-41A0-860B-7CA21152AF4A}"/>
                  </a:ext>
                </a:extLst>
              </p:cNvPr>
              <p:cNvSpPr/>
              <p:nvPr/>
            </p:nvSpPr>
            <p:spPr>
              <a:xfrm>
                <a:off x="4884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8" name="Freeform: Shape 1527">
                <a:extLst>
                  <a:ext uri="{FF2B5EF4-FFF2-40B4-BE49-F238E27FC236}">
                    <a16:creationId xmlns:a16="http://schemas.microsoft.com/office/drawing/2014/main" id="{BAC69D03-E62A-4A75-84DA-3DE41DA85FB8}"/>
                  </a:ext>
                </a:extLst>
              </p:cNvPr>
              <p:cNvSpPr/>
              <p:nvPr/>
            </p:nvSpPr>
            <p:spPr>
              <a:xfrm>
                <a:off x="48849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9" name="Freeform: Shape 1528">
                <a:extLst>
                  <a:ext uri="{FF2B5EF4-FFF2-40B4-BE49-F238E27FC236}">
                    <a16:creationId xmlns:a16="http://schemas.microsoft.com/office/drawing/2014/main" id="{4872E821-147C-47CD-A16D-1FCC783F2E13}"/>
                  </a:ext>
                </a:extLst>
              </p:cNvPr>
              <p:cNvSpPr/>
              <p:nvPr/>
            </p:nvSpPr>
            <p:spPr>
              <a:xfrm>
                <a:off x="48849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0" name="Freeform: Shape 1529">
                <a:extLst>
                  <a:ext uri="{FF2B5EF4-FFF2-40B4-BE49-F238E27FC236}">
                    <a16:creationId xmlns:a16="http://schemas.microsoft.com/office/drawing/2014/main" id="{BFEA2F79-80A8-48B6-9514-9A3C6B9747D4}"/>
                  </a:ext>
                </a:extLst>
              </p:cNvPr>
              <p:cNvSpPr/>
              <p:nvPr/>
            </p:nvSpPr>
            <p:spPr>
              <a:xfrm>
                <a:off x="48849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1" name="Freeform: Shape 1530">
                <a:extLst>
                  <a:ext uri="{FF2B5EF4-FFF2-40B4-BE49-F238E27FC236}">
                    <a16:creationId xmlns:a16="http://schemas.microsoft.com/office/drawing/2014/main" id="{11EE53A4-7653-46CB-9D44-5BA86D726C95}"/>
                  </a:ext>
                </a:extLst>
              </p:cNvPr>
              <p:cNvSpPr/>
              <p:nvPr/>
            </p:nvSpPr>
            <p:spPr>
              <a:xfrm>
                <a:off x="480870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2" name="Freeform: Shape 1531">
                <a:extLst>
                  <a:ext uri="{FF2B5EF4-FFF2-40B4-BE49-F238E27FC236}">
                    <a16:creationId xmlns:a16="http://schemas.microsoft.com/office/drawing/2014/main" id="{BC8B7BD0-4A54-4EBB-A308-8C41D9A96BAE}"/>
                  </a:ext>
                </a:extLst>
              </p:cNvPr>
              <p:cNvSpPr/>
              <p:nvPr/>
            </p:nvSpPr>
            <p:spPr>
              <a:xfrm>
                <a:off x="480870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3" name="Freeform: Shape 1532">
                <a:extLst>
                  <a:ext uri="{FF2B5EF4-FFF2-40B4-BE49-F238E27FC236}">
                    <a16:creationId xmlns:a16="http://schemas.microsoft.com/office/drawing/2014/main" id="{E1E1DC98-90FA-471E-8B9E-13D81235EB7E}"/>
                  </a:ext>
                </a:extLst>
              </p:cNvPr>
              <p:cNvSpPr/>
              <p:nvPr/>
            </p:nvSpPr>
            <p:spPr>
              <a:xfrm>
                <a:off x="48087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4" name="Freeform: Shape 1533">
                <a:extLst>
                  <a:ext uri="{FF2B5EF4-FFF2-40B4-BE49-F238E27FC236}">
                    <a16:creationId xmlns:a16="http://schemas.microsoft.com/office/drawing/2014/main" id="{CDEAFEDA-014B-44D6-881D-7CAC61DFD0EF}"/>
                  </a:ext>
                </a:extLst>
              </p:cNvPr>
              <p:cNvSpPr/>
              <p:nvPr/>
            </p:nvSpPr>
            <p:spPr>
              <a:xfrm>
                <a:off x="48087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5" name="Freeform: Shape 1534">
                <a:extLst>
                  <a:ext uri="{FF2B5EF4-FFF2-40B4-BE49-F238E27FC236}">
                    <a16:creationId xmlns:a16="http://schemas.microsoft.com/office/drawing/2014/main" id="{83687A23-1004-4305-9066-FC280E63B1C6}"/>
                  </a:ext>
                </a:extLst>
              </p:cNvPr>
              <p:cNvSpPr/>
              <p:nvPr/>
            </p:nvSpPr>
            <p:spPr>
              <a:xfrm>
                <a:off x="48087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6" name="Freeform: Shape 1535">
                <a:extLst>
                  <a:ext uri="{FF2B5EF4-FFF2-40B4-BE49-F238E27FC236}">
                    <a16:creationId xmlns:a16="http://schemas.microsoft.com/office/drawing/2014/main" id="{DCACF8B0-8FED-4F78-BBAB-7DB489D4DD50}"/>
                  </a:ext>
                </a:extLst>
              </p:cNvPr>
              <p:cNvSpPr/>
              <p:nvPr/>
            </p:nvSpPr>
            <p:spPr>
              <a:xfrm>
                <a:off x="48087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7" name="Freeform: Shape 1536">
                <a:extLst>
                  <a:ext uri="{FF2B5EF4-FFF2-40B4-BE49-F238E27FC236}">
                    <a16:creationId xmlns:a16="http://schemas.microsoft.com/office/drawing/2014/main" id="{42A7A87B-4FE6-430E-B579-007234EBE063}"/>
                  </a:ext>
                </a:extLst>
              </p:cNvPr>
              <p:cNvSpPr/>
              <p:nvPr/>
            </p:nvSpPr>
            <p:spPr>
              <a:xfrm>
                <a:off x="47324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8" name="Freeform: Shape 1537">
                <a:extLst>
                  <a:ext uri="{FF2B5EF4-FFF2-40B4-BE49-F238E27FC236}">
                    <a16:creationId xmlns:a16="http://schemas.microsoft.com/office/drawing/2014/main" id="{90B3CC28-E65D-4640-B91B-96A21396F2AC}"/>
                  </a:ext>
                </a:extLst>
              </p:cNvPr>
              <p:cNvSpPr/>
              <p:nvPr/>
            </p:nvSpPr>
            <p:spPr>
              <a:xfrm>
                <a:off x="47324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9" name="Freeform: Shape 1538">
                <a:extLst>
                  <a:ext uri="{FF2B5EF4-FFF2-40B4-BE49-F238E27FC236}">
                    <a16:creationId xmlns:a16="http://schemas.microsoft.com/office/drawing/2014/main" id="{558BD8DF-5E54-4E21-AC59-1ACF196B0386}"/>
                  </a:ext>
                </a:extLst>
              </p:cNvPr>
              <p:cNvSpPr/>
              <p:nvPr/>
            </p:nvSpPr>
            <p:spPr>
              <a:xfrm>
                <a:off x="47324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0" name="Freeform: Shape 1539">
                <a:extLst>
                  <a:ext uri="{FF2B5EF4-FFF2-40B4-BE49-F238E27FC236}">
                    <a16:creationId xmlns:a16="http://schemas.microsoft.com/office/drawing/2014/main" id="{BA01B319-AEAF-4C2D-A9A7-89498934CD26}"/>
                  </a:ext>
                </a:extLst>
              </p:cNvPr>
              <p:cNvSpPr/>
              <p:nvPr/>
            </p:nvSpPr>
            <p:spPr>
              <a:xfrm>
                <a:off x="47324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1" name="Freeform: Shape 1540">
                <a:extLst>
                  <a:ext uri="{FF2B5EF4-FFF2-40B4-BE49-F238E27FC236}">
                    <a16:creationId xmlns:a16="http://schemas.microsoft.com/office/drawing/2014/main" id="{46FB7483-EB2C-4F31-B91E-5B0B17914A3B}"/>
                  </a:ext>
                </a:extLst>
              </p:cNvPr>
              <p:cNvSpPr/>
              <p:nvPr/>
            </p:nvSpPr>
            <p:spPr>
              <a:xfrm>
                <a:off x="47324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2" name="Freeform: Shape 1541">
                <a:extLst>
                  <a:ext uri="{FF2B5EF4-FFF2-40B4-BE49-F238E27FC236}">
                    <a16:creationId xmlns:a16="http://schemas.microsoft.com/office/drawing/2014/main" id="{1A42C7A7-4564-4594-A70C-0288B3857175}"/>
                  </a:ext>
                </a:extLst>
              </p:cNvPr>
              <p:cNvSpPr/>
              <p:nvPr/>
            </p:nvSpPr>
            <p:spPr>
              <a:xfrm>
                <a:off x="465647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3" name="Freeform: Shape 1542">
                <a:extLst>
                  <a:ext uri="{FF2B5EF4-FFF2-40B4-BE49-F238E27FC236}">
                    <a16:creationId xmlns:a16="http://schemas.microsoft.com/office/drawing/2014/main" id="{AC2A48FA-B487-4E9C-BB50-4F2C8383F04C}"/>
                  </a:ext>
                </a:extLst>
              </p:cNvPr>
              <p:cNvSpPr/>
              <p:nvPr/>
            </p:nvSpPr>
            <p:spPr>
              <a:xfrm>
                <a:off x="46564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4" name="Freeform: Shape 1543">
                <a:extLst>
                  <a:ext uri="{FF2B5EF4-FFF2-40B4-BE49-F238E27FC236}">
                    <a16:creationId xmlns:a16="http://schemas.microsoft.com/office/drawing/2014/main" id="{34477615-C242-4CA8-AF3B-C5421E5EF02F}"/>
                  </a:ext>
                </a:extLst>
              </p:cNvPr>
              <p:cNvSpPr/>
              <p:nvPr/>
            </p:nvSpPr>
            <p:spPr>
              <a:xfrm>
                <a:off x="46564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5" name="Freeform: Shape 1544">
                <a:extLst>
                  <a:ext uri="{FF2B5EF4-FFF2-40B4-BE49-F238E27FC236}">
                    <a16:creationId xmlns:a16="http://schemas.microsoft.com/office/drawing/2014/main" id="{E1C0D9F5-3B2C-4F75-B411-6E5ED508D2C5}"/>
                  </a:ext>
                </a:extLst>
              </p:cNvPr>
              <p:cNvSpPr/>
              <p:nvPr/>
            </p:nvSpPr>
            <p:spPr>
              <a:xfrm>
                <a:off x="465647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6" name="Freeform: Shape 1545">
                <a:extLst>
                  <a:ext uri="{FF2B5EF4-FFF2-40B4-BE49-F238E27FC236}">
                    <a16:creationId xmlns:a16="http://schemas.microsoft.com/office/drawing/2014/main" id="{3E3C270B-3505-4CE7-9AB9-181CA86EF29B}"/>
                  </a:ext>
                </a:extLst>
              </p:cNvPr>
              <p:cNvSpPr/>
              <p:nvPr/>
            </p:nvSpPr>
            <p:spPr>
              <a:xfrm>
                <a:off x="46564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7" name="Freeform: Shape 1546">
                <a:extLst>
                  <a:ext uri="{FF2B5EF4-FFF2-40B4-BE49-F238E27FC236}">
                    <a16:creationId xmlns:a16="http://schemas.microsoft.com/office/drawing/2014/main" id="{3914DD5A-0DEB-40C0-BAF0-DB2CD3E2E624}"/>
                  </a:ext>
                </a:extLst>
              </p:cNvPr>
              <p:cNvSpPr/>
              <p:nvPr/>
            </p:nvSpPr>
            <p:spPr>
              <a:xfrm>
                <a:off x="46564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8" name="Freeform: Shape 1547">
                <a:extLst>
                  <a:ext uri="{FF2B5EF4-FFF2-40B4-BE49-F238E27FC236}">
                    <a16:creationId xmlns:a16="http://schemas.microsoft.com/office/drawing/2014/main" id="{68348F55-6B04-443A-A446-64298B32CCA5}"/>
                  </a:ext>
                </a:extLst>
              </p:cNvPr>
              <p:cNvSpPr/>
              <p:nvPr/>
            </p:nvSpPr>
            <p:spPr>
              <a:xfrm>
                <a:off x="46564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9" name="Freeform: Shape 1548">
                <a:extLst>
                  <a:ext uri="{FF2B5EF4-FFF2-40B4-BE49-F238E27FC236}">
                    <a16:creationId xmlns:a16="http://schemas.microsoft.com/office/drawing/2014/main" id="{4DC43592-34F1-4FE6-8DEC-D1CCC774806F}"/>
                  </a:ext>
                </a:extLst>
              </p:cNvPr>
              <p:cNvSpPr/>
              <p:nvPr/>
            </p:nvSpPr>
            <p:spPr>
              <a:xfrm>
                <a:off x="46564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0" name="Freeform: Shape 1549">
                <a:extLst>
                  <a:ext uri="{FF2B5EF4-FFF2-40B4-BE49-F238E27FC236}">
                    <a16:creationId xmlns:a16="http://schemas.microsoft.com/office/drawing/2014/main" id="{09FEC01C-7CE3-4284-88FC-9D8B5FB3B7AD}"/>
                  </a:ext>
                </a:extLst>
              </p:cNvPr>
              <p:cNvSpPr/>
              <p:nvPr/>
            </p:nvSpPr>
            <p:spPr>
              <a:xfrm>
                <a:off x="45802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1" name="Freeform: Shape 1550">
                <a:extLst>
                  <a:ext uri="{FF2B5EF4-FFF2-40B4-BE49-F238E27FC236}">
                    <a16:creationId xmlns:a16="http://schemas.microsoft.com/office/drawing/2014/main" id="{D1E7E098-103E-4E68-9244-1B049658DD40}"/>
                  </a:ext>
                </a:extLst>
              </p:cNvPr>
              <p:cNvSpPr/>
              <p:nvPr/>
            </p:nvSpPr>
            <p:spPr>
              <a:xfrm>
                <a:off x="45802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2" name="Freeform: Shape 1551">
                <a:extLst>
                  <a:ext uri="{FF2B5EF4-FFF2-40B4-BE49-F238E27FC236}">
                    <a16:creationId xmlns:a16="http://schemas.microsoft.com/office/drawing/2014/main" id="{E774B4D7-8D39-4066-8DB7-59CEE4744965}"/>
                  </a:ext>
                </a:extLst>
              </p:cNvPr>
              <p:cNvSpPr/>
              <p:nvPr/>
            </p:nvSpPr>
            <p:spPr>
              <a:xfrm>
                <a:off x="45802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3" name="Freeform: Shape 1552">
                <a:extLst>
                  <a:ext uri="{FF2B5EF4-FFF2-40B4-BE49-F238E27FC236}">
                    <a16:creationId xmlns:a16="http://schemas.microsoft.com/office/drawing/2014/main" id="{3CCC99D3-F09B-47F8-AE32-C155FF56B585}"/>
                  </a:ext>
                </a:extLst>
              </p:cNvPr>
              <p:cNvSpPr/>
              <p:nvPr/>
            </p:nvSpPr>
            <p:spPr>
              <a:xfrm>
                <a:off x="45802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4" name="Freeform: Shape 1553">
                <a:extLst>
                  <a:ext uri="{FF2B5EF4-FFF2-40B4-BE49-F238E27FC236}">
                    <a16:creationId xmlns:a16="http://schemas.microsoft.com/office/drawing/2014/main" id="{46B52277-C606-4CBE-889C-EAEB0F8221AF}"/>
                  </a:ext>
                </a:extLst>
              </p:cNvPr>
              <p:cNvSpPr/>
              <p:nvPr/>
            </p:nvSpPr>
            <p:spPr>
              <a:xfrm>
                <a:off x="45802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5" name="Freeform: Shape 1554">
                <a:extLst>
                  <a:ext uri="{FF2B5EF4-FFF2-40B4-BE49-F238E27FC236}">
                    <a16:creationId xmlns:a16="http://schemas.microsoft.com/office/drawing/2014/main" id="{2E7657C6-6C0A-4674-AFCF-65F78363CBD6}"/>
                  </a:ext>
                </a:extLst>
              </p:cNvPr>
              <p:cNvSpPr/>
              <p:nvPr/>
            </p:nvSpPr>
            <p:spPr>
              <a:xfrm>
                <a:off x="45802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6" name="Freeform: Shape 1555">
                <a:extLst>
                  <a:ext uri="{FF2B5EF4-FFF2-40B4-BE49-F238E27FC236}">
                    <a16:creationId xmlns:a16="http://schemas.microsoft.com/office/drawing/2014/main" id="{FFB578FA-7FA5-4C42-B0EE-AC8D83B43D7F}"/>
                  </a:ext>
                </a:extLst>
              </p:cNvPr>
              <p:cNvSpPr/>
              <p:nvPr/>
            </p:nvSpPr>
            <p:spPr>
              <a:xfrm>
                <a:off x="45802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7" name="Freeform: Shape 1556">
                <a:extLst>
                  <a:ext uri="{FF2B5EF4-FFF2-40B4-BE49-F238E27FC236}">
                    <a16:creationId xmlns:a16="http://schemas.microsoft.com/office/drawing/2014/main" id="{D37060AB-3184-4C76-B3CC-FEC54FB8C1F7}"/>
                  </a:ext>
                </a:extLst>
              </p:cNvPr>
              <p:cNvSpPr/>
              <p:nvPr/>
            </p:nvSpPr>
            <p:spPr>
              <a:xfrm>
                <a:off x="45802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8" name="Freeform: Shape 1557">
                <a:extLst>
                  <a:ext uri="{FF2B5EF4-FFF2-40B4-BE49-F238E27FC236}">
                    <a16:creationId xmlns:a16="http://schemas.microsoft.com/office/drawing/2014/main" id="{D61B381F-281A-4C7A-882A-6B1DCE973A10}"/>
                  </a:ext>
                </a:extLst>
              </p:cNvPr>
              <p:cNvSpPr/>
              <p:nvPr/>
            </p:nvSpPr>
            <p:spPr>
              <a:xfrm>
                <a:off x="45040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9" name="Freeform: Shape 1558">
                <a:extLst>
                  <a:ext uri="{FF2B5EF4-FFF2-40B4-BE49-F238E27FC236}">
                    <a16:creationId xmlns:a16="http://schemas.microsoft.com/office/drawing/2014/main" id="{D0D71A5E-2F54-4FF8-8947-A02F3472485F}"/>
                  </a:ext>
                </a:extLst>
              </p:cNvPr>
              <p:cNvSpPr/>
              <p:nvPr/>
            </p:nvSpPr>
            <p:spPr>
              <a:xfrm>
                <a:off x="45040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0" name="Freeform: Shape 1559">
                <a:extLst>
                  <a:ext uri="{FF2B5EF4-FFF2-40B4-BE49-F238E27FC236}">
                    <a16:creationId xmlns:a16="http://schemas.microsoft.com/office/drawing/2014/main" id="{38B8B563-FEAC-4860-AAE7-1D0B25F97BFD}"/>
                  </a:ext>
                </a:extLst>
              </p:cNvPr>
              <p:cNvSpPr/>
              <p:nvPr/>
            </p:nvSpPr>
            <p:spPr>
              <a:xfrm>
                <a:off x="45040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1" name="Freeform: Shape 1560">
                <a:extLst>
                  <a:ext uri="{FF2B5EF4-FFF2-40B4-BE49-F238E27FC236}">
                    <a16:creationId xmlns:a16="http://schemas.microsoft.com/office/drawing/2014/main" id="{9FFFE52B-8F9A-4824-9C0C-EC886A9D43CB}"/>
                  </a:ext>
                </a:extLst>
              </p:cNvPr>
              <p:cNvSpPr/>
              <p:nvPr/>
            </p:nvSpPr>
            <p:spPr>
              <a:xfrm>
                <a:off x="45040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2" name="Freeform: Shape 1561">
                <a:extLst>
                  <a:ext uri="{FF2B5EF4-FFF2-40B4-BE49-F238E27FC236}">
                    <a16:creationId xmlns:a16="http://schemas.microsoft.com/office/drawing/2014/main" id="{7A57A3D7-BF14-43B6-92D9-5B7A74DFB767}"/>
                  </a:ext>
                </a:extLst>
              </p:cNvPr>
              <p:cNvSpPr/>
              <p:nvPr/>
            </p:nvSpPr>
            <p:spPr>
              <a:xfrm>
                <a:off x="45040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3" name="Freeform: Shape 1562">
                <a:extLst>
                  <a:ext uri="{FF2B5EF4-FFF2-40B4-BE49-F238E27FC236}">
                    <a16:creationId xmlns:a16="http://schemas.microsoft.com/office/drawing/2014/main" id="{FF0E8AE2-1A4F-4FE9-AF7A-04FF569CECDA}"/>
                  </a:ext>
                </a:extLst>
              </p:cNvPr>
              <p:cNvSpPr/>
              <p:nvPr/>
            </p:nvSpPr>
            <p:spPr>
              <a:xfrm>
                <a:off x="45040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4" name="Freeform: Shape 1563">
                <a:extLst>
                  <a:ext uri="{FF2B5EF4-FFF2-40B4-BE49-F238E27FC236}">
                    <a16:creationId xmlns:a16="http://schemas.microsoft.com/office/drawing/2014/main" id="{17D47E23-2F73-4C9D-9A99-FDC31D24EF4F}"/>
                  </a:ext>
                </a:extLst>
              </p:cNvPr>
              <p:cNvSpPr/>
              <p:nvPr/>
            </p:nvSpPr>
            <p:spPr>
              <a:xfrm>
                <a:off x="44278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5" name="Freeform: Shape 1564">
                <a:extLst>
                  <a:ext uri="{FF2B5EF4-FFF2-40B4-BE49-F238E27FC236}">
                    <a16:creationId xmlns:a16="http://schemas.microsoft.com/office/drawing/2014/main" id="{28D97994-E3F1-4F04-9CDA-DB3AFE851A4F}"/>
                  </a:ext>
                </a:extLst>
              </p:cNvPr>
              <p:cNvSpPr/>
              <p:nvPr/>
            </p:nvSpPr>
            <p:spPr>
              <a:xfrm>
                <a:off x="44278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6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6" name="Freeform: Shape 1565">
                <a:extLst>
                  <a:ext uri="{FF2B5EF4-FFF2-40B4-BE49-F238E27FC236}">
                    <a16:creationId xmlns:a16="http://schemas.microsoft.com/office/drawing/2014/main" id="{F97B4BA1-98FD-475D-B6AD-E73C1A210BBF}"/>
                  </a:ext>
                </a:extLst>
              </p:cNvPr>
              <p:cNvSpPr/>
              <p:nvPr/>
            </p:nvSpPr>
            <p:spPr>
              <a:xfrm>
                <a:off x="44278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7" name="Freeform: Shape 1566">
                <a:extLst>
                  <a:ext uri="{FF2B5EF4-FFF2-40B4-BE49-F238E27FC236}">
                    <a16:creationId xmlns:a16="http://schemas.microsoft.com/office/drawing/2014/main" id="{039B06F5-12F1-4F83-BEB9-1A90ADD8BB1E}"/>
                  </a:ext>
                </a:extLst>
              </p:cNvPr>
              <p:cNvSpPr/>
              <p:nvPr/>
            </p:nvSpPr>
            <p:spPr>
              <a:xfrm>
                <a:off x="44278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8" name="Freeform: Shape 1567">
                <a:extLst>
                  <a:ext uri="{FF2B5EF4-FFF2-40B4-BE49-F238E27FC236}">
                    <a16:creationId xmlns:a16="http://schemas.microsoft.com/office/drawing/2014/main" id="{40ECBF2A-6B49-4C24-99A0-24E676159F15}"/>
                  </a:ext>
                </a:extLst>
              </p:cNvPr>
              <p:cNvSpPr/>
              <p:nvPr/>
            </p:nvSpPr>
            <p:spPr>
              <a:xfrm>
                <a:off x="44278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9" name="Freeform: Shape 1568">
                <a:extLst>
                  <a:ext uri="{FF2B5EF4-FFF2-40B4-BE49-F238E27FC236}">
                    <a16:creationId xmlns:a16="http://schemas.microsoft.com/office/drawing/2014/main" id="{8611AC01-CF4E-4986-A21E-CD7A16A21708}"/>
                  </a:ext>
                </a:extLst>
              </p:cNvPr>
              <p:cNvSpPr/>
              <p:nvPr/>
            </p:nvSpPr>
            <p:spPr>
              <a:xfrm>
                <a:off x="44278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0" name="Freeform: Shape 1569">
                <a:extLst>
                  <a:ext uri="{FF2B5EF4-FFF2-40B4-BE49-F238E27FC236}">
                    <a16:creationId xmlns:a16="http://schemas.microsoft.com/office/drawing/2014/main" id="{49B95549-12EF-486C-B004-0F6ECCD8D598}"/>
                  </a:ext>
                </a:extLst>
              </p:cNvPr>
              <p:cNvSpPr/>
              <p:nvPr/>
            </p:nvSpPr>
            <p:spPr>
              <a:xfrm>
                <a:off x="43516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1" name="Freeform: Shape 1570">
                <a:extLst>
                  <a:ext uri="{FF2B5EF4-FFF2-40B4-BE49-F238E27FC236}">
                    <a16:creationId xmlns:a16="http://schemas.microsoft.com/office/drawing/2014/main" id="{F5EB64B3-DFF5-43F1-972B-A5F4C1EB17B3}"/>
                  </a:ext>
                </a:extLst>
              </p:cNvPr>
              <p:cNvSpPr/>
              <p:nvPr/>
            </p:nvSpPr>
            <p:spPr>
              <a:xfrm>
                <a:off x="43516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2" name="Freeform: Shape 1571">
                <a:extLst>
                  <a:ext uri="{FF2B5EF4-FFF2-40B4-BE49-F238E27FC236}">
                    <a16:creationId xmlns:a16="http://schemas.microsoft.com/office/drawing/2014/main" id="{12502ECC-E556-492C-8B93-2ED3DAEA7B82}"/>
                  </a:ext>
                </a:extLst>
              </p:cNvPr>
              <p:cNvSpPr/>
              <p:nvPr/>
            </p:nvSpPr>
            <p:spPr>
              <a:xfrm>
                <a:off x="43516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3" name="Freeform: Shape 1572">
                <a:extLst>
                  <a:ext uri="{FF2B5EF4-FFF2-40B4-BE49-F238E27FC236}">
                    <a16:creationId xmlns:a16="http://schemas.microsoft.com/office/drawing/2014/main" id="{D93108DF-6400-46C1-8E33-F152CD1D6081}"/>
                  </a:ext>
                </a:extLst>
              </p:cNvPr>
              <p:cNvSpPr/>
              <p:nvPr/>
            </p:nvSpPr>
            <p:spPr>
              <a:xfrm>
                <a:off x="43516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4" name="Freeform: Shape 1573">
                <a:extLst>
                  <a:ext uri="{FF2B5EF4-FFF2-40B4-BE49-F238E27FC236}">
                    <a16:creationId xmlns:a16="http://schemas.microsoft.com/office/drawing/2014/main" id="{6D828F47-4E92-402D-B8EB-0A8F3A257B7E}"/>
                  </a:ext>
                </a:extLst>
              </p:cNvPr>
              <p:cNvSpPr/>
              <p:nvPr/>
            </p:nvSpPr>
            <p:spPr>
              <a:xfrm>
                <a:off x="42756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5" name="Freeform: Shape 1574">
                <a:extLst>
                  <a:ext uri="{FF2B5EF4-FFF2-40B4-BE49-F238E27FC236}">
                    <a16:creationId xmlns:a16="http://schemas.microsoft.com/office/drawing/2014/main" id="{90CBA007-03E3-4D8C-8A14-6737D3E2BD6B}"/>
                  </a:ext>
                </a:extLst>
              </p:cNvPr>
              <p:cNvSpPr/>
              <p:nvPr/>
            </p:nvSpPr>
            <p:spPr>
              <a:xfrm>
                <a:off x="42756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6" name="Freeform: Shape 1575">
                <a:extLst>
                  <a:ext uri="{FF2B5EF4-FFF2-40B4-BE49-F238E27FC236}">
                    <a16:creationId xmlns:a16="http://schemas.microsoft.com/office/drawing/2014/main" id="{50851077-4BC2-4123-9DE9-060BB6B2328E}"/>
                  </a:ext>
                </a:extLst>
              </p:cNvPr>
              <p:cNvSpPr/>
              <p:nvPr/>
            </p:nvSpPr>
            <p:spPr>
              <a:xfrm>
                <a:off x="42756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7" name="Freeform: Shape 1576">
                <a:extLst>
                  <a:ext uri="{FF2B5EF4-FFF2-40B4-BE49-F238E27FC236}">
                    <a16:creationId xmlns:a16="http://schemas.microsoft.com/office/drawing/2014/main" id="{AB175FF2-EFBB-44F3-96C6-6AE2EAEF1A77}"/>
                  </a:ext>
                </a:extLst>
              </p:cNvPr>
              <p:cNvSpPr/>
              <p:nvPr/>
            </p:nvSpPr>
            <p:spPr>
              <a:xfrm>
                <a:off x="42756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8" name="Freeform: Shape 1577">
                <a:extLst>
                  <a:ext uri="{FF2B5EF4-FFF2-40B4-BE49-F238E27FC236}">
                    <a16:creationId xmlns:a16="http://schemas.microsoft.com/office/drawing/2014/main" id="{3CB6C33B-7BF1-4EE9-9040-C716D61BFB2B}"/>
                  </a:ext>
                </a:extLst>
              </p:cNvPr>
              <p:cNvSpPr/>
              <p:nvPr/>
            </p:nvSpPr>
            <p:spPr>
              <a:xfrm>
                <a:off x="42756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9" name="Freeform: Shape 1578">
                <a:extLst>
                  <a:ext uri="{FF2B5EF4-FFF2-40B4-BE49-F238E27FC236}">
                    <a16:creationId xmlns:a16="http://schemas.microsoft.com/office/drawing/2014/main" id="{B98481DF-B79B-419A-B5AE-88BC57C56964}"/>
                  </a:ext>
                </a:extLst>
              </p:cNvPr>
              <p:cNvSpPr/>
              <p:nvPr/>
            </p:nvSpPr>
            <p:spPr>
              <a:xfrm>
                <a:off x="42756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0" name="Freeform: Shape 1579">
                <a:extLst>
                  <a:ext uri="{FF2B5EF4-FFF2-40B4-BE49-F238E27FC236}">
                    <a16:creationId xmlns:a16="http://schemas.microsoft.com/office/drawing/2014/main" id="{84DC8F2A-D850-4C1A-AD76-133FDB39A02C}"/>
                  </a:ext>
                </a:extLst>
              </p:cNvPr>
              <p:cNvSpPr/>
              <p:nvPr/>
            </p:nvSpPr>
            <p:spPr>
              <a:xfrm>
                <a:off x="41994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1" name="Freeform: Shape 1580">
                <a:extLst>
                  <a:ext uri="{FF2B5EF4-FFF2-40B4-BE49-F238E27FC236}">
                    <a16:creationId xmlns:a16="http://schemas.microsoft.com/office/drawing/2014/main" id="{71379266-3FB0-4866-B51C-3073C84EF71E}"/>
                  </a:ext>
                </a:extLst>
              </p:cNvPr>
              <p:cNvSpPr/>
              <p:nvPr/>
            </p:nvSpPr>
            <p:spPr>
              <a:xfrm>
                <a:off x="41994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2" name="Freeform: Shape 1581">
                <a:extLst>
                  <a:ext uri="{FF2B5EF4-FFF2-40B4-BE49-F238E27FC236}">
                    <a16:creationId xmlns:a16="http://schemas.microsoft.com/office/drawing/2014/main" id="{7DE7D05B-FC9B-4F4D-BF7A-B5BA95BDC00E}"/>
                  </a:ext>
                </a:extLst>
              </p:cNvPr>
              <p:cNvSpPr/>
              <p:nvPr/>
            </p:nvSpPr>
            <p:spPr>
              <a:xfrm>
                <a:off x="41994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19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3" name="Freeform: Shape 1582">
                <a:extLst>
                  <a:ext uri="{FF2B5EF4-FFF2-40B4-BE49-F238E27FC236}">
                    <a16:creationId xmlns:a16="http://schemas.microsoft.com/office/drawing/2014/main" id="{E4A6D58C-6C71-482F-8E09-E95DF55C02F7}"/>
                  </a:ext>
                </a:extLst>
              </p:cNvPr>
              <p:cNvSpPr/>
              <p:nvPr/>
            </p:nvSpPr>
            <p:spPr>
              <a:xfrm>
                <a:off x="41231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4" name="Freeform: Shape 1583">
                <a:extLst>
                  <a:ext uri="{FF2B5EF4-FFF2-40B4-BE49-F238E27FC236}">
                    <a16:creationId xmlns:a16="http://schemas.microsoft.com/office/drawing/2014/main" id="{2DFAA578-3314-49E9-9B73-2B7759DD7DA4}"/>
                  </a:ext>
                </a:extLst>
              </p:cNvPr>
              <p:cNvSpPr/>
              <p:nvPr/>
            </p:nvSpPr>
            <p:spPr>
              <a:xfrm>
                <a:off x="41231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588" name="Straight Connector 1587">
              <a:extLst>
                <a:ext uri="{FF2B5EF4-FFF2-40B4-BE49-F238E27FC236}">
                  <a16:creationId xmlns:a16="http://schemas.microsoft.com/office/drawing/2014/main" id="{67812961-6EFF-4CF2-922D-CBD01BC258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31529" y="5290213"/>
              <a:ext cx="1969939" cy="91709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0" name="Straight Connector 1589">
              <a:extLst>
                <a:ext uri="{FF2B5EF4-FFF2-40B4-BE49-F238E27FC236}">
                  <a16:creationId xmlns:a16="http://schemas.microsoft.com/office/drawing/2014/main" id="{741A6BF5-AC33-45F1-878A-C09D9522DC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977" y="1721498"/>
              <a:ext cx="2553573" cy="115995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17" name="Group 171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  <a:extLst>
                <a:ext uri="{FF2B5EF4-FFF2-40B4-BE49-F238E27FC236}">
                  <a16:creationId xmlns:a16="http://schemas.microsoft.com/office/drawing/2014/main" id="{DFAD4F0F-92FE-4CCE-805C-FA08EF990B6B}"/>
                </a:ext>
              </a:extLst>
            </p:cNvPr>
            <p:cNvGrpSpPr>
              <a:grpSpLocks noChangeAspect="1"/>
            </p:cNvGrpSpPr>
            <p:nvPr>
              <p:custDataLst>
                <p:tags r:id="rId1"/>
              </p:custDataLst>
            </p:nvPr>
          </p:nvGrpSpPr>
          <p:grpSpPr>
            <a:xfrm>
              <a:off x="5724000" y="1571460"/>
              <a:ext cx="5579403" cy="3954767"/>
              <a:chOff x="3016251" y="1239838"/>
              <a:chExt cx="6176963" cy="4378326"/>
            </a:xfrm>
          </p:grpSpPr>
          <p:sp>
            <p:nvSpPr>
              <p:cNvPr id="1720" name="Freeform: Shape 1719">
                <a:extLst>
                  <a:ext uri="{FF2B5EF4-FFF2-40B4-BE49-F238E27FC236}">
                    <a16:creationId xmlns:a16="http://schemas.microsoft.com/office/drawing/2014/main" id="{48F7936F-5BD0-4593-B4A9-E3364510DD1B}"/>
                  </a:ext>
                </a:extLst>
              </p:cNvPr>
              <p:cNvSpPr/>
              <p:nvPr/>
            </p:nvSpPr>
            <p:spPr bwMode="auto">
              <a:xfrm>
                <a:off x="4597401" y="4999038"/>
                <a:ext cx="3263900" cy="76200"/>
              </a:xfrm>
              <a:custGeom>
                <a:avLst/>
                <a:gdLst>
                  <a:gd name="T0" fmla="*/ 424 w 855"/>
                  <a:gd name="T1" fmla="*/ 0 h 20"/>
                  <a:gd name="T2" fmla="*/ 0 w 855"/>
                  <a:gd name="T3" fmla="*/ 2 h 20"/>
                  <a:gd name="T4" fmla="*/ 44 w 855"/>
                  <a:gd name="T5" fmla="*/ 18 h 20"/>
                  <a:gd name="T6" fmla="*/ 424 w 855"/>
                  <a:gd name="T7" fmla="*/ 20 h 20"/>
                  <a:gd name="T8" fmla="*/ 815 w 855"/>
                  <a:gd name="T9" fmla="*/ 18 h 20"/>
                  <a:gd name="T10" fmla="*/ 855 w 855"/>
                  <a:gd name="T11" fmla="*/ 2 h 20"/>
                  <a:gd name="T12" fmla="*/ 424 w 855"/>
                  <a:gd name="T13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55" h="20">
                    <a:moveTo>
                      <a:pt x="424" y="0"/>
                    </a:moveTo>
                    <a:cubicBezTo>
                      <a:pt x="266" y="0"/>
                      <a:pt x="120" y="1"/>
                      <a:pt x="0" y="2"/>
                    </a:cubicBezTo>
                    <a:cubicBezTo>
                      <a:pt x="14" y="7"/>
                      <a:pt x="29" y="13"/>
                      <a:pt x="44" y="18"/>
                    </a:cubicBezTo>
                    <a:cubicBezTo>
                      <a:pt x="155" y="19"/>
                      <a:pt x="285" y="20"/>
                      <a:pt x="424" y="20"/>
                    </a:cubicBezTo>
                    <a:cubicBezTo>
                      <a:pt x="568" y="20"/>
                      <a:pt x="701" y="19"/>
                      <a:pt x="815" y="18"/>
                    </a:cubicBezTo>
                    <a:cubicBezTo>
                      <a:pt x="829" y="13"/>
                      <a:pt x="842" y="7"/>
                      <a:pt x="855" y="2"/>
                    </a:cubicBezTo>
                    <a:cubicBezTo>
                      <a:pt x="734" y="1"/>
                      <a:pt x="585" y="0"/>
                      <a:pt x="424" y="0"/>
                    </a:cubicBezTo>
                  </a:path>
                </a:pathLst>
              </a:custGeom>
              <a:solidFill>
                <a:srgbClr val="DFDF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1" name="Freeform: Shape 1720">
                <a:extLst>
                  <a:ext uri="{FF2B5EF4-FFF2-40B4-BE49-F238E27FC236}">
                    <a16:creationId xmlns:a16="http://schemas.microsoft.com/office/drawing/2014/main" id="{DFAF2341-6A36-4F3D-936B-35ED0AB783C5}"/>
                  </a:ext>
                </a:extLst>
              </p:cNvPr>
              <p:cNvSpPr/>
              <p:nvPr/>
            </p:nvSpPr>
            <p:spPr bwMode="auto">
              <a:xfrm>
                <a:off x="3719513" y="1744663"/>
                <a:ext cx="519113" cy="519113"/>
              </a:xfrm>
              <a:custGeom>
                <a:avLst/>
                <a:gdLst>
                  <a:gd name="T0" fmla="*/ 126 w 136"/>
                  <a:gd name="T1" fmla="*/ 50 h 136"/>
                  <a:gd name="T2" fmla="*/ 86 w 136"/>
                  <a:gd name="T3" fmla="*/ 126 h 136"/>
                  <a:gd name="T4" fmla="*/ 10 w 136"/>
                  <a:gd name="T5" fmla="*/ 86 h 136"/>
                  <a:gd name="T6" fmla="*/ 50 w 136"/>
                  <a:gd name="T7" fmla="*/ 10 h 136"/>
                  <a:gd name="T8" fmla="*/ 126 w 136"/>
                  <a:gd name="T9" fmla="*/ 50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136">
                    <a:moveTo>
                      <a:pt x="126" y="50"/>
                    </a:moveTo>
                    <a:cubicBezTo>
                      <a:pt x="136" y="82"/>
                      <a:pt x="118" y="116"/>
                      <a:pt x="86" y="126"/>
                    </a:cubicBezTo>
                    <a:cubicBezTo>
                      <a:pt x="54" y="136"/>
                      <a:pt x="20" y="118"/>
                      <a:pt x="10" y="86"/>
                    </a:cubicBezTo>
                    <a:cubicBezTo>
                      <a:pt x="0" y="54"/>
                      <a:pt x="18" y="20"/>
                      <a:pt x="50" y="10"/>
                    </a:cubicBezTo>
                    <a:cubicBezTo>
                      <a:pt x="82" y="0"/>
                      <a:pt x="116" y="18"/>
                      <a:pt x="126" y="50"/>
                    </a:cubicBezTo>
                    <a:close/>
                  </a:path>
                </a:pathLst>
              </a:custGeom>
              <a:solidFill>
                <a:srgbClr val="FD60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2" name="Freeform: Shape 1721">
                <a:extLst>
                  <a:ext uri="{FF2B5EF4-FFF2-40B4-BE49-F238E27FC236}">
                    <a16:creationId xmlns:a16="http://schemas.microsoft.com/office/drawing/2014/main" id="{DB502B16-6BD0-4C0D-8A06-E514B6D3299B}"/>
                  </a:ext>
                </a:extLst>
              </p:cNvPr>
              <p:cNvSpPr/>
              <p:nvPr/>
            </p:nvSpPr>
            <p:spPr bwMode="auto">
              <a:xfrm>
                <a:off x="3833813" y="1862138"/>
                <a:ext cx="263525" cy="268288"/>
              </a:xfrm>
              <a:custGeom>
                <a:avLst/>
                <a:gdLst>
                  <a:gd name="T0" fmla="*/ 44 w 69"/>
                  <a:gd name="T1" fmla="*/ 5 h 70"/>
                  <a:gd name="T2" fmla="*/ 35 w 69"/>
                  <a:gd name="T3" fmla="*/ 23 h 70"/>
                  <a:gd name="T4" fmla="*/ 32 w 69"/>
                  <a:gd name="T5" fmla="*/ 24 h 70"/>
                  <a:gd name="T6" fmla="*/ 14 w 69"/>
                  <a:gd name="T7" fmla="*/ 14 h 70"/>
                  <a:gd name="T8" fmla="*/ 7 w 69"/>
                  <a:gd name="T9" fmla="*/ 45 h 70"/>
                  <a:gd name="T10" fmla="*/ 48 w 69"/>
                  <a:gd name="T11" fmla="*/ 70 h 70"/>
                  <a:gd name="T12" fmla="*/ 68 w 69"/>
                  <a:gd name="T13" fmla="*/ 26 h 70"/>
                  <a:gd name="T14" fmla="*/ 44 w 69"/>
                  <a:gd name="T15" fmla="*/ 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" h="70">
                    <a:moveTo>
                      <a:pt x="44" y="5"/>
                    </a:moveTo>
                    <a:cubicBezTo>
                      <a:pt x="36" y="7"/>
                      <a:pt x="35" y="16"/>
                      <a:pt x="35" y="23"/>
                    </a:cubicBezTo>
                    <a:cubicBezTo>
                      <a:pt x="35" y="25"/>
                      <a:pt x="33" y="25"/>
                      <a:pt x="32" y="24"/>
                    </a:cubicBezTo>
                    <a:cubicBezTo>
                      <a:pt x="29" y="18"/>
                      <a:pt x="22" y="12"/>
                      <a:pt x="14" y="14"/>
                    </a:cubicBezTo>
                    <a:cubicBezTo>
                      <a:pt x="0" y="19"/>
                      <a:pt x="0" y="36"/>
                      <a:pt x="7" y="45"/>
                    </a:cubicBezTo>
                    <a:cubicBezTo>
                      <a:pt x="13" y="54"/>
                      <a:pt x="48" y="70"/>
                      <a:pt x="48" y="70"/>
                    </a:cubicBezTo>
                    <a:cubicBezTo>
                      <a:pt x="48" y="70"/>
                      <a:pt x="67" y="37"/>
                      <a:pt x="68" y="26"/>
                    </a:cubicBezTo>
                    <a:cubicBezTo>
                      <a:pt x="69" y="15"/>
                      <a:pt x="59" y="0"/>
                      <a:pt x="44" y="5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3" name="Freeform: Shape 1722">
                <a:extLst>
                  <a:ext uri="{FF2B5EF4-FFF2-40B4-BE49-F238E27FC236}">
                    <a16:creationId xmlns:a16="http://schemas.microsoft.com/office/drawing/2014/main" id="{E6150DA2-923C-4314-B2D2-2BC46951EF3E}"/>
                  </a:ext>
                </a:extLst>
              </p:cNvPr>
              <p:cNvSpPr/>
              <p:nvPr/>
            </p:nvSpPr>
            <p:spPr bwMode="auto">
              <a:xfrm>
                <a:off x="4551363" y="1239838"/>
                <a:ext cx="1638300" cy="355600"/>
              </a:xfrm>
              <a:custGeom>
                <a:avLst/>
                <a:gdLst>
                  <a:gd name="T0" fmla="*/ 409 w 429"/>
                  <a:gd name="T1" fmla="*/ 91 h 93"/>
                  <a:gd name="T2" fmla="*/ 25 w 429"/>
                  <a:gd name="T3" fmla="*/ 93 h 93"/>
                  <a:gd name="T4" fmla="*/ 2 w 429"/>
                  <a:gd name="T5" fmla="*/ 69 h 93"/>
                  <a:gd name="T6" fmla="*/ 1 w 429"/>
                  <a:gd name="T7" fmla="*/ 30 h 93"/>
                  <a:gd name="T8" fmla="*/ 29 w 429"/>
                  <a:gd name="T9" fmla="*/ 0 h 93"/>
                  <a:gd name="T10" fmla="*/ 410 w 429"/>
                  <a:gd name="T11" fmla="*/ 0 h 93"/>
                  <a:gd name="T12" fmla="*/ 429 w 429"/>
                  <a:gd name="T13" fmla="*/ 19 h 93"/>
                  <a:gd name="T14" fmla="*/ 428 w 429"/>
                  <a:gd name="T15" fmla="*/ 71 h 93"/>
                  <a:gd name="T16" fmla="*/ 409 w 429"/>
                  <a:gd name="T17" fmla="*/ 91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29" h="93">
                    <a:moveTo>
                      <a:pt x="409" y="91"/>
                    </a:moveTo>
                    <a:cubicBezTo>
                      <a:pt x="25" y="93"/>
                      <a:pt x="25" y="93"/>
                      <a:pt x="25" y="93"/>
                    </a:cubicBezTo>
                    <a:cubicBezTo>
                      <a:pt x="12" y="93"/>
                      <a:pt x="2" y="82"/>
                      <a:pt x="2" y="69"/>
                    </a:cubicBezTo>
                    <a:cubicBezTo>
                      <a:pt x="1" y="30"/>
                      <a:pt x="1" y="30"/>
                      <a:pt x="1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10" y="0"/>
                      <a:pt x="410" y="0"/>
                      <a:pt x="410" y="0"/>
                    </a:cubicBezTo>
                    <a:cubicBezTo>
                      <a:pt x="421" y="0"/>
                      <a:pt x="429" y="8"/>
                      <a:pt x="429" y="19"/>
                    </a:cubicBezTo>
                    <a:cubicBezTo>
                      <a:pt x="428" y="71"/>
                      <a:pt x="428" y="71"/>
                      <a:pt x="428" y="71"/>
                    </a:cubicBezTo>
                    <a:cubicBezTo>
                      <a:pt x="428" y="82"/>
                      <a:pt x="420" y="91"/>
                      <a:pt x="409" y="91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4" name="Freeform: Shape 1723">
                <a:extLst>
                  <a:ext uri="{FF2B5EF4-FFF2-40B4-BE49-F238E27FC236}">
                    <a16:creationId xmlns:a16="http://schemas.microsoft.com/office/drawing/2014/main" id="{6420D407-C202-4B17-AB98-CFACFEACA77B}"/>
                  </a:ext>
                </a:extLst>
              </p:cNvPr>
              <p:cNvSpPr/>
              <p:nvPr/>
            </p:nvSpPr>
            <p:spPr bwMode="auto">
              <a:xfrm>
                <a:off x="5972176" y="1573213"/>
                <a:ext cx="130175" cy="144463"/>
              </a:xfrm>
              <a:custGeom>
                <a:avLst/>
                <a:gdLst>
                  <a:gd name="T0" fmla="*/ 0 w 34"/>
                  <a:gd name="T1" fmla="*/ 0 h 38"/>
                  <a:gd name="T2" fmla="*/ 32 w 34"/>
                  <a:gd name="T3" fmla="*/ 38 h 38"/>
                  <a:gd name="T4" fmla="*/ 34 w 34"/>
                  <a:gd name="T5" fmla="*/ 1 h 38"/>
                  <a:gd name="T6" fmla="*/ 0 w 34"/>
                  <a:gd name="T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" h="38">
                    <a:moveTo>
                      <a:pt x="0" y="0"/>
                    </a:moveTo>
                    <a:cubicBezTo>
                      <a:pt x="0" y="0"/>
                      <a:pt x="32" y="38"/>
                      <a:pt x="32" y="38"/>
                    </a:cubicBezTo>
                    <a:cubicBezTo>
                      <a:pt x="32" y="38"/>
                      <a:pt x="34" y="1"/>
                      <a:pt x="34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5" name="Freeform: Shape 1724">
                <a:extLst>
                  <a:ext uri="{FF2B5EF4-FFF2-40B4-BE49-F238E27FC236}">
                    <a16:creationId xmlns:a16="http://schemas.microsoft.com/office/drawing/2014/main" id="{91D424C6-0ACF-4451-A336-71789122E12A}"/>
                  </a:ext>
                </a:extLst>
              </p:cNvPr>
              <p:cNvSpPr/>
              <p:nvPr/>
            </p:nvSpPr>
            <p:spPr bwMode="auto">
              <a:xfrm>
                <a:off x="4665663" y="1347788"/>
                <a:ext cx="1393825" cy="52388"/>
              </a:xfrm>
              <a:custGeom>
                <a:avLst/>
                <a:gdLst>
                  <a:gd name="T0" fmla="*/ 364 w 365"/>
                  <a:gd name="T1" fmla="*/ 5 h 14"/>
                  <a:gd name="T2" fmla="*/ 358 w 365"/>
                  <a:gd name="T3" fmla="*/ 13 h 14"/>
                  <a:gd name="T4" fmla="*/ 353 w 365"/>
                  <a:gd name="T5" fmla="*/ 13 h 14"/>
                  <a:gd name="T6" fmla="*/ 5 w 365"/>
                  <a:gd name="T7" fmla="*/ 14 h 14"/>
                  <a:gd name="T8" fmla="*/ 0 w 365"/>
                  <a:gd name="T9" fmla="*/ 9 h 14"/>
                  <a:gd name="T10" fmla="*/ 5 w 365"/>
                  <a:gd name="T11" fmla="*/ 3 h 14"/>
                  <a:gd name="T12" fmla="*/ 352 w 365"/>
                  <a:gd name="T13" fmla="*/ 0 h 14"/>
                  <a:gd name="T14" fmla="*/ 364 w 365"/>
                  <a:gd name="T15" fmla="*/ 5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65" h="14">
                    <a:moveTo>
                      <a:pt x="364" y="5"/>
                    </a:moveTo>
                    <a:cubicBezTo>
                      <a:pt x="365" y="9"/>
                      <a:pt x="362" y="13"/>
                      <a:pt x="358" y="13"/>
                    </a:cubicBezTo>
                    <a:cubicBezTo>
                      <a:pt x="353" y="13"/>
                      <a:pt x="353" y="13"/>
                      <a:pt x="353" y="13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2" y="14"/>
                      <a:pt x="0" y="12"/>
                      <a:pt x="0" y="9"/>
                    </a:cubicBezTo>
                    <a:cubicBezTo>
                      <a:pt x="0" y="6"/>
                      <a:pt x="2" y="3"/>
                      <a:pt x="5" y="3"/>
                    </a:cubicBezTo>
                    <a:cubicBezTo>
                      <a:pt x="352" y="0"/>
                      <a:pt x="352" y="0"/>
                      <a:pt x="352" y="0"/>
                    </a:cubicBezTo>
                    <a:cubicBezTo>
                      <a:pt x="360" y="0"/>
                      <a:pt x="363" y="2"/>
                      <a:pt x="364" y="5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6" name="Freeform: Shape 1725">
                <a:extLst>
                  <a:ext uri="{FF2B5EF4-FFF2-40B4-BE49-F238E27FC236}">
                    <a16:creationId xmlns:a16="http://schemas.microsoft.com/office/drawing/2014/main" id="{2EB43273-58A7-485F-B198-4099208FE3C2}"/>
                  </a:ext>
                </a:extLst>
              </p:cNvPr>
              <p:cNvSpPr/>
              <p:nvPr/>
            </p:nvSpPr>
            <p:spPr bwMode="auto">
              <a:xfrm>
                <a:off x="4665663" y="1446213"/>
                <a:ext cx="588963" cy="46038"/>
              </a:xfrm>
              <a:custGeom>
                <a:avLst/>
                <a:gdLst>
                  <a:gd name="T0" fmla="*/ 0 w 154"/>
                  <a:gd name="T1" fmla="*/ 7 h 12"/>
                  <a:gd name="T2" fmla="*/ 0 w 154"/>
                  <a:gd name="T3" fmla="*/ 7 h 12"/>
                  <a:gd name="T4" fmla="*/ 5 w 154"/>
                  <a:gd name="T5" fmla="*/ 12 h 12"/>
                  <a:gd name="T6" fmla="*/ 149 w 154"/>
                  <a:gd name="T7" fmla="*/ 10 h 12"/>
                  <a:gd name="T8" fmla="*/ 154 w 154"/>
                  <a:gd name="T9" fmla="*/ 5 h 12"/>
                  <a:gd name="T10" fmla="*/ 149 w 154"/>
                  <a:gd name="T11" fmla="*/ 0 h 12"/>
                  <a:gd name="T12" fmla="*/ 5 w 154"/>
                  <a:gd name="T13" fmla="*/ 2 h 12"/>
                  <a:gd name="T14" fmla="*/ 0 w 154"/>
                  <a:gd name="T15" fmla="*/ 7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4" h="12"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10"/>
                      <a:pt x="2" y="12"/>
                      <a:pt x="5" y="12"/>
                    </a:cubicBezTo>
                    <a:cubicBezTo>
                      <a:pt x="149" y="10"/>
                      <a:pt x="149" y="10"/>
                      <a:pt x="149" y="10"/>
                    </a:cubicBezTo>
                    <a:cubicBezTo>
                      <a:pt x="152" y="10"/>
                      <a:pt x="154" y="8"/>
                      <a:pt x="154" y="5"/>
                    </a:cubicBezTo>
                    <a:cubicBezTo>
                      <a:pt x="154" y="2"/>
                      <a:pt x="152" y="0"/>
                      <a:pt x="149" y="0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2" y="2"/>
                      <a:pt x="0" y="4"/>
                      <a:pt x="0" y="7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7" name="Freeform: Shape 1726">
                <a:extLst>
                  <a:ext uri="{FF2B5EF4-FFF2-40B4-BE49-F238E27FC236}">
                    <a16:creationId xmlns:a16="http://schemas.microsoft.com/office/drawing/2014/main" id="{53B8943F-BDDA-4A19-9C19-22E402D9C354}"/>
                  </a:ext>
                </a:extLst>
              </p:cNvPr>
              <p:cNvSpPr/>
              <p:nvPr/>
            </p:nvSpPr>
            <p:spPr bwMode="auto">
              <a:xfrm>
                <a:off x="8032751" y="1381126"/>
                <a:ext cx="493713" cy="492125"/>
              </a:xfrm>
              <a:custGeom>
                <a:avLst/>
                <a:gdLst>
                  <a:gd name="T0" fmla="*/ 125 w 129"/>
                  <a:gd name="T1" fmla="*/ 71 h 129"/>
                  <a:gd name="T2" fmla="*/ 58 w 129"/>
                  <a:gd name="T3" fmla="*/ 125 h 129"/>
                  <a:gd name="T4" fmla="*/ 4 w 129"/>
                  <a:gd name="T5" fmla="*/ 58 h 129"/>
                  <a:gd name="T6" fmla="*/ 71 w 129"/>
                  <a:gd name="T7" fmla="*/ 4 h 129"/>
                  <a:gd name="T8" fmla="*/ 125 w 129"/>
                  <a:gd name="T9" fmla="*/ 71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9" h="129">
                    <a:moveTo>
                      <a:pt x="125" y="71"/>
                    </a:moveTo>
                    <a:cubicBezTo>
                      <a:pt x="122" y="105"/>
                      <a:pt x="92" y="129"/>
                      <a:pt x="58" y="125"/>
                    </a:cubicBezTo>
                    <a:cubicBezTo>
                      <a:pt x="24" y="122"/>
                      <a:pt x="0" y="92"/>
                      <a:pt x="4" y="58"/>
                    </a:cubicBezTo>
                    <a:cubicBezTo>
                      <a:pt x="7" y="24"/>
                      <a:pt x="38" y="0"/>
                      <a:pt x="71" y="4"/>
                    </a:cubicBezTo>
                    <a:cubicBezTo>
                      <a:pt x="105" y="8"/>
                      <a:pt x="129" y="38"/>
                      <a:pt x="125" y="71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8" name="Freeform: Shape 1727">
                <a:extLst>
                  <a:ext uri="{FF2B5EF4-FFF2-40B4-BE49-F238E27FC236}">
                    <a16:creationId xmlns:a16="http://schemas.microsoft.com/office/drawing/2014/main" id="{419E0A3F-56A2-4BE2-90B5-2BE093D32193}"/>
                  </a:ext>
                </a:extLst>
              </p:cNvPr>
              <p:cNvSpPr/>
              <p:nvPr/>
            </p:nvSpPr>
            <p:spPr bwMode="auto">
              <a:xfrm>
                <a:off x="8140701" y="1492251"/>
                <a:ext cx="277813" cy="274638"/>
              </a:xfrm>
              <a:custGeom>
                <a:avLst/>
                <a:gdLst>
                  <a:gd name="T0" fmla="*/ 72 w 73"/>
                  <a:gd name="T1" fmla="*/ 36 h 72"/>
                  <a:gd name="T2" fmla="*/ 69 w 73"/>
                  <a:gd name="T3" fmla="*/ 47 h 72"/>
                  <a:gd name="T4" fmla="*/ 63 w 73"/>
                  <a:gd name="T5" fmla="*/ 54 h 72"/>
                  <a:gd name="T6" fmla="*/ 54 w 73"/>
                  <a:gd name="T7" fmla="*/ 56 h 72"/>
                  <a:gd name="T8" fmla="*/ 48 w 73"/>
                  <a:gd name="T9" fmla="*/ 54 h 72"/>
                  <a:gd name="T10" fmla="*/ 45 w 73"/>
                  <a:gd name="T11" fmla="*/ 50 h 72"/>
                  <a:gd name="T12" fmla="*/ 45 w 73"/>
                  <a:gd name="T13" fmla="*/ 50 h 72"/>
                  <a:gd name="T14" fmla="*/ 32 w 73"/>
                  <a:gd name="T15" fmla="*/ 54 h 72"/>
                  <a:gd name="T16" fmla="*/ 20 w 73"/>
                  <a:gd name="T17" fmla="*/ 48 h 72"/>
                  <a:gd name="T18" fmla="*/ 17 w 73"/>
                  <a:gd name="T19" fmla="*/ 35 h 72"/>
                  <a:gd name="T20" fmla="*/ 25 w 73"/>
                  <a:gd name="T21" fmla="*/ 21 h 72"/>
                  <a:gd name="T22" fmla="*/ 41 w 73"/>
                  <a:gd name="T23" fmla="*/ 17 h 72"/>
                  <a:gd name="T24" fmla="*/ 49 w 73"/>
                  <a:gd name="T25" fmla="*/ 19 h 72"/>
                  <a:gd name="T26" fmla="*/ 56 w 73"/>
                  <a:gd name="T27" fmla="*/ 21 h 72"/>
                  <a:gd name="T28" fmla="*/ 53 w 73"/>
                  <a:gd name="T29" fmla="*/ 42 h 72"/>
                  <a:gd name="T30" fmla="*/ 55 w 73"/>
                  <a:gd name="T31" fmla="*/ 49 h 72"/>
                  <a:gd name="T32" fmla="*/ 60 w 73"/>
                  <a:gd name="T33" fmla="*/ 45 h 72"/>
                  <a:gd name="T34" fmla="*/ 63 w 73"/>
                  <a:gd name="T35" fmla="*/ 35 h 72"/>
                  <a:gd name="T36" fmla="*/ 61 w 73"/>
                  <a:gd name="T37" fmla="*/ 22 h 72"/>
                  <a:gd name="T38" fmla="*/ 54 w 73"/>
                  <a:gd name="T39" fmla="*/ 13 h 72"/>
                  <a:gd name="T40" fmla="*/ 42 w 73"/>
                  <a:gd name="T41" fmla="*/ 9 h 72"/>
                  <a:gd name="T42" fmla="*/ 27 w 73"/>
                  <a:gd name="T43" fmla="*/ 11 h 72"/>
                  <a:gd name="T44" fmla="*/ 16 w 73"/>
                  <a:gd name="T45" fmla="*/ 20 h 72"/>
                  <a:gd name="T46" fmla="*/ 10 w 73"/>
                  <a:gd name="T47" fmla="*/ 35 h 72"/>
                  <a:gd name="T48" fmla="*/ 15 w 73"/>
                  <a:gd name="T49" fmla="*/ 54 h 72"/>
                  <a:gd name="T50" fmla="*/ 33 w 73"/>
                  <a:gd name="T51" fmla="*/ 63 h 72"/>
                  <a:gd name="T52" fmla="*/ 43 w 73"/>
                  <a:gd name="T53" fmla="*/ 63 h 72"/>
                  <a:gd name="T54" fmla="*/ 54 w 73"/>
                  <a:gd name="T55" fmla="*/ 61 h 72"/>
                  <a:gd name="T56" fmla="*/ 53 w 73"/>
                  <a:gd name="T57" fmla="*/ 69 h 72"/>
                  <a:gd name="T58" fmla="*/ 32 w 73"/>
                  <a:gd name="T59" fmla="*/ 71 h 72"/>
                  <a:gd name="T60" fmla="*/ 7 w 73"/>
                  <a:gd name="T61" fmla="*/ 60 h 72"/>
                  <a:gd name="T62" fmla="*/ 1 w 73"/>
                  <a:gd name="T63" fmla="*/ 34 h 72"/>
                  <a:gd name="T64" fmla="*/ 8 w 73"/>
                  <a:gd name="T65" fmla="*/ 16 h 72"/>
                  <a:gd name="T66" fmla="*/ 23 w 73"/>
                  <a:gd name="T67" fmla="*/ 3 h 72"/>
                  <a:gd name="T68" fmla="*/ 43 w 73"/>
                  <a:gd name="T69" fmla="*/ 0 h 72"/>
                  <a:gd name="T70" fmla="*/ 60 w 73"/>
                  <a:gd name="T71" fmla="*/ 6 h 72"/>
                  <a:gd name="T72" fmla="*/ 70 w 73"/>
                  <a:gd name="T73" fmla="*/ 19 h 72"/>
                  <a:gd name="T74" fmla="*/ 72 w 73"/>
                  <a:gd name="T75" fmla="*/ 36 h 72"/>
                  <a:gd name="T76" fmla="*/ 27 w 73"/>
                  <a:gd name="T77" fmla="*/ 36 h 72"/>
                  <a:gd name="T78" fmla="*/ 34 w 73"/>
                  <a:gd name="T79" fmla="*/ 46 h 72"/>
                  <a:gd name="T80" fmla="*/ 40 w 73"/>
                  <a:gd name="T81" fmla="*/ 44 h 72"/>
                  <a:gd name="T82" fmla="*/ 44 w 73"/>
                  <a:gd name="T83" fmla="*/ 35 h 72"/>
                  <a:gd name="T84" fmla="*/ 45 w 73"/>
                  <a:gd name="T85" fmla="*/ 26 h 72"/>
                  <a:gd name="T86" fmla="*/ 40 w 73"/>
                  <a:gd name="T87" fmla="*/ 25 h 72"/>
                  <a:gd name="T88" fmla="*/ 31 w 73"/>
                  <a:gd name="T89" fmla="*/ 27 h 72"/>
                  <a:gd name="T90" fmla="*/ 27 w 73"/>
                  <a:gd name="T91" fmla="*/ 3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73" h="72">
                    <a:moveTo>
                      <a:pt x="72" y="36"/>
                    </a:moveTo>
                    <a:cubicBezTo>
                      <a:pt x="72" y="40"/>
                      <a:pt x="71" y="44"/>
                      <a:pt x="69" y="47"/>
                    </a:cubicBezTo>
                    <a:cubicBezTo>
                      <a:pt x="68" y="50"/>
                      <a:pt x="65" y="53"/>
                      <a:pt x="63" y="54"/>
                    </a:cubicBezTo>
                    <a:cubicBezTo>
                      <a:pt x="60" y="56"/>
                      <a:pt x="57" y="57"/>
                      <a:pt x="54" y="56"/>
                    </a:cubicBezTo>
                    <a:cubicBezTo>
                      <a:pt x="52" y="56"/>
                      <a:pt x="50" y="56"/>
                      <a:pt x="48" y="54"/>
                    </a:cubicBezTo>
                    <a:cubicBezTo>
                      <a:pt x="47" y="53"/>
                      <a:pt x="46" y="52"/>
                      <a:pt x="45" y="50"/>
                    </a:cubicBezTo>
                    <a:cubicBezTo>
                      <a:pt x="45" y="50"/>
                      <a:pt x="45" y="50"/>
                      <a:pt x="45" y="50"/>
                    </a:cubicBezTo>
                    <a:cubicBezTo>
                      <a:pt x="41" y="53"/>
                      <a:pt x="37" y="55"/>
                      <a:pt x="32" y="54"/>
                    </a:cubicBezTo>
                    <a:cubicBezTo>
                      <a:pt x="27" y="54"/>
                      <a:pt x="23" y="52"/>
                      <a:pt x="20" y="48"/>
                    </a:cubicBezTo>
                    <a:cubicBezTo>
                      <a:pt x="18" y="45"/>
                      <a:pt x="17" y="40"/>
                      <a:pt x="17" y="35"/>
                    </a:cubicBezTo>
                    <a:cubicBezTo>
                      <a:pt x="18" y="29"/>
                      <a:pt x="20" y="24"/>
                      <a:pt x="25" y="21"/>
                    </a:cubicBezTo>
                    <a:cubicBezTo>
                      <a:pt x="29" y="18"/>
                      <a:pt x="34" y="16"/>
                      <a:pt x="41" y="17"/>
                    </a:cubicBezTo>
                    <a:cubicBezTo>
                      <a:pt x="43" y="17"/>
                      <a:pt x="46" y="18"/>
                      <a:pt x="49" y="19"/>
                    </a:cubicBezTo>
                    <a:cubicBezTo>
                      <a:pt x="52" y="19"/>
                      <a:pt x="54" y="20"/>
                      <a:pt x="56" y="21"/>
                    </a:cubicBezTo>
                    <a:cubicBezTo>
                      <a:pt x="53" y="42"/>
                      <a:pt x="53" y="42"/>
                      <a:pt x="53" y="42"/>
                    </a:cubicBezTo>
                    <a:cubicBezTo>
                      <a:pt x="52" y="46"/>
                      <a:pt x="53" y="48"/>
                      <a:pt x="55" y="49"/>
                    </a:cubicBezTo>
                    <a:cubicBezTo>
                      <a:pt x="57" y="49"/>
                      <a:pt x="59" y="48"/>
                      <a:pt x="60" y="45"/>
                    </a:cubicBezTo>
                    <a:cubicBezTo>
                      <a:pt x="62" y="42"/>
                      <a:pt x="62" y="39"/>
                      <a:pt x="63" y="35"/>
                    </a:cubicBezTo>
                    <a:cubicBezTo>
                      <a:pt x="63" y="30"/>
                      <a:pt x="63" y="26"/>
                      <a:pt x="61" y="22"/>
                    </a:cubicBezTo>
                    <a:cubicBezTo>
                      <a:pt x="60" y="18"/>
                      <a:pt x="57" y="15"/>
                      <a:pt x="54" y="13"/>
                    </a:cubicBezTo>
                    <a:cubicBezTo>
                      <a:pt x="51" y="11"/>
                      <a:pt x="47" y="9"/>
                      <a:pt x="42" y="9"/>
                    </a:cubicBezTo>
                    <a:cubicBezTo>
                      <a:pt x="37" y="8"/>
                      <a:pt x="31" y="9"/>
                      <a:pt x="27" y="11"/>
                    </a:cubicBezTo>
                    <a:cubicBezTo>
                      <a:pt x="22" y="13"/>
                      <a:pt x="18" y="16"/>
                      <a:pt x="16" y="20"/>
                    </a:cubicBezTo>
                    <a:cubicBezTo>
                      <a:pt x="13" y="24"/>
                      <a:pt x="11" y="29"/>
                      <a:pt x="10" y="35"/>
                    </a:cubicBezTo>
                    <a:cubicBezTo>
                      <a:pt x="10" y="43"/>
                      <a:pt x="11" y="50"/>
                      <a:pt x="15" y="54"/>
                    </a:cubicBezTo>
                    <a:cubicBezTo>
                      <a:pt x="19" y="59"/>
                      <a:pt x="25" y="62"/>
                      <a:pt x="33" y="63"/>
                    </a:cubicBezTo>
                    <a:cubicBezTo>
                      <a:pt x="36" y="63"/>
                      <a:pt x="39" y="63"/>
                      <a:pt x="43" y="63"/>
                    </a:cubicBezTo>
                    <a:cubicBezTo>
                      <a:pt x="47" y="63"/>
                      <a:pt x="50" y="62"/>
                      <a:pt x="54" y="61"/>
                    </a:cubicBezTo>
                    <a:cubicBezTo>
                      <a:pt x="53" y="69"/>
                      <a:pt x="53" y="69"/>
                      <a:pt x="53" y="69"/>
                    </a:cubicBezTo>
                    <a:cubicBezTo>
                      <a:pt x="47" y="71"/>
                      <a:pt x="40" y="72"/>
                      <a:pt x="32" y="71"/>
                    </a:cubicBezTo>
                    <a:cubicBezTo>
                      <a:pt x="21" y="70"/>
                      <a:pt x="13" y="66"/>
                      <a:pt x="7" y="60"/>
                    </a:cubicBezTo>
                    <a:cubicBezTo>
                      <a:pt x="2" y="53"/>
                      <a:pt x="0" y="45"/>
                      <a:pt x="1" y="34"/>
                    </a:cubicBezTo>
                    <a:cubicBezTo>
                      <a:pt x="2" y="27"/>
                      <a:pt x="4" y="21"/>
                      <a:pt x="8" y="16"/>
                    </a:cubicBezTo>
                    <a:cubicBezTo>
                      <a:pt x="11" y="10"/>
                      <a:pt x="16" y="6"/>
                      <a:pt x="23" y="3"/>
                    </a:cubicBezTo>
                    <a:cubicBezTo>
                      <a:pt x="29" y="1"/>
                      <a:pt x="36" y="0"/>
                      <a:pt x="43" y="0"/>
                    </a:cubicBezTo>
                    <a:cubicBezTo>
                      <a:pt x="50" y="1"/>
                      <a:pt x="55" y="3"/>
                      <a:pt x="60" y="6"/>
                    </a:cubicBezTo>
                    <a:cubicBezTo>
                      <a:pt x="65" y="9"/>
                      <a:pt x="68" y="14"/>
                      <a:pt x="70" y="19"/>
                    </a:cubicBezTo>
                    <a:cubicBezTo>
                      <a:pt x="72" y="24"/>
                      <a:pt x="73" y="29"/>
                      <a:pt x="72" y="36"/>
                    </a:cubicBezTo>
                    <a:close/>
                    <a:moveTo>
                      <a:pt x="27" y="36"/>
                    </a:moveTo>
                    <a:cubicBezTo>
                      <a:pt x="27" y="42"/>
                      <a:pt x="29" y="46"/>
                      <a:pt x="34" y="46"/>
                    </a:cubicBezTo>
                    <a:cubicBezTo>
                      <a:pt x="36" y="47"/>
                      <a:pt x="39" y="46"/>
                      <a:pt x="40" y="44"/>
                    </a:cubicBezTo>
                    <a:cubicBezTo>
                      <a:pt x="42" y="42"/>
                      <a:pt x="43" y="40"/>
                      <a:pt x="44" y="35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4" y="25"/>
                      <a:pt x="42" y="25"/>
                      <a:pt x="40" y="25"/>
                    </a:cubicBezTo>
                    <a:cubicBezTo>
                      <a:pt x="37" y="25"/>
                      <a:pt x="34" y="25"/>
                      <a:pt x="31" y="27"/>
                    </a:cubicBezTo>
                    <a:cubicBezTo>
                      <a:pt x="29" y="29"/>
                      <a:pt x="28" y="32"/>
                      <a:pt x="27" y="3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9" name="Freeform: Shape 1728">
                <a:extLst>
                  <a:ext uri="{FF2B5EF4-FFF2-40B4-BE49-F238E27FC236}">
                    <a16:creationId xmlns:a16="http://schemas.microsoft.com/office/drawing/2014/main" id="{E05739F9-F22A-4A6A-8FDA-194F6253467D}"/>
                  </a:ext>
                </a:extLst>
              </p:cNvPr>
              <p:cNvSpPr/>
              <p:nvPr/>
            </p:nvSpPr>
            <p:spPr bwMode="auto">
              <a:xfrm>
                <a:off x="6961188" y="1554163"/>
                <a:ext cx="603250" cy="361950"/>
              </a:xfrm>
              <a:custGeom>
                <a:avLst/>
                <a:gdLst>
                  <a:gd name="T0" fmla="*/ 102 w 158"/>
                  <a:gd name="T1" fmla="*/ 94 h 95"/>
                  <a:gd name="T2" fmla="*/ 44 w 158"/>
                  <a:gd name="T3" fmla="*/ 92 h 95"/>
                  <a:gd name="T4" fmla="*/ 1 w 158"/>
                  <a:gd name="T5" fmla="*/ 46 h 95"/>
                  <a:gd name="T6" fmla="*/ 51 w 158"/>
                  <a:gd name="T7" fmla="*/ 2 h 95"/>
                  <a:gd name="T8" fmla="*/ 123 w 158"/>
                  <a:gd name="T9" fmla="*/ 6 h 95"/>
                  <a:gd name="T10" fmla="*/ 156 w 158"/>
                  <a:gd name="T11" fmla="*/ 45 h 95"/>
                  <a:gd name="T12" fmla="*/ 102 w 158"/>
                  <a:gd name="T13" fmla="*/ 94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8" h="95">
                    <a:moveTo>
                      <a:pt x="102" y="94"/>
                    </a:moveTo>
                    <a:cubicBezTo>
                      <a:pt x="44" y="92"/>
                      <a:pt x="44" y="92"/>
                      <a:pt x="44" y="92"/>
                    </a:cubicBezTo>
                    <a:cubicBezTo>
                      <a:pt x="19" y="92"/>
                      <a:pt x="0" y="71"/>
                      <a:pt x="1" y="46"/>
                    </a:cubicBezTo>
                    <a:cubicBezTo>
                      <a:pt x="3" y="20"/>
                      <a:pt x="25" y="0"/>
                      <a:pt x="51" y="2"/>
                    </a:cubicBezTo>
                    <a:cubicBezTo>
                      <a:pt x="123" y="6"/>
                      <a:pt x="123" y="6"/>
                      <a:pt x="123" y="6"/>
                    </a:cubicBezTo>
                    <a:cubicBezTo>
                      <a:pt x="143" y="7"/>
                      <a:pt x="158" y="25"/>
                      <a:pt x="156" y="45"/>
                    </a:cubicBezTo>
                    <a:cubicBezTo>
                      <a:pt x="154" y="73"/>
                      <a:pt x="130" y="95"/>
                      <a:pt x="102" y="94"/>
                    </a:cubicBez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0" name="Freeform: Shape 1729">
                <a:extLst>
                  <a:ext uri="{FF2B5EF4-FFF2-40B4-BE49-F238E27FC236}">
                    <a16:creationId xmlns:a16="http://schemas.microsoft.com/office/drawing/2014/main" id="{89EE9249-40E7-44A8-96E3-C0CF11002A52}"/>
                  </a:ext>
                </a:extLst>
              </p:cNvPr>
              <p:cNvSpPr/>
              <p:nvPr/>
            </p:nvSpPr>
            <p:spPr bwMode="auto">
              <a:xfrm>
                <a:off x="6994526" y="1885951"/>
                <a:ext cx="225425" cy="141288"/>
              </a:xfrm>
              <a:custGeom>
                <a:avLst/>
                <a:gdLst>
                  <a:gd name="T0" fmla="*/ 44 w 142"/>
                  <a:gd name="T1" fmla="*/ 0 h 89"/>
                  <a:gd name="T2" fmla="*/ 0 w 142"/>
                  <a:gd name="T3" fmla="*/ 89 h 89"/>
                  <a:gd name="T4" fmla="*/ 142 w 142"/>
                  <a:gd name="T5" fmla="*/ 0 h 89"/>
                  <a:gd name="T6" fmla="*/ 44 w 142"/>
                  <a:gd name="T7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89">
                    <a:moveTo>
                      <a:pt x="44" y="0"/>
                    </a:moveTo>
                    <a:lnTo>
                      <a:pt x="0" y="89"/>
                    </a:lnTo>
                    <a:lnTo>
                      <a:pt x="142" y="0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1" name="Oval 1730">
                <a:extLst>
                  <a:ext uri="{FF2B5EF4-FFF2-40B4-BE49-F238E27FC236}">
                    <a16:creationId xmlns:a16="http://schemas.microsoft.com/office/drawing/2014/main" id="{998D47D0-E300-4B9E-A5F1-75CBEA481819}"/>
                  </a:ext>
                </a:extLst>
              </p:cNvPr>
              <p:cNvSpPr/>
              <p:nvPr/>
            </p:nvSpPr>
            <p:spPr bwMode="auto">
              <a:xfrm>
                <a:off x="7235826" y="1690688"/>
                <a:ext cx="79375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2" name="Oval 1731">
                <a:extLst>
                  <a:ext uri="{FF2B5EF4-FFF2-40B4-BE49-F238E27FC236}">
                    <a16:creationId xmlns:a16="http://schemas.microsoft.com/office/drawing/2014/main" id="{05A66E4E-9388-459B-B649-616B859399B9}"/>
                  </a:ext>
                </a:extLst>
              </p:cNvPr>
              <p:cNvSpPr/>
              <p:nvPr/>
            </p:nvSpPr>
            <p:spPr bwMode="auto">
              <a:xfrm>
                <a:off x="7089776" y="1690688"/>
                <a:ext cx="80963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3" name="Oval 1732">
                <a:extLst>
                  <a:ext uri="{FF2B5EF4-FFF2-40B4-BE49-F238E27FC236}">
                    <a16:creationId xmlns:a16="http://schemas.microsoft.com/office/drawing/2014/main" id="{6B753212-2324-40ED-82B8-88F2AFECF78F}"/>
                  </a:ext>
                </a:extLst>
              </p:cNvPr>
              <p:cNvSpPr/>
              <p:nvPr/>
            </p:nvSpPr>
            <p:spPr bwMode="auto">
              <a:xfrm>
                <a:off x="7380288" y="1690688"/>
                <a:ext cx="76200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4" name="Freeform: Shape 1733">
                <a:extLst>
                  <a:ext uri="{FF2B5EF4-FFF2-40B4-BE49-F238E27FC236}">
                    <a16:creationId xmlns:a16="http://schemas.microsoft.com/office/drawing/2014/main" id="{DACE6437-C771-4B5D-B309-50B96173331E}"/>
                  </a:ext>
                </a:extLst>
              </p:cNvPr>
              <p:cNvSpPr/>
              <p:nvPr/>
            </p:nvSpPr>
            <p:spPr bwMode="auto">
              <a:xfrm>
                <a:off x="4287838" y="2179638"/>
                <a:ext cx="3890963" cy="2762250"/>
              </a:xfrm>
              <a:custGeom>
                <a:avLst/>
                <a:gdLst>
                  <a:gd name="T0" fmla="*/ 974 w 1019"/>
                  <a:gd name="T1" fmla="*/ 724 h 724"/>
                  <a:gd name="T2" fmla="*/ 46 w 1019"/>
                  <a:gd name="T3" fmla="*/ 724 h 724"/>
                  <a:gd name="T4" fmla="*/ 0 w 1019"/>
                  <a:gd name="T5" fmla="*/ 679 h 724"/>
                  <a:gd name="T6" fmla="*/ 0 w 1019"/>
                  <a:gd name="T7" fmla="*/ 46 h 724"/>
                  <a:gd name="T8" fmla="*/ 46 w 1019"/>
                  <a:gd name="T9" fmla="*/ 0 h 724"/>
                  <a:gd name="T10" fmla="*/ 974 w 1019"/>
                  <a:gd name="T11" fmla="*/ 0 h 724"/>
                  <a:gd name="T12" fmla="*/ 1019 w 1019"/>
                  <a:gd name="T13" fmla="*/ 46 h 724"/>
                  <a:gd name="T14" fmla="*/ 1019 w 1019"/>
                  <a:gd name="T15" fmla="*/ 679 h 724"/>
                  <a:gd name="T16" fmla="*/ 974 w 1019"/>
                  <a:gd name="T17" fmla="*/ 724 h 7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19" h="724">
                    <a:moveTo>
                      <a:pt x="974" y="724"/>
                    </a:moveTo>
                    <a:cubicBezTo>
                      <a:pt x="46" y="724"/>
                      <a:pt x="46" y="724"/>
                      <a:pt x="46" y="724"/>
                    </a:cubicBezTo>
                    <a:cubicBezTo>
                      <a:pt x="21" y="724"/>
                      <a:pt x="0" y="704"/>
                      <a:pt x="0" y="679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0" y="20"/>
                      <a:pt x="21" y="0"/>
                      <a:pt x="46" y="0"/>
                    </a:cubicBezTo>
                    <a:cubicBezTo>
                      <a:pt x="974" y="0"/>
                      <a:pt x="974" y="0"/>
                      <a:pt x="974" y="0"/>
                    </a:cubicBezTo>
                    <a:cubicBezTo>
                      <a:pt x="999" y="0"/>
                      <a:pt x="1019" y="20"/>
                      <a:pt x="1019" y="46"/>
                    </a:cubicBezTo>
                    <a:cubicBezTo>
                      <a:pt x="1019" y="679"/>
                      <a:pt x="1019" y="679"/>
                      <a:pt x="1019" y="679"/>
                    </a:cubicBezTo>
                    <a:cubicBezTo>
                      <a:pt x="1019" y="704"/>
                      <a:pt x="999" y="724"/>
                      <a:pt x="974" y="724"/>
                    </a:cubicBezTo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5" name="Freeform: Shape 1734">
                <a:extLst>
                  <a:ext uri="{FF2B5EF4-FFF2-40B4-BE49-F238E27FC236}">
                    <a16:creationId xmlns:a16="http://schemas.microsoft.com/office/drawing/2014/main" id="{20DA868B-4205-4320-A380-775352A25F25}"/>
                  </a:ext>
                </a:extLst>
              </p:cNvPr>
              <p:cNvSpPr/>
              <p:nvPr/>
            </p:nvSpPr>
            <p:spPr bwMode="auto">
              <a:xfrm>
                <a:off x="4341813" y="2212976"/>
                <a:ext cx="3786188" cy="2693988"/>
              </a:xfrm>
              <a:custGeom>
                <a:avLst/>
                <a:gdLst>
                  <a:gd name="T0" fmla="*/ 956 w 992"/>
                  <a:gd name="T1" fmla="*/ 706 h 706"/>
                  <a:gd name="T2" fmla="*/ 36 w 992"/>
                  <a:gd name="T3" fmla="*/ 706 h 706"/>
                  <a:gd name="T4" fmla="*/ 0 w 992"/>
                  <a:gd name="T5" fmla="*/ 669 h 706"/>
                  <a:gd name="T6" fmla="*/ 0 w 992"/>
                  <a:gd name="T7" fmla="*/ 37 h 706"/>
                  <a:gd name="T8" fmla="*/ 36 w 992"/>
                  <a:gd name="T9" fmla="*/ 0 h 706"/>
                  <a:gd name="T10" fmla="*/ 956 w 992"/>
                  <a:gd name="T11" fmla="*/ 0 h 706"/>
                  <a:gd name="T12" fmla="*/ 992 w 992"/>
                  <a:gd name="T13" fmla="*/ 37 h 706"/>
                  <a:gd name="T14" fmla="*/ 992 w 992"/>
                  <a:gd name="T15" fmla="*/ 669 h 706"/>
                  <a:gd name="T16" fmla="*/ 956 w 992"/>
                  <a:gd name="T17" fmla="*/ 706 h 7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2" h="706">
                    <a:moveTo>
                      <a:pt x="956" y="706"/>
                    </a:moveTo>
                    <a:cubicBezTo>
                      <a:pt x="36" y="706"/>
                      <a:pt x="36" y="706"/>
                      <a:pt x="36" y="706"/>
                    </a:cubicBezTo>
                    <a:cubicBezTo>
                      <a:pt x="16" y="706"/>
                      <a:pt x="0" y="689"/>
                      <a:pt x="0" y="669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17"/>
                      <a:pt x="16" y="0"/>
                      <a:pt x="36" y="0"/>
                    </a:cubicBezTo>
                    <a:cubicBezTo>
                      <a:pt x="956" y="0"/>
                      <a:pt x="956" y="0"/>
                      <a:pt x="956" y="0"/>
                    </a:cubicBezTo>
                    <a:cubicBezTo>
                      <a:pt x="976" y="0"/>
                      <a:pt x="992" y="17"/>
                      <a:pt x="992" y="37"/>
                    </a:cubicBezTo>
                    <a:cubicBezTo>
                      <a:pt x="992" y="669"/>
                      <a:pt x="992" y="669"/>
                      <a:pt x="992" y="669"/>
                    </a:cubicBezTo>
                    <a:cubicBezTo>
                      <a:pt x="992" y="689"/>
                      <a:pt x="976" y="706"/>
                      <a:pt x="956" y="706"/>
                    </a:cubicBezTo>
                  </a:path>
                </a:pathLst>
              </a:custGeom>
              <a:solidFill>
                <a:srgbClr val="6B68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6" name="Freeform: Shape 1735">
                <a:extLst>
                  <a:ext uri="{FF2B5EF4-FFF2-40B4-BE49-F238E27FC236}">
                    <a16:creationId xmlns:a16="http://schemas.microsoft.com/office/drawing/2014/main" id="{5675EACE-4FEE-480B-B1F7-D26D36B63CD4}"/>
                  </a:ext>
                </a:extLst>
              </p:cNvPr>
              <p:cNvSpPr/>
              <p:nvPr/>
            </p:nvSpPr>
            <p:spPr bwMode="auto">
              <a:xfrm>
                <a:off x="4505326" y="2343151"/>
                <a:ext cx="3459163" cy="2324100"/>
              </a:xfrm>
              <a:custGeom>
                <a:avLst/>
                <a:gdLst>
                  <a:gd name="T0" fmla="*/ 884 w 906"/>
                  <a:gd name="T1" fmla="*/ 609 h 609"/>
                  <a:gd name="T2" fmla="*/ 22 w 906"/>
                  <a:gd name="T3" fmla="*/ 609 h 609"/>
                  <a:gd name="T4" fmla="*/ 0 w 906"/>
                  <a:gd name="T5" fmla="*/ 587 h 609"/>
                  <a:gd name="T6" fmla="*/ 0 w 906"/>
                  <a:gd name="T7" fmla="*/ 22 h 609"/>
                  <a:gd name="T8" fmla="*/ 22 w 906"/>
                  <a:gd name="T9" fmla="*/ 0 h 609"/>
                  <a:gd name="T10" fmla="*/ 884 w 906"/>
                  <a:gd name="T11" fmla="*/ 0 h 609"/>
                  <a:gd name="T12" fmla="*/ 906 w 906"/>
                  <a:gd name="T13" fmla="*/ 22 h 609"/>
                  <a:gd name="T14" fmla="*/ 906 w 906"/>
                  <a:gd name="T15" fmla="*/ 587 h 609"/>
                  <a:gd name="T16" fmla="*/ 884 w 906"/>
                  <a:gd name="T17" fmla="*/ 609 h 6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06" h="609">
                    <a:moveTo>
                      <a:pt x="884" y="609"/>
                    </a:moveTo>
                    <a:cubicBezTo>
                      <a:pt x="22" y="609"/>
                      <a:pt x="22" y="609"/>
                      <a:pt x="22" y="609"/>
                    </a:cubicBezTo>
                    <a:cubicBezTo>
                      <a:pt x="9" y="609"/>
                      <a:pt x="0" y="599"/>
                      <a:pt x="0" y="587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10"/>
                      <a:pt x="9" y="0"/>
                      <a:pt x="22" y="0"/>
                    </a:cubicBezTo>
                    <a:cubicBezTo>
                      <a:pt x="884" y="0"/>
                      <a:pt x="884" y="0"/>
                      <a:pt x="884" y="0"/>
                    </a:cubicBezTo>
                    <a:cubicBezTo>
                      <a:pt x="896" y="0"/>
                      <a:pt x="906" y="10"/>
                      <a:pt x="906" y="22"/>
                    </a:cubicBezTo>
                    <a:cubicBezTo>
                      <a:pt x="906" y="587"/>
                      <a:pt x="906" y="587"/>
                      <a:pt x="906" y="587"/>
                    </a:cubicBezTo>
                    <a:cubicBezTo>
                      <a:pt x="906" y="599"/>
                      <a:pt x="896" y="609"/>
                      <a:pt x="884" y="609"/>
                    </a:cubicBezTo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7" name="Oval 1736">
                <a:extLst>
                  <a:ext uri="{FF2B5EF4-FFF2-40B4-BE49-F238E27FC236}">
                    <a16:creationId xmlns:a16="http://schemas.microsoft.com/office/drawing/2014/main" id="{54854FD5-D6E2-4667-864D-A07B8285DC14}"/>
                  </a:ext>
                </a:extLst>
              </p:cNvPr>
              <p:cNvSpPr/>
              <p:nvPr/>
            </p:nvSpPr>
            <p:spPr bwMode="auto">
              <a:xfrm>
                <a:off x="6151563" y="2251076"/>
                <a:ext cx="65088" cy="65088"/>
              </a:xfrm>
              <a:prstGeom prst="ellipse">
                <a:avLst/>
              </a:pr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8" name="Freeform: Shape 1737">
                <a:extLst>
                  <a:ext uri="{FF2B5EF4-FFF2-40B4-BE49-F238E27FC236}">
                    <a16:creationId xmlns:a16="http://schemas.microsoft.com/office/drawing/2014/main" id="{3C2E78B1-1EF1-4475-B461-8323A2CB5084}"/>
                  </a:ext>
                </a:extLst>
              </p:cNvPr>
              <p:cNvSpPr/>
              <p:nvPr/>
            </p:nvSpPr>
            <p:spPr bwMode="auto">
              <a:xfrm>
                <a:off x="4178301" y="4800601"/>
                <a:ext cx="4114800" cy="214313"/>
              </a:xfrm>
              <a:custGeom>
                <a:avLst/>
                <a:gdLst>
                  <a:gd name="T0" fmla="*/ 4 w 1078"/>
                  <a:gd name="T1" fmla="*/ 0 h 56"/>
                  <a:gd name="T2" fmla="*/ 0 w 1078"/>
                  <a:gd name="T3" fmla="*/ 18 h 56"/>
                  <a:gd name="T4" fmla="*/ 38 w 1078"/>
                  <a:gd name="T5" fmla="*/ 56 h 56"/>
                  <a:gd name="T6" fmla="*/ 1040 w 1078"/>
                  <a:gd name="T7" fmla="*/ 56 h 56"/>
                  <a:gd name="T8" fmla="*/ 1078 w 1078"/>
                  <a:gd name="T9" fmla="*/ 18 h 56"/>
                  <a:gd name="T10" fmla="*/ 1073 w 1078"/>
                  <a:gd name="T11" fmla="*/ 0 h 56"/>
                  <a:gd name="T12" fmla="*/ 4 w 1078"/>
                  <a:gd name="T13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78" h="56">
                    <a:moveTo>
                      <a:pt x="4" y="0"/>
                    </a:moveTo>
                    <a:cubicBezTo>
                      <a:pt x="2" y="5"/>
                      <a:pt x="0" y="11"/>
                      <a:pt x="0" y="18"/>
                    </a:cubicBezTo>
                    <a:cubicBezTo>
                      <a:pt x="0" y="39"/>
                      <a:pt x="17" y="56"/>
                      <a:pt x="38" y="56"/>
                    </a:cubicBezTo>
                    <a:cubicBezTo>
                      <a:pt x="1040" y="56"/>
                      <a:pt x="1040" y="56"/>
                      <a:pt x="1040" y="56"/>
                    </a:cubicBezTo>
                    <a:cubicBezTo>
                      <a:pt x="1061" y="56"/>
                      <a:pt x="1078" y="39"/>
                      <a:pt x="1078" y="18"/>
                    </a:cubicBezTo>
                    <a:cubicBezTo>
                      <a:pt x="1078" y="11"/>
                      <a:pt x="1076" y="5"/>
                      <a:pt x="1073" y="0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9" name="Freeform: Shape 1738">
                <a:extLst>
                  <a:ext uri="{FF2B5EF4-FFF2-40B4-BE49-F238E27FC236}">
                    <a16:creationId xmlns:a16="http://schemas.microsoft.com/office/drawing/2014/main" id="{DC35947D-F0AE-4E0E-B5D1-F0B92FAB199E}"/>
                  </a:ext>
                </a:extLst>
              </p:cNvPr>
              <p:cNvSpPr/>
              <p:nvPr/>
            </p:nvSpPr>
            <p:spPr bwMode="auto">
              <a:xfrm>
                <a:off x="4192588" y="4938713"/>
                <a:ext cx="4081463" cy="76200"/>
              </a:xfrm>
              <a:custGeom>
                <a:avLst/>
                <a:gdLst>
                  <a:gd name="T0" fmla="*/ 0 w 1069"/>
                  <a:gd name="T1" fmla="*/ 0 h 20"/>
                  <a:gd name="T2" fmla="*/ 34 w 1069"/>
                  <a:gd name="T3" fmla="*/ 20 h 20"/>
                  <a:gd name="T4" fmla="*/ 1036 w 1069"/>
                  <a:gd name="T5" fmla="*/ 20 h 20"/>
                  <a:gd name="T6" fmla="*/ 1069 w 1069"/>
                  <a:gd name="T7" fmla="*/ 0 h 20"/>
                  <a:gd name="T8" fmla="*/ 0 w 1069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69" h="20">
                    <a:moveTo>
                      <a:pt x="0" y="0"/>
                    </a:moveTo>
                    <a:cubicBezTo>
                      <a:pt x="7" y="12"/>
                      <a:pt x="19" y="20"/>
                      <a:pt x="34" y="20"/>
                    </a:cubicBezTo>
                    <a:cubicBezTo>
                      <a:pt x="1036" y="20"/>
                      <a:pt x="1036" y="20"/>
                      <a:pt x="1036" y="20"/>
                    </a:cubicBezTo>
                    <a:cubicBezTo>
                      <a:pt x="1050" y="20"/>
                      <a:pt x="1063" y="12"/>
                      <a:pt x="106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D6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0" name="Rectangle 1739">
                <a:extLst>
                  <a:ext uri="{FF2B5EF4-FFF2-40B4-BE49-F238E27FC236}">
                    <a16:creationId xmlns:a16="http://schemas.microsoft.com/office/drawing/2014/main" id="{9987E093-5BC9-4F18-ABE8-1955E88376EA}"/>
                  </a:ext>
                </a:extLst>
              </p:cNvPr>
              <p:cNvSpPr/>
              <p:nvPr/>
            </p:nvSpPr>
            <p:spPr bwMode="auto">
              <a:xfrm>
                <a:off x="4765676" y="2816226"/>
                <a:ext cx="3114675" cy="1714500"/>
              </a:xfrm>
              <a:prstGeom prst="rect">
                <a:avLst/>
              </a:prstGeom>
              <a:solidFill>
                <a:srgbClr val="5330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1" name="Rectangle 1740">
                <a:extLst>
                  <a:ext uri="{FF2B5EF4-FFF2-40B4-BE49-F238E27FC236}">
                    <a16:creationId xmlns:a16="http://schemas.microsoft.com/office/drawing/2014/main" id="{EA561F85-D86C-446C-84B0-1A42EFB7C4FC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2" name="Rectangle 1741">
                <a:extLst>
                  <a:ext uri="{FF2B5EF4-FFF2-40B4-BE49-F238E27FC236}">
                    <a16:creationId xmlns:a16="http://schemas.microsoft.com/office/drawing/2014/main" id="{3A677059-4D89-4073-BF2F-43C25169976A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3" name="Freeform: Shape 1742">
                <a:extLst>
                  <a:ext uri="{FF2B5EF4-FFF2-40B4-BE49-F238E27FC236}">
                    <a16:creationId xmlns:a16="http://schemas.microsoft.com/office/drawing/2014/main" id="{F148CB3B-FB6C-4FEA-8827-80A26C2D2D7A}"/>
                  </a:ext>
                </a:extLst>
              </p:cNvPr>
              <p:cNvSpPr/>
              <p:nvPr/>
            </p:nvSpPr>
            <p:spPr bwMode="auto">
              <a:xfrm>
                <a:off x="4651376" y="2473326"/>
                <a:ext cx="3114675" cy="228600"/>
              </a:xfrm>
              <a:custGeom>
                <a:avLst/>
                <a:gdLst>
                  <a:gd name="T0" fmla="*/ 775 w 816"/>
                  <a:gd name="T1" fmla="*/ 0 h 60"/>
                  <a:gd name="T2" fmla="*/ 40 w 816"/>
                  <a:gd name="T3" fmla="*/ 0 h 60"/>
                  <a:gd name="T4" fmla="*/ 0 w 816"/>
                  <a:gd name="T5" fmla="*/ 41 h 60"/>
                  <a:gd name="T6" fmla="*/ 0 w 816"/>
                  <a:gd name="T7" fmla="*/ 60 h 60"/>
                  <a:gd name="T8" fmla="*/ 816 w 816"/>
                  <a:gd name="T9" fmla="*/ 60 h 60"/>
                  <a:gd name="T10" fmla="*/ 816 w 816"/>
                  <a:gd name="T11" fmla="*/ 41 h 60"/>
                  <a:gd name="T12" fmla="*/ 775 w 816"/>
                  <a:gd name="T13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6" h="60">
                    <a:moveTo>
                      <a:pt x="775" y="0"/>
                    </a:moveTo>
                    <a:cubicBezTo>
                      <a:pt x="40" y="0"/>
                      <a:pt x="40" y="0"/>
                      <a:pt x="40" y="0"/>
                    </a:cubicBezTo>
                    <a:cubicBezTo>
                      <a:pt x="18" y="0"/>
                      <a:pt x="0" y="18"/>
                      <a:pt x="0" y="41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816" y="60"/>
                      <a:pt x="816" y="60"/>
                      <a:pt x="816" y="60"/>
                    </a:cubicBezTo>
                    <a:cubicBezTo>
                      <a:pt x="816" y="41"/>
                      <a:pt x="816" y="41"/>
                      <a:pt x="816" y="41"/>
                    </a:cubicBezTo>
                    <a:cubicBezTo>
                      <a:pt x="816" y="18"/>
                      <a:pt x="798" y="0"/>
                      <a:pt x="775" y="0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4" name="Oval 1743">
                <a:extLst>
                  <a:ext uri="{FF2B5EF4-FFF2-40B4-BE49-F238E27FC236}">
                    <a16:creationId xmlns:a16="http://schemas.microsoft.com/office/drawing/2014/main" id="{749280ED-D221-42A7-A355-47F65B9CEA25}"/>
                  </a:ext>
                </a:extLst>
              </p:cNvPr>
              <p:cNvSpPr/>
              <p:nvPr/>
            </p:nvSpPr>
            <p:spPr bwMode="auto">
              <a:xfrm>
                <a:off x="4838701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5" name="Oval 1744">
                <a:extLst>
                  <a:ext uri="{FF2B5EF4-FFF2-40B4-BE49-F238E27FC236}">
                    <a16:creationId xmlns:a16="http://schemas.microsoft.com/office/drawing/2014/main" id="{A324DC28-F2F2-4981-9AC3-0774E2272723}"/>
                  </a:ext>
                </a:extLst>
              </p:cNvPr>
              <p:cNvSpPr/>
              <p:nvPr/>
            </p:nvSpPr>
            <p:spPr bwMode="auto">
              <a:xfrm>
                <a:off x="4940301" y="2557463"/>
                <a:ext cx="58738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6" name="Oval 1745">
                <a:extLst>
                  <a:ext uri="{FF2B5EF4-FFF2-40B4-BE49-F238E27FC236}">
                    <a16:creationId xmlns:a16="http://schemas.microsoft.com/office/drawing/2014/main" id="{EEDE992C-E046-4E7B-B1AD-3466541BF6FC}"/>
                  </a:ext>
                </a:extLst>
              </p:cNvPr>
              <p:cNvSpPr/>
              <p:nvPr/>
            </p:nvSpPr>
            <p:spPr bwMode="auto">
              <a:xfrm>
                <a:off x="5040313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7" name="Freeform: Shape 1746">
                <a:extLst>
                  <a:ext uri="{FF2B5EF4-FFF2-40B4-BE49-F238E27FC236}">
                    <a16:creationId xmlns:a16="http://schemas.microsoft.com/office/drawing/2014/main" id="{334E198D-305C-4308-A317-FBDD0155923D}"/>
                  </a:ext>
                </a:extLst>
              </p:cNvPr>
              <p:cNvSpPr/>
              <p:nvPr/>
            </p:nvSpPr>
            <p:spPr bwMode="auto">
              <a:xfrm>
                <a:off x="4819651" y="38052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8" name="Freeform: Shape 1747">
                <a:extLst>
                  <a:ext uri="{FF2B5EF4-FFF2-40B4-BE49-F238E27FC236}">
                    <a16:creationId xmlns:a16="http://schemas.microsoft.com/office/drawing/2014/main" id="{851FB9ED-6AA8-43C8-8294-A1CD14C6CFF2}"/>
                  </a:ext>
                </a:extLst>
              </p:cNvPr>
              <p:cNvSpPr/>
              <p:nvPr/>
            </p:nvSpPr>
            <p:spPr bwMode="auto">
              <a:xfrm>
                <a:off x="4819651" y="3892551"/>
                <a:ext cx="801688" cy="26988"/>
              </a:xfrm>
              <a:custGeom>
                <a:avLst/>
                <a:gdLst>
                  <a:gd name="T0" fmla="*/ 5 w 210"/>
                  <a:gd name="T1" fmla="*/ 7 h 7"/>
                  <a:gd name="T2" fmla="*/ 205 w 210"/>
                  <a:gd name="T3" fmla="*/ 7 h 7"/>
                  <a:gd name="T4" fmla="*/ 205 w 210"/>
                  <a:gd name="T5" fmla="*/ 0 h 7"/>
                  <a:gd name="T6" fmla="*/ 5 w 210"/>
                  <a:gd name="T7" fmla="*/ 0 h 7"/>
                  <a:gd name="T8" fmla="*/ 5 w 210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7">
                    <a:moveTo>
                      <a:pt x="5" y="7"/>
                    </a:moveTo>
                    <a:cubicBezTo>
                      <a:pt x="72" y="7"/>
                      <a:pt x="138" y="7"/>
                      <a:pt x="205" y="7"/>
                    </a:cubicBezTo>
                    <a:cubicBezTo>
                      <a:pt x="210" y="7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9" name="Freeform: Shape 1748">
                <a:extLst>
                  <a:ext uri="{FF2B5EF4-FFF2-40B4-BE49-F238E27FC236}">
                    <a16:creationId xmlns:a16="http://schemas.microsoft.com/office/drawing/2014/main" id="{AEB227F4-9D14-4EE6-9320-DA8E1E4B667B}"/>
                  </a:ext>
                </a:extLst>
              </p:cNvPr>
              <p:cNvSpPr/>
              <p:nvPr/>
            </p:nvSpPr>
            <p:spPr bwMode="auto">
              <a:xfrm>
                <a:off x="4819651" y="397668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0" name="Freeform: Shape 1749">
                <a:extLst>
                  <a:ext uri="{FF2B5EF4-FFF2-40B4-BE49-F238E27FC236}">
                    <a16:creationId xmlns:a16="http://schemas.microsoft.com/office/drawing/2014/main" id="{52E52D59-B4FF-4B67-B976-E786021186E1}"/>
                  </a:ext>
                </a:extLst>
              </p:cNvPr>
              <p:cNvSpPr/>
              <p:nvPr/>
            </p:nvSpPr>
            <p:spPr bwMode="auto">
              <a:xfrm>
                <a:off x="4819651" y="4064001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1" name="Freeform: Shape 1750">
                <a:extLst>
                  <a:ext uri="{FF2B5EF4-FFF2-40B4-BE49-F238E27FC236}">
                    <a16:creationId xmlns:a16="http://schemas.microsoft.com/office/drawing/2014/main" id="{5FC18F19-14DF-4122-8324-85D656EEB06B}"/>
                  </a:ext>
                </a:extLst>
              </p:cNvPr>
              <p:cNvSpPr/>
              <p:nvPr/>
            </p:nvSpPr>
            <p:spPr bwMode="auto">
              <a:xfrm>
                <a:off x="4819651" y="41481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2" name="Freeform: Shape 1751">
                <a:extLst>
                  <a:ext uri="{FF2B5EF4-FFF2-40B4-BE49-F238E27FC236}">
                    <a16:creationId xmlns:a16="http://schemas.microsoft.com/office/drawing/2014/main" id="{AC23EDA5-3194-4CA9-86F8-784E514E9055}"/>
                  </a:ext>
                </a:extLst>
              </p:cNvPr>
              <p:cNvSpPr/>
              <p:nvPr/>
            </p:nvSpPr>
            <p:spPr bwMode="auto">
              <a:xfrm>
                <a:off x="4819651" y="4235451"/>
                <a:ext cx="801688" cy="31750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3" name="Freeform: Shape 1752">
                <a:extLst>
                  <a:ext uri="{FF2B5EF4-FFF2-40B4-BE49-F238E27FC236}">
                    <a16:creationId xmlns:a16="http://schemas.microsoft.com/office/drawing/2014/main" id="{27FAFC97-14DE-4197-A711-E487A396B942}"/>
                  </a:ext>
                </a:extLst>
              </p:cNvPr>
              <p:cNvSpPr/>
              <p:nvPr/>
            </p:nvSpPr>
            <p:spPr bwMode="auto">
              <a:xfrm>
                <a:off x="4868863" y="2900363"/>
                <a:ext cx="701675" cy="771525"/>
              </a:xfrm>
              <a:custGeom>
                <a:avLst/>
                <a:gdLst>
                  <a:gd name="T0" fmla="*/ 92 w 184"/>
                  <a:gd name="T1" fmla="*/ 202 h 202"/>
                  <a:gd name="T2" fmla="*/ 92 w 184"/>
                  <a:gd name="T3" fmla="*/ 202 h 202"/>
                  <a:gd name="T4" fmla="*/ 0 w 184"/>
                  <a:gd name="T5" fmla="*/ 110 h 202"/>
                  <a:gd name="T6" fmla="*/ 0 w 184"/>
                  <a:gd name="T7" fmla="*/ 92 h 202"/>
                  <a:gd name="T8" fmla="*/ 92 w 184"/>
                  <a:gd name="T9" fmla="*/ 0 h 202"/>
                  <a:gd name="T10" fmla="*/ 184 w 184"/>
                  <a:gd name="T11" fmla="*/ 92 h 202"/>
                  <a:gd name="T12" fmla="*/ 184 w 184"/>
                  <a:gd name="T13" fmla="*/ 110 h 202"/>
                  <a:gd name="T14" fmla="*/ 92 w 184"/>
                  <a:gd name="T15" fmla="*/ 202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4" h="202">
                    <a:moveTo>
                      <a:pt x="92" y="202"/>
                    </a:moveTo>
                    <a:cubicBezTo>
                      <a:pt x="92" y="202"/>
                      <a:pt x="92" y="202"/>
                      <a:pt x="92" y="202"/>
                    </a:cubicBezTo>
                    <a:cubicBezTo>
                      <a:pt x="41" y="202"/>
                      <a:pt x="0" y="161"/>
                      <a:pt x="0" y="110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41"/>
                      <a:pt x="41" y="0"/>
                      <a:pt x="92" y="0"/>
                    </a:cubicBezTo>
                    <a:cubicBezTo>
                      <a:pt x="143" y="0"/>
                      <a:pt x="184" y="41"/>
                      <a:pt x="184" y="92"/>
                    </a:cubicBezTo>
                    <a:cubicBezTo>
                      <a:pt x="184" y="110"/>
                      <a:pt x="184" y="110"/>
                      <a:pt x="184" y="110"/>
                    </a:cubicBezTo>
                    <a:cubicBezTo>
                      <a:pt x="184" y="161"/>
                      <a:pt x="143" y="202"/>
                      <a:pt x="92" y="202"/>
                    </a:cubicBez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4" name="Freeform: Shape 1753">
                <a:extLst>
                  <a:ext uri="{FF2B5EF4-FFF2-40B4-BE49-F238E27FC236}">
                    <a16:creationId xmlns:a16="http://schemas.microsoft.com/office/drawing/2014/main" id="{36F4C432-6D45-442A-87B0-AF89FA16369A}"/>
                  </a:ext>
                </a:extLst>
              </p:cNvPr>
              <p:cNvSpPr/>
              <p:nvPr/>
            </p:nvSpPr>
            <p:spPr bwMode="auto">
              <a:xfrm>
                <a:off x="4994276" y="3155951"/>
                <a:ext cx="385763" cy="331788"/>
              </a:xfrm>
              <a:custGeom>
                <a:avLst/>
                <a:gdLst>
                  <a:gd name="T0" fmla="*/ 86 w 101"/>
                  <a:gd name="T1" fmla="*/ 63 h 87"/>
                  <a:gd name="T2" fmla="*/ 75 w 101"/>
                  <a:gd name="T3" fmla="*/ 70 h 87"/>
                  <a:gd name="T4" fmla="*/ 56 w 101"/>
                  <a:gd name="T5" fmla="*/ 70 h 87"/>
                  <a:gd name="T6" fmla="*/ 46 w 101"/>
                  <a:gd name="T7" fmla="*/ 63 h 87"/>
                  <a:gd name="T8" fmla="*/ 43 w 101"/>
                  <a:gd name="T9" fmla="*/ 55 h 87"/>
                  <a:gd name="T10" fmla="*/ 79 w 101"/>
                  <a:gd name="T11" fmla="*/ 55 h 87"/>
                  <a:gd name="T12" fmla="*/ 101 w 101"/>
                  <a:gd name="T13" fmla="*/ 12 h 87"/>
                  <a:gd name="T14" fmla="*/ 27 w 101"/>
                  <a:gd name="T15" fmla="*/ 14 h 87"/>
                  <a:gd name="T16" fmla="*/ 22 w 101"/>
                  <a:gd name="T17" fmla="*/ 0 h 87"/>
                  <a:gd name="T18" fmla="*/ 4 w 101"/>
                  <a:gd name="T19" fmla="*/ 0 h 87"/>
                  <a:gd name="T20" fmla="*/ 0 w 101"/>
                  <a:gd name="T21" fmla="*/ 4 h 87"/>
                  <a:gd name="T22" fmla="*/ 4 w 101"/>
                  <a:gd name="T23" fmla="*/ 9 h 87"/>
                  <a:gd name="T24" fmla="*/ 16 w 101"/>
                  <a:gd name="T25" fmla="*/ 9 h 87"/>
                  <a:gd name="T26" fmla="*/ 38 w 101"/>
                  <a:gd name="T27" fmla="*/ 66 h 87"/>
                  <a:gd name="T28" fmla="*/ 34 w 101"/>
                  <a:gd name="T29" fmla="*/ 75 h 87"/>
                  <a:gd name="T30" fmla="*/ 46 w 101"/>
                  <a:gd name="T31" fmla="*/ 87 h 87"/>
                  <a:gd name="T32" fmla="*/ 56 w 101"/>
                  <a:gd name="T33" fmla="*/ 79 h 87"/>
                  <a:gd name="T34" fmla="*/ 75 w 101"/>
                  <a:gd name="T35" fmla="*/ 79 h 87"/>
                  <a:gd name="T36" fmla="*/ 86 w 101"/>
                  <a:gd name="T37" fmla="*/ 87 h 87"/>
                  <a:gd name="T38" fmla="*/ 97 w 101"/>
                  <a:gd name="T39" fmla="*/ 75 h 87"/>
                  <a:gd name="T40" fmla="*/ 86 w 101"/>
                  <a:gd name="T41" fmla="*/ 63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1" h="87">
                    <a:moveTo>
                      <a:pt x="86" y="63"/>
                    </a:moveTo>
                    <a:cubicBezTo>
                      <a:pt x="81" y="63"/>
                      <a:pt x="77" y="66"/>
                      <a:pt x="75" y="70"/>
                    </a:cubicBezTo>
                    <a:cubicBezTo>
                      <a:pt x="56" y="70"/>
                      <a:pt x="56" y="70"/>
                      <a:pt x="56" y="70"/>
                    </a:cubicBezTo>
                    <a:cubicBezTo>
                      <a:pt x="55" y="66"/>
                      <a:pt x="51" y="64"/>
                      <a:pt x="46" y="63"/>
                    </a:cubicBezTo>
                    <a:cubicBezTo>
                      <a:pt x="43" y="55"/>
                      <a:pt x="43" y="55"/>
                      <a:pt x="43" y="55"/>
                    </a:cubicBezTo>
                    <a:cubicBezTo>
                      <a:pt x="79" y="55"/>
                      <a:pt x="79" y="55"/>
                      <a:pt x="79" y="55"/>
                    </a:cubicBezTo>
                    <a:cubicBezTo>
                      <a:pt x="101" y="12"/>
                      <a:pt x="101" y="12"/>
                      <a:pt x="101" y="12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7"/>
                      <a:pt x="2" y="9"/>
                      <a:pt x="4" y="9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38" y="66"/>
                      <a:pt x="38" y="66"/>
                      <a:pt x="38" y="66"/>
                    </a:cubicBezTo>
                    <a:cubicBezTo>
                      <a:pt x="35" y="69"/>
                      <a:pt x="34" y="72"/>
                      <a:pt x="34" y="75"/>
                    </a:cubicBezTo>
                    <a:cubicBezTo>
                      <a:pt x="34" y="81"/>
                      <a:pt x="39" y="87"/>
                      <a:pt x="46" y="87"/>
                    </a:cubicBezTo>
                    <a:cubicBezTo>
                      <a:pt x="50" y="87"/>
                      <a:pt x="55" y="84"/>
                      <a:pt x="56" y="79"/>
                    </a:cubicBezTo>
                    <a:cubicBezTo>
                      <a:pt x="75" y="79"/>
                      <a:pt x="75" y="79"/>
                      <a:pt x="75" y="79"/>
                    </a:cubicBezTo>
                    <a:cubicBezTo>
                      <a:pt x="77" y="84"/>
                      <a:pt x="81" y="87"/>
                      <a:pt x="86" y="87"/>
                    </a:cubicBezTo>
                    <a:cubicBezTo>
                      <a:pt x="92" y="87"/>
                      <a:pt x="97" y="81"/>
                      <a:pt x="97" y="75"/>
                    </a:cubicBezTo>
                    <a:cubicBezTo>
                      <a:pt x="97" y="68"/>
                      <a:pt x="92" y="63"/>
                      <a:pt x="86" y="6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5" name="Freeform: Shape 1754">
                <a:extLst>
                  <a:ext uri="{FF2B5EF4-FFF2-40B4-BE49-F238E27FC236}">
                    <a16:creationId xmlns:a16="http://schemas.microsoft.com/office/drawing/2014/main" id="{A2F6BF6F-B94D-469C-AA77-36E019F19EE8}"/>
                  </a:ext>
                </a:extLst>
              </p:cNvPr>
              <p:cNvSpPr/>
              <p:nvPr/>
            </p:nvSpPr>
            <p:spPr bwMode="auto">
              <a:xfrm>
                <a:off x="5788026" y="3892551"/>
                <a:ext cx="1763713" cy="442913"/>
              </a:xfrm>
              <a:custGeom>
                <a:avLst/>
                <a:gdLst>
                  <a:gd name="T0" fmla="*/ 462 w 462"/>
                  <a:gd name="T1" fmla="*/ 11 h 116"/>
                  <a:gd name="T2" fmla="*/ 462 w 462"/>
                  <a:gd name="T3" fmla="*/ 105 h 116"/>
                  <a:gd name="T4" fmla="*/ 451 w 462"/>
                  <a:gd name="T5" fmla="*/ 116 h 116"/>
                  <a:gd name="T6" fmla="*/ 11 w 462"/>
                  <a:gd name="T7" fmla="*/ 116 h 116"/>
                  <a:gd name="T8" fmla="*/ 0 w 462"/>
                  <a:gd name="T9" fmla="*/ 105 h 116"/>
                  <a:gd name="T10" fmla="*/ 0 w 462"/>
                  <a:gd name="T11" fmla="*/ 11 h 116"/>
                  <a:gd name="T12" fmla="*/ 11 w 462"/>
                  <a:gd name="T13" fmla="*/ 0 h 116"/>
                  <a:gd name="T14" fmla="*/ 451 w 462"/>
                  <a:gd name="T15" fmla="*/ 0 h 116"/>
                  <a:gd name="T16" fmla="*/ 462 w 462"/>
                  <a:gd name="T17" fmla="*/ 11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2" h="116">
                    <a:moveTo>
                      <a:pt x="462" y="11"/>
                    </a:moveTo>
                    <a:cubicBezTo>
                      <a:pt x="462" y="105"/>
                      <a:pt x="462" y="105"/>
                      <a:pt x="462" y="105"/>
                    </a:cubicBezTo>
                    <a:cubicBezTo>
                      <a:pt x="462" y="111"/>
                      <a:pt x="457" y="116"/>
                      <a:pt x="451" y="116"/>
                    </a:cubicBezTo>
                    <a:cubicBezTo>
                      <a:pt x="11" y="116"/>
                      <a:pt x="11" y="116"/>
                      <a:pt x="11" y="116"/>
                    </a:cubicBezTo>
                    <a:cubicBezTo>
                      <a:pt x="5" y="116"/>
                      <a:pt x="0" y="111"/>
                      <a:pt x="0" y="105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5"/>
                      <a:pt x="5" y="0"/>
                      <a:pt x="11" y="0"/>
                    </a:cubicBezTo>
                    <a:cubicBezTo>
                      <a:pt x="451" y="0"/>
                      <a:pt x="451" y="0"/>
                      <a:pt x="451" y="0"/>
                    </a:cubicBezTo>
                    <a:cubicBezTo>
                      <a:pt x="455" y="4"/>
                      <a:pt x="458" y="6"/>
                      <a:pt x="462" y="11"/>
                    </a:cubicBezTo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6" name="Freeform: Shape 1755">
                <a:extLst>
                  <a:ext uri="{FF2B5EF4-FFF2-40B4-BE49-F238E27FC236}">
                    <a16:creationId xmlns:a16="http://schemas.microsoft.com/office/drawing/2014/main" id="{C08BE0C1-A1FA-4F98-BAD7-2AC24E1A8B24}"/>
                  </a:ext>
                </a:extLst>
              </p:cNvPr>
              <p:cNvSpPr/>
              <p:nvPr/>
            </p:nvSpPr>
            <p:spPr bwMode="auto">
              <a:xfrm>
                <a:off x="5868988" y="4041776"/>
                <a:ext cx="668338" cy="217488"/>
              </a:xfrm>
              <a:custGeom>
                <a:avLst/>
                <a:gdLst>
                  <a:gd name="T0" fmla="*/ 171 w 175"/>
                  <a:gd name="T1" fmla="*/ 0 h 57"/>
                  <a:gd name="T2" fmla="*/ 4 w 175"/>
                  <a:gd name="T3" fmla="*/ 0 h 57"/>
                  <a:gd name="T4" fmla="*/ 0 w 175"/>
                  <a:gd name="T5" fmla="*/ 3 h 57"/>
                  <a:gd name="T6" fmla="*/ 0 w 175"/>
                  <a:gd name="T7" fmla="*/ 53 h 57"/>
                  <a:gd name="T8" fmla="*/ 4 w 175"/>
                  <a:gd name="T9" fmla="*/ 57 h 57"/>
                  <a:gd name="T10" fmla="*/ 171 w 175"/>
                  <a:gd name="T11" fmla="*/ 57 h 57"/>
                  <a:gd name="T12" fmla="*/ 175 w 175"/>
                  <a:gd name="T13" fmla="*/ 53 h 57"/>
                  <a:gd name="T14" fmla="*/ 175 w 175"/>
                  <a:gd name="T15" fmla="*/ 3 h 57"/>
                  <a:gd name="T16" fmla="*/ 171 w 175"/>
                  <a:gd name="T17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5" h="57">
                    <a:moveTo>
                      <a:pt x="171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1"/>
                      <a:pt x="0" y="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0" y="55"/>
                      <a:pt x="2" y="57"/>
                      <a:pt x="4" y="57"/>
                    </a:cubicBezTo>
                    <a:cubicBezTo>
                      <a:pt x="171" y="57"/>
                      <a:pt x="171" y="57"/>
                      <a:pt x="171" y="57"/>
                    </a:cubicBezTo>
                    <a:cubicBezTo>
                      <a:pt x="173" y="57"/>
                      <a:pt x="175" y="55"/>
                      <a:pt x="175" y="53"/>
                    </a:cubicBezTo>
                    <a:cubicBezTo>
                      <a:pt x="175" y="3"/>
                      <a:pt x="175" y="3"/>
                      <a:pt x="175" y="3"/>
                    </a:cubicBezTo>
                    <a:cubicBezTo>
                      <a:pt x="175" y="1"/>
                      <a:pt x="173" y="0"/>
                      <a:pt x="171" y="0"/>
                    </a:cubicBezTo>
                  </a:path>
                </a:pathLst>
              </a:custGeom>
              <a:solidFill>
                <a:srgbClr val="E1E3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7" name="Freeform: Shape 1756">
                <a:extLst>
                  <a:ext uri="{FF2B5EF4-FFF2-40B4-BE49-F238E27FC236}">
                    <a16:creationId xmlns:a16="http://schemas.microsoft.com/office/drawing/2014/main" id="{87CDFE2B-8A4B-4D50-A50C-991E697D2137}"/>
                  </a:ext>
                </a:extLst>
              </p:cNvPr>
              <p:cNvSpPr/>
              <p:nvPr/>
            </p:nvSpPr>
            <p:spPr bwMode="auto">
              <a:xfrm>
                <a:off x="5948363" y="3979863"/>
                <a:ext cx="638175" cy="217488"/>
              </a:xfrm>
              <a:custGeom>
                <a:avLst/>
                <a:gdLst>
                  <a:gd name="T0" fmla="*/ 164 w 167"/>
                  <a:gd name="T1" fmla="*/ 57 h 57"/>
                  <a:gd name="T2" fmla="*/ 3 w 167"/>
                  <a:gd name="T3" fmla="*/ 57 h 57"/>
                  <a:gd name="T4" fmla="*/ 0 w 167"/>
                  <a:gd name="T5" fmla="*/ 54 h 57"/>
                  <a:gd name="T6" fmla="*/ 0 w 167"/>
                  <a:gd name="T7" fmla="*/ 3 h 57"/>
                  <a:gd name="T8" fmla="*/ 3 w 167"/>
                  <a:gd name="T9" fmla="*/ 0 h 57"/>
                  <a:gd name="T10" fmla="*/ 164 w 167"/>
                  <a:gd name="T11" fmla="*/ 0 h 57"/>
                  <a:gd name="T12" fmla="*/ 167 w 167"/>
                  <a:gd name="T13" fmla="*/ 3 h 57"/>
                  <a:gd name="T14" fmla="*/ 167 w 167"/>
                  <a:gd name="T15" fmla="*/ 54 h 57"/>
                  <a:gd name="T16" fmla="*/ 164 w 167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7" h="57">
                    <a:moveTo>
                      <a:pt x="164" y="57"/>
                    </a:moveTo>
                    <a:cubicBezTo>
                      <a:pt x="3" y="57"/>
                      <a:pt x="3" y="57"/>
                      <a:pt x="3" y="57"/>
                    </a:cubicBezTo>
                    <a:cubicBezTo>
                      <a:pt x="1" y="57"/>
                      <a:pt x="0" y="55"/>
                      <a:pt x="0" y="5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164" y="0"/>
                      <a:pt x="164" y="0"/>
                      <a:pt x="164" y="0"/>
                    </a:cubicBezTo>
                    <a:cubicBezTo>
                      <a:pt x="166" y="0"/>
                      <a:pt x="167" y="1"/>
                      <a:pt x="167" y="3"/>
                    </a:cubicBezTo>
                    <a:cubicBezTo>
                      <a:pt x="167" y="54"/>
                      <a:pt x="167" y="54"/>
                      <a:pt x="167" y="54"/>
                    </a:cubicBezTo>
                    <a:cubicBezTo>
                      <a:pt x="167" y="55"/>
                      <a:pt x="166" y="57"/>
                      <a:pt x="164" y="57"/>
                    </a:cubicBez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8" name="Freeform: Shape 1757">
                <a:extLst>
                  <a:ext uri="{FF2B5EF4-FFF2-40B4-BE49-F238E27FC236}">
                    <a16:creationId xmlns:a16="http://schemas.microsoft.com/office/drawing/2014/main" id="{07B7C182-51E1-47E6-9E18-BD2F6BAC1257}"/>
                  </a:ext>
                </a:extLst>
              </p:cNvPr>
              <p:cNvSpPr/>
              <p:nvPr/>
            </p:nvSpPr>
            <p:spPr bwMode="auto">
              <a:xfrm>
                <a:off x="6024563" y="4044951"/>
                <a:ext cx="466725" cy="15875"/>
              </a:xfrm>
              <a:custGeom>
                <a:avLst/>
                <a:gdLst>
                  <a:gd name="T0" fmla="*/ 120 w 122"/>
                  <a:gd name="T1" fmla="*/ 4 h 4"/>
                  <a:gd name="T2" fmla="*/ 2 w 122"/>
                  <a:gd name="T3" fmla="*/ 4 h 4"/>
                  <a:gd name="T4" fmla="*/ 0 w 122"/>
                  <a:gd name="T5" fmla="*/ 2 h 4"/>
                  <a:gd name="T6" fmla="*/ 2 w 122"/>
                  <a:gd name="T7" fmla="*/ 0 h 4"/>
                  <a:gd name="T8" fmla="*/ 120 w 122"/>
                  <a:gd name="T9" fmla="*/ 0 h 4"/>
                  <a:gd name="T10" fmla="*/ 122 w 122"/>
                  <a:gd name="T11" fmla="*/ 2 h 4"/>
                  <a:gd name="T12" fmla="*/ 120 w 122"/>
                  <a:gd name="T1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2" h="4">
                    <a:moveTo>
                      <a:pt x="120" y="4"/>
                    </a:moveTo>
                    <a:cubicBezTo>
                      <a:pt x="2" y="4"/>
                      <a:pt x="2" y="4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1" y="0"/>
                      <a:pt x="122" y="1"/>
                      <a:pt x="122" y="2"/>
                    </a:cubicBezTo>
                    <a:cubicBezTo>
                      <a:pt x="122" y="3"/>
                      <a:pt x="121" y="4"/>
                      <a:pt x="120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9" name="Freeform: Shape 1758">
                <a:extLst>
                  <a:ext uri="{FF2B5EF4-FFF2-40B4-BE49-F238E27FC236}">
                    <a16:creationId xmlns:a16="http://schemas.microsoft.com/office/drawing/2014/main" id="{21001FC8-D515-4359-82BF-D81E303F0CA2}"/>
                  </a:ext>
                </a:extLst>
              </p:cNvPr>
              <p:cNvSpPr/>
              <p:nvPr/>
            </p:nvSpPr>
            <p:spPr bwMode="auto">
              <a:xfrm>
                <a:off x="6024563" y="4117976"/>
                <a:ext cx="222250" cy="11113"/>
              </a:xfrm>
              <a:custGeom>
                <a:avLst/>
                <a:gdLst>
                  <a:gd name="T0" fmla="*/ 56 w 58"/>
                  <a:gd name="T1" fmla="*/ 3 h 3"/>
                  <a:gd name="T2" fmla="*/ 2 w 58"/>
                  <a:gd name="T3" fmla="*/ 3 h 3"/>
                  <a:gd name="T4" fmla="*/ 0 w 58"/>
                  <a:gd name="T5" fmla="*/ 2 h 3"/>
                  <a:gd name="T6" fmla="*/ 2 w 58"/>
                  <a:gd name="T7" fmla="*/ 0 h 3"/>
                  <a:gd name="T8" fmla="*/ 56 w 58"/>
                  <a:gd name="T9" fmla="*/ 0 h 3"/>
                  <a:gd name="T10" fmla="*/ 58 w 58"/>
                  <a:gd name="T11" fmla="*/ 2 h 3"/>
                  <a:gd name="T12" fmla="*/ 56 w 58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8" h="3">
                    <a:moveTo>
                      <a:pt x="56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7" y="0"/>
                      <a:pt x="58" y="1"/>
                      <a:pt x="58" y="2"/>
                    </a:cubicBezTo>
                    <a:cubicBezTo>
                      <a:pt x="58" y="3"/>
                      <a:pt x="57" y="3"/>
                      <a:pt x="56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0" name="Freeform: Shape 1759">
                <a:extLst>
                  <a:ext uri="{FF2B5EF4-FFF2-40B4-BE49-F238E27FC236}">
                    <a16:creationId xmlns:a16="http://schemas.microsoft.com/office/drawing/2014/main" id="{41D795FA-8084-4CDD-BD20-E993D2BB32CB}"/>
                  </a:ext>
                </a:extLst>
              </p:cNvPr>
              <p:cNvSpPr/>
              <p:nvPr/>
            </p:nvSpPr>
            <p:spPr bwMode="auto">
              <a:xfrm>
                <a:off x="670401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9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1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9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1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1" name="Freeform: Shape 1760">
                <a:extLst>
                  <a:ext uri="{FF2B5EF4-FFF2-40B4-BE49-F238E27FC236}">
                    <a16:creationId xmlns:a16="http://schemas.microsoft.com/office/drawing/2014/main" id="{320D0E4A-7F05-4836-9F2E-8929588FD0D3}"/>
                  </a:ext>
                </a:extLst>
              </p:cNvPr>
              <p:cNvSpPr/>
              <p:nvPr/>
            </p:nvSpPr>
            <p:spPr bwMode="auto">
              <a:xfrm>
                <a:off x="686911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2" name="Freeform: Shape 1761">
                <a:extLst>
                  <a:ext uri="{FF2B5EF4-FFF2-40B4-BE49-F238E27FC236}">
                    <a16:creationId xmlns:a16="http://schemas.microsoft.com/office/drawing/2014/main" id="{7A01B0E0-00D9-496E-A0D8-2C87AF160208}"/>
                  </a:ext>
                </a:extLst>
              </p:cNvPr>
              <p:cNvSpPr/>
              <p:nvPr/>
            </p:nvSpPr>
            <p:spPr bwMode="auto">
              <a:xfrm>
                <a:off x="7032626" y="4025901"/>
                <a:ext cx="114300" cy="111125"/>
              </a:xfrm>
              <a:custGeom>
                <a:avLst/>
                <a:gdLst>
                  <a:gd name="T0" fmla="*/ 36 w 72"/>
                  <a:gd name="T1" fmla="*/ 0 h 70"/>
                  <a:gd name="T2" fmla="*/ 48 w 72"/>
                  <a:gd name="T3" fmla="*/ 24 h 70"/>
                  <a:gd name="T4" fmla="*/ 72 w 72"/>
                  <a:gd name="T5" fmla="*/ 27 h 70"/>
                  <a:gd name="T6" fmla="*/ 56 w 72"/>
                  <a:gd name="T7" fmla="*/ 46 h 70"/>
                  <a:gd name="T8" fmla="*/ 58 w 72"/>
                  <a:gd name="T9" fmla="*/ 70 h 70"/>
                  <a:gd name="T10" fmla="*/ 36 w 72"/>
                  <a:gd name="T11" fmla="*/ 58 h 70"/>
                  <a:gd name="T12" fmla="*/ 12 w 72"/>
                  <a:gd name="T13" fmla="*/ 70 h 70"/>
                  <a:gd name="T14" fmla="*/ 17 w 72"/>
                  <a:gd name="T15" fmla="*/ 46 h 70"/>
                  <a:gd name="T16" fmla="*/ 0 w 72"/>
                  <a:gd name="T17" fmla="*/ 27 h 70"/>
                  <a:gd name="T18" fmla="*/ 24 w 72"/>
                  <a:gd name="T19" fmla="*/ 24 h 70"/>
                  <a:gd name="T20" fmla="*/ 36 w 72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2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2" y="27"/>
                    </a:lnTo>
                    <a:lnTo>
                      <a:pt x="56" y="46"/>
                    </a:lnTo>
                    <a:lnTo>
                      <a:pt x="58" y="70"/>
                    </a:lnTo>
                    <a:lnTo>
                      <a:pt x="36" y="58"/>
                    </a:lnTo>
                    <a:lnTo>
                      <a:pt x="12" y="70"/>
                    </a:lnTo>
                    <a:lnTo>
                      <a:pt x="17" y="46"/>
                    </a:lnTo>
                    <a:lnTo>
                      <a:pt x="0" y="27"/>
                    </a:lnTo>
                    <a:lnTo>
                      <a:pt x="24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3" name="Freeform: Shape 1762">
                <a:extLst>
                  <a:ext uri="{FF2B5EF4-FFF2-40B4-BE49-F238E27FC236}">
                    <a16:creationId xmlns:a16="http://schemas.microsoft.com/office/drawing/2014/main" id="{921CC38B-F346-4922-AB41-33315FE16073}"/>
                  </a:ext>
                </a:extLst>
              </p:cNvPr>
              <p:cNvSpPr/>
              <p:nvPr/>
            </p:nvSpPr>
            <p:spPr bwMode="auto">
              <a:xfrm>
                <a:off x="719296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8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0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8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0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4" name="Freeform: Shape 1763">
                <a:extLst>
                  <a:ext uri="{FF2B5EF4-FFF2-40B4-BE49-F238E27FC236}">
                    <a16:creationId xmlns:a16="http://schemas.microsoft.com/office/drawing/2014/main" id="{FC27AC97-7422-4D5D-AB4A-7A5F17D7085B}"/>
                  </a:ext>
                </a:extLst>
              </p:cNvPr>
              <p:cNvSpPr/>
              <p:nvPr/>
            </p:nvSpPr>
            <p:spPr bwMode="auto">
              <a:xfrm>
                <a:off x="735806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5" name="Freeform: Shape 1764">
                <a:extLst>
                  <a:ext uri="{FF2B5EF4-FFF2-40B4-BE49-F238E27FC236}">
                    <a16:creationId xmlns:a16="http://schemas.microsoft.com/office/drawing/2014/main" id="{C4B7008D-C7A1-41E0-BEF0-09C07B9DBC03}"/>
                  </a:ext>
                </a:extLst>
              </p:cNvPr>
              <p:cNvSpPr/>
              <p:nvPr/>
            </p:nvSpPr>
            <p:spPr bwMode="auto">
              <a:xfrm>
                <a:off x="5788026" y="2846388"/>
                <a:ext cx="1768475" cy="973138"/>
              </a:xfrm>
              <a:custGeom>
                <a:avLst/>
                <a:gdLst>
                  <a:gd name="T0" fmla="*/ 463 w 463"/>
                  <a:gd name="T1" fmla="*/ 16 h 255"/>
                  <a:gd name="T2" fmla="*/ 463 w 463"/>
                  <a:gd name="T3" fmla="*/ 239 h 255"/>
                  <a:gd name="T4" fmla="*/ 447 w 463"/>
                  <a:gd name="T5" fmla="*/ 255 h 255"/>
                  <a:gd name="T6" fmla="*/ 16 w 463"/>
                  <a:gd name="T7" fmla="*/ 255 h 255"/>
                  <a:gd name="T8" fmla="*/ 0 w 463"/>
                  <a:gd name="T9" fmla="*/ 239 h 255"/>
                  <a:gd name="T10" fmla="*/ 0 w 463"/>
                  <a:gd name="T11" fmla="*/ 16 h 255"/>
                  <a:gd name="T12" fmla="*/ 16 w 463"/>
                  <a:gd name="T13" fmla="*/ 0 h 255"/>
                  <a:gd name="T14" fmla="*/ 447 w 463"/>
                  <a:gd name="T15" fmla="*/ 0 h 255"/>
                  <a:gd name="T16" fmla="*/ 463 w 463"/>
                  <a:gd name="T17" fmla="*/ 16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3" h="255">
                    <a:moveTo>
                      <a:pt x="463" y="16"/>
                    </a:moveTo>
                    <a:cubicBezTo>
                      <a:pt x="463" y="239"/>
                      <a:pt x="463" y="239"/>
                      <a:pt x="463" y="239"/>
                    </a:cubicBezTo>
                    <a:cubicBezTo>
                      <a:pt x="463" y="248"/>
                      <a:pt x="456" y="255"/>
                      <a:pt x="447" y="255"/>
                    </a:cubicBezTo>
                    <a:cubicBezTo>
                      <a:pt x="16" y="255"/>
                      <a:pt x="16" y="255"/>
                      <a:pt x="16" y="255"/>
                    </a:cubicBezTo>
                    <a:cubicBezTo>
                      <a:pt x="7" y="255"/>
                      <a:pt x="0" y="248"/>
                      <a:pt x="0" y="239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7"/>
                      <a:pt x="7" y="0"/>
                      <a:pt x="16" y="0"/>
                    </a:cubicBezTo>
                    <a:cubicBezTo>
                      <a:pt x="447" y="0"/>
                      <a:pt x="447" y="0"/>
                      <a:pt x="447" y="0"/>
                    </a:cubicBezTo>
                    <a:cubicBezTo>
                      <a:pt x="454" y="6"/>
                      <a:pt x="457" y="10"/>
                      <a:pt x="463" y="16"/>
                    </a:cubicBezTo>
                    <a:close/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6" name="Freeform: Shape 1765">
                <a:extLst>
                  <a:ext uri="{FF2B5EF4-FFF2-40B4-BE49-F238E27FC236}">
                    <a16:creationId xmlns:a16="http://schemas.microsoft.com/office/drawing/2014/main" id="{5A3568EE-2014-4D80-8452-9C6286C559DC}"/>
                  </a:ext>
                </a:extLst>
              </p:cNvPr>
              <p:cNvSpPr/>
              <p:nvPr/>
            </p:nvSpPr>
            <p:spPr bwMode="auto">
              <a:xfrm>
                <a:off x="6788151" y="3025776"/>
                <a:ext cx="619125" cy="393700"/>
              </a:xfrm>
              <a:custGeom>
                <a:avLst/>
                <a:gdLst>
                  <a:gd name="T0" fmla="*/ 126 w 162"/>
                  <a:gd name="T1" fmla="*/ 30 h 103"/>
                  <a:gd name="T2" fmla="*/ 112 w 162"/>
                  <a:gd name="T3" fmla="*/ 33 h 103"/>
                  <a:gd name="T4" fmla="*/ 70 w 162"/>
                  <a:gd name="T5" fmla="*/ 0 h 103"/>
                  <a:gd name="T6" fmla="*/ 28 w 162"/>
                  <a:gd name="T7" fmla="*/ 39 h 103"/>
                  <a:gd name="T8" fmla="*/ 0 w 162"/>
                  <a:gd name="T9" fmla="*/ 71 h 103"/>
                  <a:gd name="T10" fmla="*/ 32 w 162"/>
                  <a:gd name="T11" fmla="*/ 103 h 103"/>
                  <a:gd name="T12" fmla="*/ 39 w 162"/>
                  <a:gd name="T13" fmla="*/ 102 h 103"/>
                  <a:gd name="T14" fmla="*/ 126 w 162"/>
                  <a:gd name="T15" fmla="*/ 102 h 103"/>
                  <a:gd name="T16" fmla="*/ 162 w 162"/>
                  <a:gd name="T17" fmla="*/ 66 h 103"/>
                  <a:gd name="T18" fmla="*/ 126 w 162"/>
                  <a:gd name="T19" fmla="*/ 30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62" h="103">
                    <a:moveTo>
                      <a:pt x="126" y="30"/>
                    </a:moveTo>
                    <a:cubicBezTo>
                      <a:pt x="121" y="30"/>
                      <a:pt x="116" y="31"/>
                      <a:pt x="112" y="33"/>
                    </a:cubicBezTo>
                    <a:cubicBezTo>
                      <a:pt x="108" y="14"/>
                      <a:pt x="91" y="0"/>
                      <a:pt x="70" y="0"/>
                    </a:cubicBezTo>
                    <a:cubicBezTo>
                      <a:pt x="48" y="0"/>
                      <a:pt x="30" y="17"/>
                      <a:pt x="28" y="39"/>
                    </a:cubicBezTo>
                    <a:cubicBezTo>
                      <a:pt x="12" y="41"/>
                      <a:pt x="0" y="54"/>
                      <a:pt x="0" y="71"/>
                    </a:cubicBezTo>
                    <a:cubicBezTo>
                      <a:pt x="0" y="89"/>
                      <a:pt x="14" y="103"/>
                      <a:pt x="32" y="103"/>
                    </a:cubicBezTo>
                    <a:cubicBezTo>
                      <a:pt x="34" y="103"/>
                      <a:pt x="37" y="103"/>
                      <a:pt x="39" y="102"/>
                    </a:cubicBezTo>
                    <a:cubicBezTo>
                      <a:pt x="126" y="102"/>
                      <a:pt x="126" y="102"/>
                      <a:pt x="126" y="102"/>
                    </a:cubicBezTo>
                    <a:cubicBezTo>
                      <a:pt x="146" y="102"/>
                      <a:pt x="162" y="86"/>
                      <a:pt x="162" y="66"/>
                    </a:cubicBezTo>
                    <a:cubicBezTo>
                      <a:pt x="162" y="46"/>
                      <a:pt x="146" y="30"/>
                      <a:pt x="126" y="3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7" name="Freeform: Shape 1766">
                <a:extLst>
                  <a:ext uri="{FF2B5EF4-FFF2-40B4-BE49-F238E27FC236}">
                    <a16:creationId xmlns:a16="http://schemas.microsoft.com/office/drawing/2014/main" id="{26C29237-569C-474E-9504-E79C85D030D6}"/>
                  </a:ext>
                </a:extLst>
              </p:cNvPr>
              <p:cNvSpPr/>
              <p:nvPr/>
            </p:nvSpPr>
            <p:spPr bwMode="auto">
              <a:xfrm>
                <a:off x="6980238" y="3351213"/>
                <a:ext cx="217488" cy="225425"/>
              </a:xfrm>
              <a:custGeom>
                <a:avLst/>
                <a:gdLst>
                  <a:gd name="T0" fmla="*/ 120 w 137"/>
                  <a:gd name="T1" fmla="*/ 62 h 142"/>
                  <a:gd name="T2" fmla="*/ 120 w 137"/>
                  <a:gd name="T3" fmla="*/ 0 h 142"/>
                  <a:gd name="T4" fmla="*/ 16 w 137"/>
                  <a:gd name="T5" fmla="*/ 0 h 142"/>
                  <a:gd name="T6" fmla="*/ 16 w 137"/>
                  <a:gd name="T7" fmla="*/ 62 h 142"/>
                  <a:gd name="T8" fmla="*/ 0 w 137"/>
                  <a:gd name="T9" fmla="*/ 62 h 142"/>
                  <a:gd name="T10" fmla="*/ 69 w 137"/>
                  <a:gd name="T11" fmla="*/ 142 h 142"/>
                  <a:gd name="T12" fmla="*/ 137 w 137"/>
                  <a:gd name="T13" fmla="*/ 62 h 142"/>
                  <a:gd name="T14" fmla="*/ 120 w 137"/>
                  <a:gd name="T15" fmla="*/ 62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7" h="142">
                    <a:moveTo>
                      <a:pt x="120" y="62"/>
                    </a:moveTo>
                    <a:lnTo>
                      <a:pt x="120" y="0"/>
                    </a:lnTo>
                    <a:lnTo>
                      <a:pt x="16" y="0"/>
                    </a:lnTo>
                    <a:lnTo>
                      <a:pt x="16" y="62"/>
                    </a:lnTo>
                    <a:lnTo>
                      <a:pt x="0" y="62"/>
                    </a:lnTo>
                    <a:lnTo>
                      <a:pt x="69" y="142"/>
                    </a:lnTo>
                    <a:lnTo>
                      <a:pt x="137" y="62"/>
                    </a:lnTo>
                    <a:lnTo>
                      <a:pt x="120" y="62"/>
                    </a:ln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8" name="Freeform: Shape 1767">
                <a:extLst>
                  <a:ext uri="{FF2B5EF4-FFF2-40B4-BE49-F238E27FC236}">
                    <a16:creationId xmlns:a16="http://schemas.microsoft.com/office/drawing/2014/main" id="{ED664C81-6A31-4BE4-AB19-53C74CDE657B}"/>
                  </a:ext>
                </a:extLst>
              </p:cNvPr>
              <p:cNvSpPr/>
              <p:nvPr/>
            </p:nvSpPr>
            <p:spPr bwMode="auto">
              <a:xfrm>
                <a:off x="5883276" y="3495676"/>
                <a:ext cx="806450" cy="30163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9" name="Freeform: Shape 1768">
                <a:extLst>
                  <a:ext uri="{FF2B5EF4-FFF2-40B4-BE49-F238E27FC236}">
                    <a16:creationId xmlns:a16="http://schemas.microsoft.com/office/drawing/2014/main" id="{A855BD01-9F70-458A-8A69-3BB99EFF4F07}"/>
                  </a:ext>
                </a:extLst>
              </p:cNvPr>
              <p:cNvSpPr/>
              <p:nvPr/>
            </p:nvSpPr>
            <p:spPr bwMode="auto">
              <a:xfrm>
                <a:off x="5883276" y="3582988"/>
                <a:ext cx="806450" cy="31750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0" name="Freeform: Shape 1769">
                <a:extLst>
                  <a:ext uri="{FF2B5EF4-FFF2-40B4-BE49-F238E27FC236}">
                    <a16:creationId xmlns:a16="http://schemas.microsoft.com/office/drawing/2014/main" id="{EAC31016-53A7-4C55-915E-8B27D03430B2}"/>
                  </a:ext>
                </a:extLst>
              </p:cNvPr>
              <p:cNvSpPr/>
              <p:nvPr/>
            </p:nvSpPr>
            <p:spPr bwMode="auto">
              <a:xfrm>
                <a:off x="5883276" y="3671888"/>
                <a:ext cx="806450" cy="25400"/>
              </a:xfrm>
              <a:custGeom>
                <a:avLst/>
                <a:gdLst>
                  <a:gd name="T0" fmla="*/ 5 w 211"/>
                  <a:gd name="T1" fmla="*/ 7 h 7"/>
                  <a:gd name="T2" fmla="*/ 206 w 211"/>
                  <a:gd name="T3" fmla="*/ 7 h 7"/>
                  <a:gd name="T4" fmla="*/ 206 w 211"/>
                  <a:gd name="T5" fmla="*/ 0 h 7"/>
                  <a:gd name="T6" fmla="*/ 5 w 211"/>
                  <a:gd name="T7" fmla="*/ 0 h 7"/>
                  <a:gd name="T8" fmla="*/ 5 w 211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7">
                    <a:moveTo>
                      <a:pt x="5" y="7"/>
                    </a:moveTo>
                    <a:cubicBezTo>
                      <a:pt x="72" y="7"/>
                      <a:pt x="139" y="7"/>
                      <a:pt x="206" y="7"/>
                    </a:cubicBezTo>
                    <a:cubicBezTo>
                      <a:pt x="211" y="7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1" name="Rectangle 1770">
                <a:extLst>
                  <a:ext uri="{FF2B5EF4-FFF2-40B4-BE49-F238E27FC236}">
                    <a16:creationId xmlns:a16="http://schemas.microsoft.com/office/drawing/2014/main" id="{A6E64996-2A73-4CBB-B130-829F71F65B2B}"/>
                  </a:ext>
                </a:extLst>
              </p:cNvPr>
              <p:cNvSpPr/>
              <p:nvPr/>
            </p:nvSpPr>
            <p:spPr bwMode="auto">
              <a:xfrm>
                <a:off x="5888038" y="3278188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2" name="Rectangle 1771">
                <a:extLst>
                  <a:ext uri="{FF2B5EF4-FFF2-40B4-BE49-F238E27FC236}">
                    <a16:creationId xmlns:a16="http://schemas.microsoft.com/office/drawing/2014/main" id="{9E11EE75-F85E-4B56-AC77-1D2C0F7B39A4}"/>
                  </a:ext>
                </a:extLst>
              </p:cNvPr>
              <p:cNvSpPr/>
              <p:nvPr/>
            </p:nvSpPr>
            <p:spPr bwMode="auto">
              <a:xfrm>
                <a:off x="6154738" y="3278188"/>
                <a:ext cx="515938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3" name="Rectangle 1772">
                <a:extLst>
                  <a:ext uri="{FF2B5EF4-FFF2-40B4-BE49-F238E27FC236}">
                    <a16:creationId xmlns:a16="http://schemas.microsoft.com/office/drawing/2014/main" id="{20BF994E-434F-478F-AED9-EFDBFC763C9C}"/>
                  </a:ext>
                </a:extLst>
              </p:cNvPr>
              <p:cNvSpPr/>
              <p:nvPr/>
            </p:nvSpPr>
            <p:spPr bwMode="auto">
              <a:xfrm>
                <a:off x="5888038" y="3098801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4" name="Rectangle 1773">
                <a:extLst>
                  <a:ext uri="{FF2B5EF4-FFF2-40B4-BE49-F238E27FC236}">
                    <a16:creationId xmlns:a16="http://schemas.microsoft.com/office/drawing/2014/main" id="{DB045245-F066-4639-98D3-D61E2093B939}"/>
                  </a:ext>
                </a:extLst>
              </p:cNvPr>
              <p:cNvSpPr/>
              <p:nvPr/>
            </p:nvSpPr>
            <p:spPr bwMode="auto">
              <a:xfrm>
                <a:off x="6423026" y="3098801"/>
                <a:ext cx="247650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5" name="Freeform: Shape 1774">
                <a:extLst>
                  <a:ext uri="{FF2B5EF4-FFF2-40B4-BE49-F238E27FC236}">
                    <a16:creationId xmlns:a16="http://schemas.microsoft.com/office/drawing/2014/main" id="{18F56BC1-D196-4224-BD1C-594CF2FBCCF5}"/>
                  </a:ext>
                </a:extLst>
              </p:cNvPr>
              <p:cNvSpPr/>
              <p:nvPr/>
            </p:nvSpPr>
            <p:spPr bwMode="auto">
              <a:xfrm>
                <a:off x="7743826" y="2354263"/>
                <a:ext cx="1449388" cy="2446338"/>
              </a:xfrm>
              <a:custGeom>
                <a:avLst/>
                <a:gdLst>
                  <a:gd name="T0" fmla="*/ 36 w 380"/>
                  <a:gd name="T1" fmla="*/ 641 h 641"/>
                  <a:gd name="T2" fmla="*/ 4 w 380"/>
                  <a:gd name="T3" fmla="*/ 514 h 641"/>
                  <a:gd name="T4" fmla="*/ 111 w 380"/>
                  <a:gd name="T5" fmla="*/ 314 h 641"/>
                  <a:gd name="T6" fmla="*/ 118 w 380"/>
                  <a:gd name="T7" fmla="*/ 311 h 641"/>
                  <a:gd name="T8" fmla="*/ 131 w 380"/>
                  <a:gd name="T9" fmla="*/ 284 h 641"/>
                  <a:gd name="T10" fmla="*/ 242 w 380"/>
                  <a:gd name="T11" fmla="*/ 185 h 641"/>
                  <a:gd name="T12" fmla="*/ 335 w 380"/>
                  <a:gd name="T13" fmla="*/ 1 h 641"/>
                  <a:gd name="T14" fmla="*/ 338 w 380"/>
                  <a:gd name="T15" fmla="*/ 0 h 641"/>
                  <a:gd name="T16" fmla="*/ 244 w 380"/>
                  <a:gd name="T17" fmla="*/ 188 h 641"/>
                  <a:gd name="T18" fmla="*/ 134 w 380"/>
                  <a:gd name="T19" fmla="*/ 286 h 641"/>
                  <a:gd name="T20" fmla="*/ 122 w 380"/>
                  <a:gd name="T21" fmla="*/ 310 h 641"/>
                  <a:gd name="T22" fmla="*/ 157 w 380"/>
                  <a:gd name="T23" fmla="*/ 302 h 641"/>
                  <a:gd name="T24" fmla="*/ 228 w 380"/>
                  <a:gd name="T25" fmla="*/ 339 h 641"/>
                  <a:gd name="T26" fmla="*/ 217 w 380"/>
                  <a:gd name="T27" fmla="*/ 400 h 641"/>
                  <a:gd name="T28" fmla="*/ 151 w 380"/>
                  <a:gd name="T29" fmla="*/ 422 h 641"/>
                  <a:gd name="T30" fmla="*/ 114 w 380"/>
                  <a:gd name="T31" fmla="*/ 384 h 641"/>
                  <a:gd name="T32" fmla="*/ 116 w 380"/>
                  <a:gd name="T33" fmla="*/ 316 h 641"/>
                  <a:gd name="T34" fmla="*/ 112 w 380"/>
                  <a:gd name="T35" fmla="*/ 317 h 641"/>
                  <a:gd name="T36" fmla="*/ 8 w 380"/>
                  <a:gd name="T37" fmla="*/ 514 h 641"/>
                  <a:gd name="T38" fmla="*/ 40 w 380"/>
                  <a:gd name="T39" fmla="*/ 640 h 641"/>
                  <a:gd name="T40" fmla="*/ 36 w 380"/>
                  <a:gd name="T41" fmla="*/ 641 h 641"/>
                  <a:gd name="T42" fmla="*/ 120 w 380"/>
                  <a:gd name="T43" fmla="*/ 314 h 641"/>
                  <a:gd name="T44" fmla="*/ 117 w 380"/>
                  <a:gd name="T45" fmla="*/ 383 h 641"/>
                  <a:gd name="T46" fmla="*/ 153 w 380"/>
                  <a:gd name="T47" fmla="*/ 419 h 641"/>
                  <a:gd name="T48" fmla="*/ 215 w 380"/>
                  <a:gd name="T49" fmla="*/ 398 h 641"/>
                  <a:gd name="T50" fmla="*/ 225 w 380"/>
                  <a:gd name="T51" fmla="*/ 340 h 641"/>
                  <a:gd name="T52" fmla="*/ 120 w 380"/>
                  <a:gd name="T53" fmla="*/ 314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80" h="641">
                    <a:moveTo>
                      <a:pt x="36" y="641"/>
                    </a:moveTo>
                    <a:cubicBezTo>
                      <a:pt x="36" y="641"/>
                      <a:pt x="9" y="583"/>
                      <a:pt x="4" y="514"/>
                    </a:cubicBezTo>
                    <a:cubicBezTo>
                      <a:pt x="0" y="450"/>
                      <a:pt x="16" y="364"/>
                      <a:pt x="111" y="314"/>
                    </a:cubicBezTo>
                    <a:cubicBezTo>
                      <a:pt x="111" y="314"/>
                      <a:pt x="114" y="313"/>
                      <a:pt x="118" y="311"/>
                    </a:cubicBezTo>
                    <a:cubicBezTo>
                      <a:pt x="121" y="302"/>
                      <a:pt x="126" y="293"/>
                      <a:pt x="131" y="284"/>
                    </a:cubicBezTo>
                    <a:cubicBezTo>
                      <a:pt x="158" y="242"/>
                      <a:pt x="201" y="213"/>
                      <a:pt x="242" y="185"/>
                    </a:cubicBezTo>
                    <a:cubicBezTo>
                      <a:pt x="314" y="136"/>
                      <a:pt x="375" y="95"/>
                      <a:pt x="335" y="1"/>
                    </a:cubicBezTo>
                    <a:cubicBezTo>
                      <a:pt x="338" y="0"/>
                      <a:pt x="338" y="0"/>
                      <a:pt x="338" y="0"/>
                    </a:cubicBezTo>
                    <a:cubicBezTo>
                      <a:pt x="380" y="96"/>
                      <a:pt x="314" y="140"/>
                      <a:pt x="244" y="188"/>
                    </a:cubicBezTo>
                    <a:cubicBezTo>
                      <a:pt x="203" y="215"/>
                      <a:pt x="160" y="244"/>
                      <a:pt x="134" y="286"/>
                    </a:cubicBezTo>
                    <a:cubicBezTo>
                      <a:pt x="130" y="294"/>
                      <a:pt x="125" y="302"/>
                      <a:pt x="122" y="310"/>
                    </a:cubicBezTo>
                    <a:cubicBezTo>
                      <a:pt x="131" y="307"/>
                      <a:pt x="143" y="303"/>
                      <a:pt x="157" y="302"/>
                    </a:cubicBezTo>
                    <a:cubicBezTo>
                      <a:pt x="190" y="300"/>
                      <a:pt x="214" y="313"/>
                      <a:pt x="228" y="339"/>
                    </a:cubicBezTo>
                    <a:cubicBezTo>
                      <a:pt x="238" y="358"/>
                      <a:pt x="234" y="381"/>
                      <a:pt x="217" y="400"/>
                    </a:cubicBezTo>
                    <a:cubicBezTo>
                      <a:pt x="203" y="417"/>
                      <a:pt x="177" y="431"/>
                      <a:pt x="151" y="422"/>
                    </a:cubicBezTo>
                    <a:cubicBezTo>
                      <a:pt x="134" y="416"/>
                      <a:pt x="121" y="403"/>
                      <a:pt x="114" y="384"/>
                    </a:cubicBezTo>
                    <a:cubicBezTo>
                      <a:pt x="107" y="364"/>
                      <a:pt x="108" y="340"/>
                      <a:pt x="116" y="316"/>
                    </a:cubicBezTo>
                    <a:cubicBezTo>
                      <a:pt x="114" y="317"/>
                      <a:pt x="112" y="317"/>
                      <a:pt x="112" y="317"/>
                    </a:cubicBezTo>
                    <a:cubicBezTo>
                      <a:pt x="19" y="366"/>
                      <a:pt x="4" y="451"/>
                      <a:pt x="8" y="514"/>
                    </a:cubicBezTo>
                    <a:cubicBezTo>
                      <a:pt x="12" y="582"/>
                      <a:pt x="39" y="639"/>
                      <a:pt x="40" y="640"/>
                    </a:cubicBezTo>
                    <a:lnTo>
                      <a:pt x="36" y="641"/>
                    </a:lnTo>
                    <a:close/>
                    <a:moveTo>
                      <a:pt x="120" y="314"/>
                    </a:moveTo>
                    <a:cubicBezTo>
                      <a:pt x="112" y="339"/>
                      <a:pt x="110" y="363"/>
                      <a:pt x="117" y="383"/>
                    </a:cubicBezTo>
                    <a:cubicBezTo>
                      <a:pt x="124" y="401"/>
                      <a:pt x="136" y="413"/>
                      <a:pt x="153" y="419"/>
                    </a:cubicBezTo>
                    <a:cubicBezTo>
                      <a:pt x="176" y="427"/>
                      <a:pt x="201" y="414"/>
                      <a:pt x="215" y="398"/>
                    </a:cubicBezTo>
                    <a:cubicBezTo>
                      <a:pt x="230" y="380"/>
                      <a:pt x="234" y="358"/>
                      <a:pt x="225" y="340"/>
                    </a:cubicBezTo>
                    <a:cubicBezTo>
                      <a:pt x="200" y="292"/>
                      <a:pt x="142" y="307"/>
                      <a:pt x="120" y="314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6" name="Freeform: Shape 1775">
                <a:extLst>
                  <a:ext uri="{FF2B5EF4-FFF2-40B4-BE49-F238E27FC236}">
                    <a16:creationId xmlns:a16="http://schemas.microsoft.com/office/drawing/2014/main" id="{BDE3AC7D-63EF-4BA9-86AB-559C60D7699C}"/>
                  </a:ext>
                </a:extLst>
              </p:cNvPr>
              <p:cNvSpPr/>
              <p:nvPr/>
            </p:nvSpPr>
            <p:spPr bwMode="auto">
              <a:xfrm>
                <a:off x="8967788" y="2324101"/>
                <a:ext cx="77788" cy="61913"/>
              </a:xfrm>
              <a:custGeom>
                <a:avLst/>
                <a:gdLst>
                  <a:gd name="T0" fmla="*/ 49 w 49"/>
                  <a:gd name="T1" fmla="*/ 39 h 39"/>
                  <a:gd name="T2" fmla="*/ 0 w 49"/>
                  <a:gd name="T3" fmla="*/ 15 h 39"/>
                  <a:gd name="T4" fmla="*/ 17 w 49"/>
                  <a:gd name="T5" fmla="*/ 0 h 39"/>
                  <a:gd name="T6" fmla="*/ 49 w 49"/>
                  <a:gd name="T7" fmla="*/ 39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" h="39">
                    <a:moveTo>
                      <a:pt x="49" y="39"/>
                    </a:moveTo>
                    <a:lnTo>
                      <a:pt x="0" y="15"/>
                    </a:lnTo>
                    <a:lnTo>
                      <a:pt x="17" y="0"/>
                    </a:lnTo>
                    <a:lnTo>
                      <a:pt x="49" y="39"/>
                    </a:lnTo>
                    <a:close/>
                  </a:path>
                </a:pathLst>
              </a:custGeom>
              <a:solidFill>
                <a:srgbClr val="EC98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7" name="Freeform: Shape 1776">
                <a:extLst>
                  <a:ext uri="{FF2B5EF4-FFF2-40B4-BE49-F238E27FC236}">
                    <a16:creationId xmlns:a16="http://schemas.microsoft.com/office/drawing/2014/main" id="{9D342A41-390F-40F0-AD01-DACA64C3C600}"/>
                  </a:ext>
                </a:extLst>
              </p:cNvPr>
              <p:cNvSpPr/>
              <p:nvPr/>
            </p:nvSpPr>
            <p:spPr bwMode="auto">
              <a:xfrm>
                <a:off x="8750301" y="2071688"/>
                <a:ext cx="385763" cy="336550"/>
              </a:xfrm>
              <a:custGeom>
                <a:avLst/>
                <a:gdLst>
                  <a:gd name="T0" fmla="*/ 0 w 101"/>
                  <a:gd name="T1" fmla="*/ 0 h 88"/>
                  <a:gd name="T2" fmla="*/ 39 w 101"/>
                  <a:gd name="T3" fmla="*/ 88 h 88"/>
                  <a:gd name="T4" fmla="*/ 64 w 101"/>
                  <a:gd name="T5" fmla="*/ 66 h 88"/>
                  <a:gd name="T6" fmla="*/ 77 w 101"/>
                  <a:gd name="T7" fmla="*/ 82 h 88"/>
                  <a:gd name="T8" fmla="*/ 77 w 101"/>
                  <a:gd name="T9" fmla="*/ 59 h 88"/>
                  <a:gd name="T10" fmla="*/ 101 w 101"/>
                  <a:gd name="T11" fmla="*/ 44 h 88"/>
                  <a:gd name="T12" fmla="*/ 0 w 101"/>
                  <a:gd name="T13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1" h="88">
                    <a:moveTo>
                      <a:pt x="0" y="0"/>
                    </a:moveTo>
                    <a:cubicBezTo>
                      <a:pt x="39" y="88"/>
                      <a:pt x="39" y="88"/>
                      <a:pt x="39" y="88"/>
                    </a:cubicBezTo>
                    <a:cubicBezTo>
                      <a:pt x="64" y="66"/>
                      <a:pt x="64" y="66"/>
                      <a:pt x="64" y="66"/>
                    </a:cubicBezTo>
                    <a:cubicBezTo>
                      <a:pt x="64" y="66"/>
                      <a:pt x="77" y="85"/>
                      <a:pt x="77" y="82"/>
                    </a:cubicBezTo>
                    <a:cubicBezTo>
                      <a:pt x="77" y="79"/>
                      <a:pt x="77" y="59"/>
                      <a:pt x="77" y="59"/>
                    </a:cubicBezTo>
                    <a:cubicBezTo>
                      <a:pt x="101" y="44"/>
                      <a:pt x="101" y="44"/>
                      <a:pt x="101" y="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8" name="Freeform: Shape 1777">
                <a:extLst>
                  <a:ext uri="{FF2B5EF4-FFF2-40B4-BE49-F238E27FC236}">
                    <a16:creationId xmlns:a16="http://schemas.microsoft.com/office/drawing/2014/main" id="{E67004C6-7A78-4B45-AE24-276B02850537}"/>
                  </a:ext>
                </a:extLst>
              </p:cNvPr>
              <p:cNvSpPr/>
              <p:nvPr/>
            </p:nvSpPr>
            <p:spPr bwMode="auto">
              <a:xfrm>
                <a:off x="8755063" y="2071688"/>
                <a:ext cx="285751" cy="301625"/>
              </a:xfrm>
              <a:custGeom>
                <a:avLst/>
                <a:gdLst>
                  <a:gd name="T0" fmla="*/ 0 w 180"/>
                  <a:gd name="T1" fmla="*/ 0 h 190"/>
                  <a:gd name="T2" fmla="*/ 178 w 180"/>
                  <a:gd name="T3" fmla="*/ 142 h 190"/>
                  <a:gd name="T4" fmla="*/ 180 w 180"/>
                  <a:gd name="T5" fmla="*/ 190 h 190"/>
                  <a:gd name="T6" fmla="*/ 159 w 180"/>
                  <a:gd name="T7" fmla="*/ 157 h 190"/>
                  <a:gd name="T8" fmla="*/ 0 w 180"/>
                  <a:gd name="T9" fmla="*/ 0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0" h="190">
                    <a:moveTo>
                      <a:pt x="0" y="0"/>
                    </a:moveTo>
                    <a:lnTo>
                      <a:pt x="178" y="142"/>
                    </a:lnTo>
                    <a:lnTo>
                      <a:pt x="180" y="190"/>
                    </a:lnTo>
                    <a:lnTo>
                      <a:pt x="159" y="1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4AB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9" name="Oval 1778">
                <a:extLst>
                  <a:ext uri="{FF2B5EF4-FFF2-40B4-BE49-F238E27FC236}">
                    <a16:creationId xmlns:a16="http://schemas.microsoft.com/office/drawing/2014/main" id="{E72759A0-D196-4C71-8101-2B13D2955AF7}"/>
                  </a:ext>
                </a:extLst>
              </p:cNvPr>
              <p:cNvSpPr/>
              <p:nvPr/>
            </p:nvSpPr>
            <p:spPr bwMode="auto">
              <a:xfrm>
                <a:off x="3016251" y="5556251"/>
                <a:ext cx="1890713" cy="61913"/>
              </a:xfrm>
              <a:prstGeom prst="ellipse">
                <a:avLst/>
              </a:prstGeom>
              <a:solidFill>
                <a:srgbClr val="ECEC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0" name="Freeform: Shape 1779">
                <a:extLst>
                  <a:ext uri="{FF2B5EF4-FFF2-40B4-BE49-F238E27FC236}">
                    <a16:creationId xmlns:a16="http://schemas.microsoft.com/office/drawing/2014/main" id="{E5BB2AEF-D93A-4C33-8029-AC26D68CA1C7}"/>
                  </a:ext>
                </a:extLst>
              </p:cNvPr>
              <p:cNvSpPr/>
              <p:nvPr/>
            </p:nvSpPr>
            <p:spPr bwMode="auto">
              <a:xfrm>
                <a:off x="3730626" y="3163888"/>
                <a:ext cx="492125" cy="530225"/>
              </a:xfrm>
              <a:custGeom>
                <a:avLst/>
                <a:gdLst>
                  <a:gd name="T0" fmla="*/ 42 w 129"/>
                  <a:gd name="T1" fmla="*/ 0 h 139"/>
                  <a:gd name="T2" fmla="*/ 81 w 129"/>
                  <a:gd name="T3" fmla="*/ 0 h 139"/>
                  <a:gd name="T4" fmla="*/ 110 w 129"/>
                  <a:gd name="T5" fmla="*/ 20 h 139"/>
                  <a:gd name="T6" fmla="*/ 112 w 129"/>
                  <a:gd name="T7" fmla="*/ 92 h 139"/>
                  <a:gd name="T8" fmla="*/ 98 w 129"/>
                  <a:gd name="T9" fmla="*/ 137 h 139"/>
                  <a:gd name="T10" fmla="*/ 21 w 129"/>
                  <a:gd name="T11" fmla="*/ 139 h 139"/>
                  <a:gd name="T12" fmla="*/ 2 w 129"/>
                  <a:gd name="T13" fmla="*/ 25 h 139"/>
                  <a:gd name="T14" fmla="*/ 16 w 129"/>
                  <a:gd name="T15" fmla="*/ 4 h 139"/>
                  <a:gd name="T16" fmla="*/ 42 w 129"/>
                  <a:gd name="T17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139">
                    <a:moveTo>
                      <a:pt x="42" y="0"/>
                    </a:moveTo>
                    <a:cubicBezTo>
                      <a:pt x="81" y="0"/>
                      <a:pt x="81" y="0"/>
                      <a:pt x="81" y="0"/>
                    </a:cubicBezTo>
                    <a:cubicBezTo>
                      <a:pt x="81" y="0"/>
                      <a:pt x="99" y="2"/>
                      <a:pt x="110" y="20"/>
                    </a:cubicBezTo>
                    <a:cubicBezTo>
                      <a:pt x="120" y="36"/>
                      <a:pt x="129" y="71"/>
                      <a:pt x="112" y="92"/>
                    </a:cubicBezTo>
                    <a:cubicBezTo>
                      <a:pt x="112" y="92"/>
                      <a:pt x="97" y="126"/>
                      <a:pt x="98" y="137"/>
                    </a:cubicBezTo>
                    <a:cubicBezTo>
                      <a:pt x="21" y="139"/>
                      <a:pt x="21" y="139"/>
                      <a:pt x="21" y="139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15"/>
                      <a:pt x="7" y="6"/>
                      <a:pt x="16" y="4"/>
                    </a:cubicBez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F974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1" name="Freeform: Shape 1780">
                <a:extLst>
                  <a:ext uri="{FF2B5EF4-FFF2-40B4-BE49-F238E27FC236}">
                    <a16:creationId xmlns:a16="http://schemas.microsoft.com/office/drawing/2014/main" id="{8B8E13CF-1A9B-4E72-994C-9CD904B96EF6}"/>
                  </a:ext>
                </a:extLst>
              </p:cNvPr>
              <p:cNvSpPr/>
              <p:nvPr/>
            </p:nvSpPr>
            <p:spPr bwMode="auto">
              <a:xfrm>
                <a:off x="3517901" y="3098801"/>
                <a:ext cx="396875" cy="881063"/>
              </a:xfrm>
              <a:custGeom>
                <a:avLst/>
                <a:gdLst>
                  <a:gd name="T0" fmla="*/ 90 w 104"/>
                  <a:gd name="T1" fmla="*/ 23 h 231"/>
                  <a:gd name="T2" fmla="*/ 44 w 104"/>
                  <a:gd name="T3" fmla="*/ 135 h 231"/>
                  <a:gd name="T4" fmla="*/ 104 w 104"/>
                  <a:gd name="T5" fmla="*/ 216 h 231"/>
                  <a:gd name="T6" fmla="*/ 89 w 104"/>
                  <a:gd name="T7" fmla="*/ 231 h 231"/>
                  <a:gd name="T8" fmla="*/ 20 w 104"/>
                  <a:gd name="T9" fmla="*/ 144 h 231"/>
                  <a:gd name="T10" fmla="*/ 90 w 104"/>
                  <a:gd name="T11" fmla="*/ 23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4" h="231">
                    <a:moveTo>
                      <a:pt x="90" y="23"/>
                    </a:moveTo>
                    <a:cubicBezTo>
                      <a:pt x="94" y="27"/>
                      <a:pt x="103" y="53"/>
                      <a:pt x="44" y="135"/>
                    </a:cubicBezTo>
                    <a:cubicBezTo>
                      <a:pt x="44" y="135"/>
                      <a:pt x="93" y="188"/>
                      <a:pt x="104" y="216"/>
                    </a:cubicBezTo>
                    <a:cubicBezTo>
                      <a:pt x="89" y="231"/>
                      <a:pt x="89" y="231"/>
                      <a:pt x="89" y="231"/>
                    </a:cubicBezTo>
                    <a:cubicBezTo>
                      <a:pt x="89" y="231"/>
                      <a:pt x="41" y="177"/>
                      <a:pt x="20" y="144"/>
                    </a:cubicBezTo>
                    <a:cubicBezTo>
                      <a:pt x="0" y="111"/>
                      <a:pt x="67" y="0"/>
                      <a:pt x="90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2" name="Freeform: Shape 1781">
                <a:extLst>
                  <a:ext uri="{FF2B5EF4-FFF2-40B4-BE49-F238E27FC236}">
                    <a16:creationId xmlns:a16="http://schemas.microsoft.com/office/drawing/2014/main" id="{82B44C3A-DE3E-4C35-868D-53BB5933BCC8}"/>
                  </a:ext>
                </a:extLst>
              </p:cNvPr>
              <p:cNvSpPr/>
              <p:nvPr/>
            </p:nvSpPr>
            <p:spPr bwMode="auto">
              <a:xfrm>
                <a:off x="3833813" y="3098801"/>
                <a:ext cx="939800" cy="415925"/>
              </a:xfrm>
              <a:custGeom>
                <a:avLst/>
                <a:gdLst>
                  <a:gd name="T0" fmla="*/ 45 w 246"/>
                  <a:gd name="T1" fmla="*/ 23 h 109"/>
                  <a:gd name="T2" fmla="*/ 150 w 246"/>
                  <a:gd name="T3" fmla="*/ 70 h 109"/>
                  <a:gd name="T4" fmla="*/ 229 w 246"/>
                  <a:gd name="T5" fmla="*/ 0 h 109"/>
                  <a:gd name="T6" fmla="*/ 246 w 246"/>
                  <a:gd name="T7" fmla="*/ 13 h 109"/>
                  <a:gd name="T8" fmla="*/ 159 w 246"/>
                  <a:gd name="T9" fmla="*/ 97 h 109"/>
                  <a:gd name="T10" fmla="*/ 45 w 246"/>
                  <a:gd name="T11" fmla="*/ 23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6" h="109">
                    <a:moveTo>
                      <a:pt x="45" y="23"/>
                    </a:moveTo>
                    <a:cubicBezTo>
                      <a:pt x="65" y="6"/>
                      <a:pt x="130" y="59"/>
                      <a:pt x="150" y="70"/>
                    </a:cubicBezTo>
                    <a:cubicBezTo>
                      <a:pt x="150" y="70"/>
                      <a:pt x="206" y="25"/>
                      <a:pt x="229" y="0"/>
                    </a:cubicBezTo>
                    <a:cubicBezTo>
                      <a:pt x="246" y="13"/>
                      <a:pt x="246" y="13"/>
                      <a:pt x="246" y="13"/>
                    </a:cubicBezTo>
                    <a:cubicBezTo>
                      <a:pt x="246" y="13"/>
                      <a:pt x="182" y="92"/>
                      <a:pt x="159" y="97"/>
                    </a:cubicBezTo>
                    <a:cubicBezTo>
                      <a:pt x="99" y="109"/>
                      <a:pt x="0" y="63"/>
                      <a:pt x="45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3" name="Freeform: Shape 1782">
                <a:extLst>
                  <a:ext uri="{FF2B5EF4-FFF2-40B4-BE49-F238E27FC236}">
                    <a16:creationId xmlns:a16="http://schemas.microsoft.com/office/drawing/2014/main" id="{91236E31-E608-4D4D-8FA8-E82957E7D196}"/>
                  </a:ext>
                </a:extLst>
              </p:cNvPr>
              <p:cNvSpPr/>
              <p:nvPr/>
            </p:nvSpPr>
            <p:spPr bwMode="auto">
              <a:xfrm>
                <a:off x="4678363" y="2832101"/>
                <a:ext cx="182563" cy="315913"/>
              </a:xfrm>
              <a:custGeom>
                <a:avLst/>
                <a:gdLst>
                  <a:gd name="T0" fmla="*/ 0 w 48"/>
                  <a:gd name="T1" fmla="*/ 82 h 83"/>
                  <a:gd name="T2" fmla="*/ 10 w 48"/>
                  <a:gd name="T3" fmla="*/ 53 h 83"/>
                  <a:gd name="T4" fmla="*/ 12 w 48"/>
                  <a:gd name="T5" fmla="*/ 44 h 83"/>
                  <a:gd name="T6" fmla="*/ 41 w 48"/>
                  <a:gd name="T7" fmla="*/ 0 h 83"/>
                  <a:gd name="T8" fmla="*/ 32 w 48"/>
                  <a:gd name="T9" fmla="*/ 31 h 83"/>
                  <a:gd name="T10" fmla="*/ 40 w 48"/>
                  <a:gd name="T11" fmla="*/ 60 h 83"/>
                  <a:gd name="T12" fmla="*/ 25 w 48"/>
                  <a:gd name="T13" fmla="*/ 83 h 83"/>
                  <a:gd name="T14" fmla="*/ 0 w 48"/>
                  <a:gd name="T15" fmla="*/ 82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8" h="83">
                    <a:moveTo>
                      <a:pt x="0" y="82"/>
                    </a:moveTo>
                    <a:cubicBezTo>
                      <a:pt x="0" y="82"/>
                      <a:pt x="10" y="74"/>
                      <a:pt x="10" y="53"/>
                    </a:cubicBezTo>
                    <a:cubicBezTo>
                      <a:pt x="10" y="50"/>
                      <a:pt x="11" y="47"/>
                      <a:pt x="12" y="44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1" y="0"/>
                      <a:pt x="48" y="6"/>
                      <a:pt x="32" y="31"/>
                    </a:cubicBezTo>
                    <a:cubicBezTo>
                      <a:pt x="32" y="31"/>
                      <a:pt x="44" y="49"/>
                      <a:pt x="40" y="60"/>
                    </a:cubicBezTo>
                    <a:cubicBezTo>
                      <a:pt x="36" y="70"/>
                      <a:pt x="25" y="83"/>
                      <a:pt x="25" y="83"/>
                    </a:cubicBezTo>
                    <a:lnTo>
                      <a:pt x="0" y="82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4" name="Freeform: Shape 1783">
                <a:extLst>
                  <a:ext uri="{FF2B5EF4-FFF2-40B4-BE49-F238E27FC236}">
                    <a16:creationId xmlns:a16="http://schemas.microsoft.com/office/drawing/2014/main" id="{5E53702C-614A-462C-BBEF-B27F9F608BF3}"/>
                  </a:ext>
                </a:extLst>
              </p:cNvPr>
              <p:cNvSpPr/>
              <p:nvPr/>
            </p:nvSpPr>
            <p:spPr bwMode="auto">
              <a:xfrm>
                <a:off x="3570288" y="2465388"/>
                <a:ext cx="874713" cy="1212850"/>
              </a:xfrm>
              <a:custGeom>
                <a:avLst/>
                <a:gdLst>
                  <a:gd name="T0" fmla="*/ 88 w 229"/>
                  <a:gd name="T1" fmla="*/ 42 h 318"/>
                  <a:gd name="T2" fmla="*/ 75 w 229"/>
                  <a:gd name="T3" fmla="*/ 52 h 318"/>
                  <a:gd name="T4" fmla="*/ 66 w 229"/>
                  <a:gd name="T5" fmla="*/ 57 h 318"/>
                  <a:gd name="T6" fmla="*/ 33 w 229"/>
                  <a:gd name="T7" fmla="*/ 87 h 318"/>
                  <a:gd name="T8" fmla="*/ 21 w 229"/>
                  <a:gd name="T9" fmla="*/ 163 h 318"/>
                  <a:gd name="T10" fmla="*/ 16 w 229"/>
                  <a:gd name="T11" fmla="*/ 173 h 318"/>
                  <a:gd name="T12" fmla="*/ 41 w 229"/>
                  <a:gd name="T13" fmla="*/ 240 h 318"/>
                  <a:gd name="T14" fmla="*/ 114 w 229"/>
                  <a:gd name="T15" fmla="*/ 316 h 318"/>
                  <a:gd name="T16" fmla="*/ 185 w 229"/>
                  <a:gd name="T17" fmla="*/ 249 h 318"/>
                  <a:gd name="T18" fmla="*/ 202 w 229"/>
                  <a:gd name="T19" fmla="*/ 214 h 318"/>
                  <a:gd name="T20" fmla="*/ 188 w 229"/>
                  <a:gd name="T21" fmla="*/ 148 h 318"/>
                  <a:gd name="T22" fmla="*/ 176 w 229"/>
                  <a:gd name="T23" fmla="*/ 103 h 318"/>
                  <a:gd name="T24" fmla="*/ 88 w 229"/>
                  <a:gd name="T25" fmla="*/ 4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29" h="318">
                    <a:moveTo>
                      <a:pt x="88" y="42"/>
                    </a:moveTo>
                    <a:cubicBezTo>
                      <a:pt x="83" y="45"/>
                      <a:pt x="79" y="49"/>
                      <a:pt x="75" y="52"/>
                    </a:cubicBezTo>
                    <a:cubicBezTo>
                      <a:pt x="73" y="54"/>
                      <a:pt x="71" y="56"/>
                      <a:pt x="66" y="57"/>
                    </a:cubicBezTo>
                    <a:cubicBezTo>
                      <a:pt x="60" y="59"/>
                      <a:pt x="32" y="54"/>
                      <a:pt x="33" y="87"/>
                    </a:cubicBezTo>
                    <a:cubicBezTo>
                      <a:pt x="34" y="113"/>
                      <a:pt x="30" y="139"/>
                      <a:pt x="21" y="163"/>
                    </a:cubicBezTo>
                    <a:cubicBezTo>
                      <a:pt x="19" y="166"/>
                      <a:pt x="18" y="170"/>
                      <a:pt x="16" y="173"/>
                    </a:cubicBezTo>
                    <a:cubicBezTo>
                      <a:pt x="0" y="215"/>
                      <a:pt x="27" y="214"/>
                      <a:pt x="41" y="240"/>
                    </a:cubicBezTo>
                    <a:cubicBezTo>
                      <a:pt x="55" y="266"/>
                      <a:pt x="27" y="313"/>
                      <a:pt x="114" y="316"/>
                    </a:cubicBezTo>
                    <a:cubicBezTo>
                      <a:pt x="159" y="318"/>
                      <a:pt x="206" y="295"/>
                      <a:pt x="185" y="249"/>
                    </a:cubicBezTo>
                    <a:cubicBezTo>
                      <a:pt x="185" y="249"/>
                      <a:pt x="186" y="224"/>
                      <a:pt x="202" y="214"/>
                    </a:cubicBezTo>
                    <a:cubicBezTo>
                      <a:pt x="218" y="205"/>
                      <a:pt x="229" y="158"/>
                      <a:pt x="188" y="148"/>
                    </a:cubicBezTo>
                    <a:cubicBezTo>
                      <a:pt x="146" y="138"/>
                      <a:pt x="176" y="123"/>
                      <a:pt x="176" y="103"/>
                    </a:cubicBezTo>
                    <a:cubicBezTo>
                      <a:pt x="177" y="60"/>
                      <a:pt x="151" y="0"/>
                      <a:pt x="88" y="42"/>
                    </a:cubicBezTo>
                    <a:close/>
                  </a:path>
                </a:pathLst>
              </a:custGeom>
              <a:solidFill>
                <a:srgbClr val="5A5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5" name="Freeform: Shape 1784">
                <a:extLst>
                  <a:ext uri="{FF2B5EF4-FFF2-40B4-BE49-F238E27FC236}">
                    <a16:creationId xmlns:a16="http://schemas.microsoft.com/office/drawing/2014/main" id="{D227B15E-6E60-4FCF-9A24-62500A6F0C2F}"/>
                  </a:ext>
                </a:extLst>
              </p:cNvPr>
              <p:cNvSpPr/>
              <p:nvPr/>
            </p:nvSpPr>
            <p:spPr bwMode="auto">
              <a:xfrm>
                <a:off x="3436938" y="5254626"/>
                <a:ext cx="266700" cy="320675"/>
              </a:xfrm>
              <a:custGeom>
                <a:avLst/>
                <a:gdLst>
                  <a:gd name="T0" fmla="*/ 23 w 70"/>
                  <a:gd name="T1" fmla="*/ 0 h 84"/>
                  <a:gd name="T2" fmla="*/ 0 w 70"/>
                  <a:gd name="T3" fmla="*/ 60 h 84"/>
                  <a:gd name="T4" fmla="*/ 67 w 70"/>
                  <a:gd name="T5" fmla="*/ 84 h 84"/>
                  <a:gd name="T6" fmla="*/ 59 w 70"/>
                  <a:gd name="T7" fmla="*/ 65 h 84"/>
                  <a:gd name="T8" fmla="*/ 34 w 70"/>
                  <a:gd name="T9" fmla="*/ 55 h 84"/>
                  <a:gd name="T10" fmla="*/ 50 w 70"/>
                  <a:gd name="T11" fmla="*/ 10 h 84"/>
                  <a:gd name="T12" fmla="*/ 23 w 70"/>
                  <a:gd name="T13" fmla="*/ 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0" h="84">
                    <a:moveTo>
                      <a:pt x="23" y="0"/>
                    </a:moveTo>
                    <a:cubicBezTo>
                      <a:pt x="0" y="60"/>
                      <a:pt x="0" y="60"/>
                      <a:pt x="0" y="60"/>
                    </a:cubicBezTo>
                    <a:cubicBezTo>
                      <a:pt x="67" y="84"/>
                      <a:pt x="67" y="84"/>
                      <a:pt x="67" y="84"/>
                    </a:cubicBezTo>
                    <a:cubicBezTo>
                      <a:pt x="70" y="77"/>
                      <a:pt x="67" y="68"/>
                      <a:pt x="59" y="65"/>
                    </a:cubicBezTo>
                    <a:cubicBezTo>
                      <a:pt x="34" y="55"/>
                      <a:pt x="34" y="55"/>
                      <a:pt x="34" y="55"/>
                    </a:cubicBezTo>
                    <a:cubicBezTo>
                      <a:pt x="50" y="10"/>
                      <a:pt x="50" y="10"/>
                      <a:pt x="50" y="10"/>
                    </a:cubicBez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6" name="Freeform: Shape 1785">
                <a:extLst>
                  <a:ext uri="{FF2B5EF4-FFF2-40B4-BE49-F238E27FC236}">
                    <a16:creationId xmlns:a16="http://schemas.microsoft.com/office/drawing/2014/main" id="{B1BB2BAA-7BAC-4FEC-B05B-36491819C3F5}"/>
                  </a:ext>
                </a:extLst>
              </p:cNvPr>
              <p:cNvSpPr/>
              <p:nvPr/>
            </p:nvSpPr>
            <p:spPr bwMode="auto">
              <a:xfrm>
                <a:off x="3436938" y="5430838"/>
                <a:ext cx="271463" cy="144463"/>
              </a:xfrm>
              <a:custGeom>
                <a:avLst/>
                <a:gdLst>
                  <a:gd name="T0" fmla="*/ 6 w 71"/>
                  <a:gd name="T1" fmla="*/ 0 h 38"/>
                  <a:gd name="T2" fmla="*/ 34 w 71"/>
                  <a:gd name="T3" fmla="*/ 9 h 38"/>
                  <a:gd name="T4" fmla="*/ 62 w 71"/>
                  <a:gd name="T5" fmla="*/ 20 h 38"/>
                  <a:gd name="T6" fmla="*/ 67 w 71"/>
                  <a:gd name="T7" fmla="*/ 38 h 38"/>
                  <a:gd name="T8" fmla="*/ 0 w 71"/>
                  <a:gd name="T9" fmla="*/ 14 h 38"/>
                  <a:gd name="T10" fmla="*/ 6 w 71"/>
                  <a:gd name="T11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1" h="38">
                    <a:moveTo>
                      <a:pt x="6" y="0"/>
                    </a:moveTo>
                    <a:cubicBezTo>
                      <a:pt x="34" y="9"/>
                      <a:pt x="34" y="9"/>
                      <a:pt x="34" y="9"/>
                    </a:cubicBezTo>
                    <a:cubicBezTo>
                      <a:pt x="62" y="20"/>
                      <a:pt x="62" y="20"/>
                      <a:pt x="62" y="20"/>
                    </a:cubicBezTo>
                    <a:cubicBezTo>
                      <a:pt x="69" y="23"/>
                      <a:pt x="71" y="32"/>
                      <a:pt x="67" y="38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7" name="Freeform: Shape 1786">
                <a:extLst>
                  <a:ext uri="{FF2B5EF4-FFF2-40B4-BE49-F238E27FC236}">
                    <a16:creationId xmlns:a16="http://schemas.microsoft.com/office/drawing/2014/main" id="{D5B76A9A-A7DE-427F-B902-257B623CD18C}"/>
                  </a:ext>
                </a:extLst>
              </p:cNvPr>
              <p:cNvSpPr/>
              <p:nvPr/>
            </p:nvSpPr>
            <p:spPr bwMode="auto">
              <a:xfrm>
                <a:off x="4048126" y="5327651"/>
                <a:ext cx="274638" cy="247650"/>
              </a:xfrm>
              <a:custGeom>
                <a:avLst/>
                <a:gdLst>
                  <a:gd name="T0" fmla="*/ 0 w 72"/>
                  <a:gd name="T1" fmla="*/ 1 h 65"/>
                  <a:gd name="T2" fmla="*/ 1 w 72"/>
                  <a:gd name="T3" fmla="*/ 65 h 65"/>
                  <a:gd name="T4" fmla="*/ 72 w 72"/>
                  <a:gd name="T5" fmla="*/ 63 h 65"/>
                  <a:gd name="T6" fmla="*/ 58 w 72"/>
                  <a:gd name="T7" fmla="*/ 48 h 65"/>
                  <a:gd name="T8" fmla="*/ 30 w 72"/>
                  <a:gd name="T9" fmla="*/ 48 h 65"/>
                  <a:gd name="T10" fmla="*/ 29 w 72"/>
                  <a:gd name="T11" fmla="*/ 0 h 65"/>
                  <a:gd name="T12" fmla="*/ 0 w 72"/>
                  <a:gd name="T13" fmla="*/ 1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65">
                    <a:moveTo>
                      <a:pt x="0" y="1"/>
                    </a:moveTo>
                    <a:cubicBezTo>
                      <a:pt x="1" y="65"/>
                      <a:pt x="1" y="65"/>
                      <a:pt x="1" y="65"/>
                    </a:cubicBezTo>
                    <a:cubicBezTo>
                      <a:pt x="72" y="63"/>
                      <a:pt x="72" y="63"/>
                      <a:pt x="72" y="63"/>
                    </a:cubicBezTo>
                    <a:cubicBezTo>
                      <a:pt x="72" y="55"/>
                      <a:pt x="66" y="48"/>
                      <a:pt x="58" y="48"/>
                    </a:cubicBezTo>
                    <a:cubicBezTo>
                      <a:pt x="30" y="48"/>
                      <a:pt x="30" y="48"/>
                      <a:pt x="30" y="48"/>
                    </a:cubicBezTo>
                    <a:cubicBezTo>
                      <a:pt x="29" y="0"/>
                      <a:pt x="29" y="0"/>
                      <a:pt x="29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8" name="Freeform: Shape 1787">
                <a:extLst>
                  <a:ext uri="{FF2B5EF4-FFF2-40B4-BE49-F238E27FC236}">
                    <a16:creationId xmlns:a16="http://schemas.microsoft.com/office/drawing/2014/main" id="{AD4BBE65-02D1-4D46-A8C8-5B44E27913C3}"/>
                  </a:ext>
                </a:extLst>
              </p:cNvPr>
              <p:cNvSpPr/>
              <p:nvPr/>
            </p:nvSpPr>
            <p:spPr bwMode="auto">
              <a:xfrm>
                <a:off x="4048126" y="5510213"/>
                <a:ext cx="282575" cy="65088"/>
              </a:xfrm>
              <a:custGeom>
                <a:avLst/>
                <a:gdLst>
                  <a:gd name="T0" fmla="*/ 0 w 74"/>
                  <a:gd name="T1" fmla="*/ 2 h 17"/>
                  <a:gd name="T2" fmla="*/ 30 w 74"/>
                  <a:gd name="T3" fmla="*/ 0 h 17"/>
                  <a:gd name="T4" fmla="*/ 60 w 74"/>
                  <a:gd name="T5" fmla="*/ 0 h 17"/>
                  <a:gd name="T6" fmla="*/ 72 w 74"/>
                  <a:gd name="T7" fmla="*/ 15 h 17"/>
                  <a:gd name="T8" fmla="*/ 1 w 74"/>
                  <a:gd name="T9" fmla="*/ 17 h 17"/>
                  <a:gd name="T10" fmla="*/ 0 w 74"/>
                  <a:gd name="T11" fmla="*/ 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17">
                    <a:moveTo>
                      <a:pt x="0" y="2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68" y="0"/>
                      <a:pt x="74" y="8"/>
                      <a:pt x="72" y="15"/>
                    </a:cubicBezTo>
                    <a:cubicBezTo>
                      <a:pt x="1" y="17"/>
                      <a:pt x="1" y="17"/>
                      <a:pt x="1" y="17"/>
                    </a:cubicBez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9" name="Freeform: Shape 1788">
                <a:extLst>
                  <a:ext uri="{FF2B5EF4-FFF2-40B4-BE49-F238E27FC236}">
                    <a16:creationId xmlns:a16="http://schemas.microsoft.com/office/drawing/2014/main" id="{9A2D190A-FD17-4381-BF5B-0E97F152F952}"/>
                  </a:ext>
                </a:extLst>
              </p:cNvPr>
              <p:cNvSpPr/>
              <p:nvPr/>
            </p:nvSpPr>
            <p:spPr bwMode="auto">
              <a:xfrm>
                <a:off x="3857626" y="3683001"/>
                <a:ext cx="392113" cy="1731963"/>
              </a:xfrm>
              <a:custGeom>
                <a:avLst/>
                <a:gdLst>
                  <a:gd name="T0" fmla="*/ 65 w 103"/>
                  <a:gd name="T1" fmla="*/ 0 h 454"/>
                  <a:gd name="T2" fmla="*/ 92 w 103"/>
                  <a:gd name="T3" fmla="*/ 101 h 454"/>
                  <a:gd name="T4" fmla="*/ 102 w 103"/>
                  <a:gd name="T5" fmla="*/ 209 h 454"/>
                  <a:gd name="T6" fmla="*/ 101 w 103"/>
                  <a:gd name="T7" fmla="*/ 276 h 454"/>
                  <a:gd name="T8" fmla="*/ 85 w 103"/>
                  <a:gd name="T9" fmla="*/ 453 h 454"/>
                  <a:gd name="T10" fmla="*/ 47 w 103"/>
                  <a:gd name="T11" fmla="*/ 454 h 454"/>
                  <a:gd name="T12" fmla="*/ 44 w 103"/>
                  <a:gd name="T13" fmla="*/ 251 h 454"/>
                  <a:gd name="T14" fmla="*/ 0 w 103"/>
                  <a:gd name="T15" fmla="*/ 3 h 454"/>
                  <a:gd name="T16" fmla="*/ 65 w 103"/>
                  <a:gd name="T17" fmla="*/ 0 h 4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3" h="454">
                    <a:moveTo>
                      <a:pt x="65" y="0"/>
                    </a:moveTo>
                    <a:cubicBezTo>
                      <a:pt x="65" y="0"/>
                      <a:pt x="81" y="37"/>
                      <a:pt x="92" y="101"/>
                    </a:cubicBezTo>
                    <a:cubicBezTo>
                      <a:pt x="96" y="121"/>
                      <a:pt x="100" y="174"/>
                      <a:pt x="102" y="209"/>
                    </a:cubicBezTo>
                    <a:cubicBezTo>
                      <a:pt x="103" y="231"/>
                      <a:pt x="103" y="254"/>
                      <a:pt x="101" y="276"/>
                    </a:cubicBezTo>
                    <a:cubicBezTo>
                      <a:pt x="85" y="453"/>
                      <a:pt x="85" y="453"/>
                      <a:pt x="85" y="453"/>
                    </a:cubicBezTo>
                    <a:cubicBezTo>
                      <a:pt x="47" y="454"/>
                      <a:pt x="47" y="454"/>
                      <a:pt x="47" y="454"/>
                    </a:cubicBezTo>
                    <a:cubicBezTo>
                      <a:pt x="44" y="251"/>
                      <a:pt x="44" y="251"/>
                      <a:pt x="44" y="251"/>
                    </a:cubicBezTo>
                    <a:cubicBezTo>
                      <a:pt x="0" y="3"/>
                      <a:pt x="0" y="3"/>
                      <a:pt x="0" y="3"/>
                    </a:cubicBez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90" name="Freeform: Shape 1789">
                <a:extLst>
                  <a:ext uri="{FF2B5EF4-FFF2-40B4-BE49-F238E27FC236}">
                    <a16:creationId xmlns:a16="http://schemas.microsoft.com/office/drawing/2014/main" id="{1C95DFB2-EFE4-46A4-960F-61FBFE0EC988}"/>
                  </a:ext>
                </a:extLst>
              </p:cNvPr>
              <p:cNvSpPr/>
              <p:nvPr/>
            </p:nvSpPr>
            <p:spPr bwMode="auto">
              <a:xfrm>
                <a:off x="3459163" y="3686176"/>
                <a:ext cx="546100" cy="1720850"/>
              </a:xfrm>
              <a:custGeom>
                <a:avLst/>
                <a:gdLst>
                  <a:gd name="T0" fmla="*/ 91 w 143"/>
                  <a:gd name="T1" fmla="*/ 2 h 451"/>
                  <a:gd name="T2" fmla="*/ 64 w 143"/>
                  <a:gd name="T3" fmla="*/ 123 h 451"/>
                  <a:gd name="T4" fmla="*/ 64 w 143"/>
                  <a:gd name="T5" fmla="*/ 149 h 451"/>
                  <a:gd name="T6" fmla="*/ 33 w 143"/>
                  <a:gd name="T7" fmla="*/ 338 h 451"/>
                  <a:gd name="T8" fmla="*/ 0 w 143"/>
                  <a:gd name="T9" fmla="*/ 440 h 451"/>
                  <a:gd name="T10" fmla="*/ 38 w 143"/>
                  <a:gd name="T11" fmla="*/ 451 h 451"/>
                  <a:gd name="T12" fmla="*/ 114 w 143"/>
                  <a:gd name="T13" fmla="*/ 260 h 451"/>
                  <a:gd name="T14" fmla="*/ 141 w 143"/>
                  <a:gd name="T15" fmla="*/ 116 h 451"/>
                  <a:gd name="T16" fmla="*/ 143 w 143"/>
                  <a:gd name="T17" fmla="*/ 0 h 451"/>
                  <a:gd name="T18" fmla="*/ 91 w 143"/>
                  <a:gd name="T19" fmla="*/ 2 h 4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3" h="451">
                    <a:moveTo>
                      <a:pt x="91" y="2"/>
                    </a:moveTo>
                    <a:cubicBezTo>
                      <a:pt x="91" y="2"/>
                      <a:pt x="61" y="47"/>
                      <a:pt x="64" y="123"/>
                    </a:cubicBezTo>
                    <a:cubicBezTo>
                      <a:pt x="64" y="149"/>
                      <a:pt x="64" y="149"/>
                      <a:pt x="64" y="149"/>
                    </a:cubicBezTo>
                    <a:cubicBezTo>
                      <a:pt x="63" y="213"/>
                      <a:pt x="53" y="277"/>
                      <a:pt x="33" y="338"/>
                    </a:cubicBezTo>
                    <a:cubicBezTo>
                      <a:pt x="0" y="440"/>
                      <a:pt x="0" y="440"/>
                      <a:pt x="0" y="440"/>
                    </a:cubicBezTo>
                    <a:cubicBezTo>
                      <a:pt x="38" y="451"/>
                      <a:pt x="38" y="451"/>
                      <a:pt x="38" y="451"/>
                    </a:cubicBezTo>
                    <a:cubicBezTo>
                      <a:pt x="114" y="260"/>
                      <a:pt x="114" y="260"/>
                      <a:pt x="114" y="260"/>
                    </a:cubicBezTo>
                    <a:cubicBezTo>
                      <a:pt x="141" y="116"/>
                      <a:pt x="141" y="116"/>
                      <a:pt x="141" y="116"/>
                    </a:cubicBezTo>
                    <a:cubicBezTo>
                      <a:pt x="143" y="0"/>
                      <a:pt x="143" y="0"/>
                      <a:pt x="143" y="0"/>
                    </a:cubicBezTo>
                    <a:lnTo>
                      <a:pt x="91" y="2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91" name="Freeform: Shape 1790">
                <a:extLst>
                  <a:ext uri="{FF2B5EF4-FFF2-40B4-BE49-F238E27FC236}">
                    <a16:creationId xmlns:a16="http://schemas.microsoft.com/office/drawing/2014/main" id="{DFBBC211-17D0-4F78-9055-AE2BDB4F8DA5}"/>
                  </a:ext>
                </a:extLst>
              </p:cNvPr>
              <p:cNvSpPr/>
              <p:nvPr/>
            </p:nvSpPr>
            <p:spPr bwMode="auto">
              <a:xfrm>
                <a:off x="3822701" y="4052888"/>
                <a:ext cx="141288" cy="625475"/>
              </a:xfrm>
              <a:custGeom>
                <a:avLst/>
                <a:gdLst>
                  <a:gd name="T0" fmla="*/ 89 w 89"/>
                  <a:gd name="T1" fmla="*/ 159 h 394"/>
                  <a:gd name="T2" fmla="*/ 72 w 89"/>
                  <a:gd name="T3" fmla="*/ 19 h 394"/>
                  <a:gd name="T4" fmla="*/ 0 w 89"/>
                  <a:gd name="T5" fmla="*/ 0 h 394"/>
                  <a:gd name="T6" fmla="*/ 55 w 89"/>
                  <a:gd name="T7" fmla="*/ 99 h 394"/>
                  <a:gd name="T8" fmla="*/ 46 w 89"/>
                  <a:gd name="T9" fmla="*/ 394 h 394"/>
                  <a:gd name="T10" fmla="*/ 89 w 89"/>
                  <a:gd name="T11" fmla="*/ 159 h 3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9" h="394">
                    <a:moveTo>
                      <a:pt x="89" y="159"/>
                    </a:moveTo>
                    <a:lnTo>
                      <a:pt x="72" y="19"/>
                    </a:lnTo>
                    <a:lnTo>
                      <a:pt x="0" y="0"/>
                    </a:lnTo>
                    <a:lnTo>
                      <a:pt x="55" y="99"/>
                    </a:lnTo>
                    <a:lnTo>
                      <a:pt x="46" y="394"/>
                    </a:lnTo>
                    <a:lnTo>
                      <a:pt x="89" y="159"/>
                    </a:lnTo>
                    <a:close/>
                  </a:path>
                </a:pathLst>
              </a:custGeom>
              <a:solidFill>
                <a:srgbClr val="3F00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499478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69A5A75F-E592-4541-B75B-71DCE8E0E228}"/>
              </a:ext>
            </a:extLst>
          </p:cNvPr>
          <p:cNvSpPr/>
          <p:nvPr/>
        </p:nvSpPr>
        <p:spPr>
          <a:xfrm>
            <a:off x="0" y="2"/>
            <a:ext cx="12192000" cy="6857999"/>
          </a:xfrm>
          <a:custGeom>
            <a:avLst/>
            <a:gdLst>
              <a:gd name="connsiteX0" fmla="*/ 5884559 w 12192000"/>
              <a:gd name="connsiteY0" fmla="*/ 0 h 6857999"/>
              <a:gd name="connsiteX1" fmla="*/ 12192000 w 12192000"/>
              <a:gd name="connsiteY1" fmla="*/ 0 h 6857999"/>
              <a:gd name="connsiteX2" fmla="*/ 12192000 w 12192000"/>
              <a:gd name="connsiteY2" fmla="*/ 5646939 h 6857999"/>
              <a:gd name="connsiteX3" fmla="*/ 9619733 w 12192000"/>
              <a:gd name="connsiteY3" fmla="*/ 6857999 h 6857999"/>
              <a:gd name="connsiteX4" fmla="*/ 4809867 w 12192000"/>
              <a:gd name="connsiteY4" fmla="*/ 6857999 h 6857999"/>
              <a:gd name="connsiteX5" fmla="*/ 0 w 12192000"/>
              <a:gd name="connsiteY5" fmla="*/ 6857999 h 6857999"/>
              <a:gd name="connsiteX6" fmla="*/ 0 w 12192000"/>
              <a:gd name="connsiteY6" fmla="*/ 6040507 h 6857999"/>
              <a:gd name="connsiteX7" fmla="*/ 1 w 12192000"/>
              <a:gd name="connsiteY7" fmla="*/ 2770534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7999">
                <a:moveTo>
                  <a:pt x="5884559" y="0"/>
                </a:moveTo>
                <a:lnTo>
                  <a:pt x="12192000" y="0"/>
                </a:lnTo>
                <a:lnTo>
                  <a:pt x="12192000" y="5646939"/>
                </a:lnTo>
                <a:lnTo>
                  <a:pt x="9619733" y="6857999"/>
                </a:lnTo>
                <a:lnTo>
                  <a:pt x="4809867" y="6857999"/>
                </a:lnTo>
                <a:lnTo>
                  <a:pt x="0" y="6857999"/>
                </a:lnTo>
                <a:lnTo>
                  <a:pt x="0" y="6040507"/>
                </a:lnTo>
                <a:lnTo>
                  <a:pt x="1" y="2770534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1A9124B-C02C-4642-A042-37F8ADBDD887}"/>
              </a:ext>
            </a:extLst>
          </p:cNvPr>
          <p:cNvSpPr/>
          <p:nvPr/>
        </p:nvSpPr>
        <p:spPr>
          <a:xfrm>
            <a:off x="673099" y="755393"/>
            <a:ext cx="816067" cy="816067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Impact" panose="020B0806030902050204" pitchFamily="34" charset="0"/>
              </a:rPr>
              <a:t>LOGO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CD3F352F-49A8-461D-952E-E67DB6EF1813}"/>
              </a:ext>
            </a:extLst>
          </p:cNvPr>
          <p:cNvSpPr/>
          <p:nvPr/>
        </p:nvSpPr>
        <p:spPr>
          <a:xfrm rot="20065552">
            <a:off x="7882183" y="6158123"/>
            <a:ext cx="3122229" cy="530260"/>
          </a:xfrm>
          <a:custGeom>
            <a:avLst/>
            <a:gdLst>
              <a:gd name="connsiteX0" fmla="*/ 2960299 w 3122229"/>
              <a:gd name="connsiteY0" fmla="*/ 20835 h 530260"/>
              <a:gd name="connsiteX1" fmla="*/ 3122229 w 3122229"/>
              <a:gd name="connsiteY1" fmla="*/ 265130 h 530260"/>
              <a:gd name="connsiteX2" fmla="*/ 3122228 w 3122229"/>
              <a:gd name="connsiteY2" fmla="*/ 265130 h 530260"/>
              <a:gd name="connsiteX3" fmla="*/ 2857098 w 3122229"/>
              <a:gd name="connsiteY3" fmla="*/ 530260 h 530260"/>
              <a:gd name="connsiteX4" fmla="*/ 1108021 w 3122229"/>
              <a:gd name="connsiteY4" fmla="*/ 530259 h 530260"/>
              <a:gd name="connsiteX5" fmla="*/ 0 w 3122229"/>
              <a:gd name="connsiteY5" fmla="*/ 0 h 530260"/>
              <a:gd name="connsiteX6" fmla="*/ 2857099 w 3122229"/>
              <a:gd name="connsiteY6" fmla="*/ 0 h 530260"/>
              <a:gd name="connsiteX7" fmla="*/ 2960299 w 3122229"/>
              <a:gd name="connsiteY7" fmla="*/ 20835 h 530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22229" h="530260">
                <a:moveTo>
                  <a:pt x="2960299" y="20835"/>
                </a:moveTo>
                <a:cubicBezTo>
                  <a:pt x="3055458" y="61084"/>
                  <a:pt x="3122229" y="155310"/>
                  <a:pt x="3122229" y="265130"/>
                </a:cubicBezTo>
                <a:lnTo>
                  <a:pt x="3122228" y="265130"/>
                </a:lnTo>
                <a:cubicBezTo>
                  <a:pt x="3122228" y="411557"/>
                  <a:pt x="3003525" y="530260"/>
                  <a:pt x="2857098" y="530260"/>
                </a:cubicBezTo>
                <a:lnTo>
                  <a:pt x="1108021" y="530259"/>
                </a:lnTo>
                <a:lnTo>
                  <a:pt x="0" y="0"/>
                </a:lnTo>
                <a:lnTo>
                  <a:pt x="2857099" y="0"/>
                </a:lnTo>
                <a:cubicBezTo>
                  <a:pt x="2893705" y="0"/>
                  <a:pt x="2928579" y="7419"/>
                  <a:pt x="2960299" y="20835"/>
                </a:cubicBezTo>
                <a:close/>
              </a:path>
            </a:pathLst>
          </a:custGeom>
          <a:gradFill flip="none" rotWithShape="1">
            <a:gsLst>
              <a:gs pos="47000">
                <a:schemeClr val="accent3">
                  <a:lumMod val="75000"/>
                  <a:alpha val="29000"/>
                </a:schemeClr>
              </a:gs>
              <a:gs pos="100000">
                <a:schemeClr val="accent3">
                  <a:lumMod val="40000"/>
                  <a:lumOff val="60000"/>
                  <a:alpha val="70000"/>
                </a:scheme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BFB0759-EAF1-470B-A594-76D0E20D9DE1}"/>
              </a:ext>
            </a:extLst>
          </p:cNvPr>
          <p:cNvSpPr/>
          <p:nvPr/>
        </p:nvSpPr>
        <p:spPr>
          <a:xfrm rot="20065552">
            <a:off x="-221275" y="2687845"/>
            <a:ext cx="2180707" cy="530260"/>
          </a:xfrm>
          <a:custGeom>
            <a:avLst/>
            <a:gdLst>
              <a:gd name="connsiteX0" fmla="*/ 2018777 w 2180707"/>
              <a:gd name="connsiteY0" fmla="*/ 20835 h 530260"/>
              <a:gd name="connsiteX1" fmla="*/ 2180707 w 2180707"/>
              <a:gd name="connsiteY1" fmla="*/ 265130 h 530260"/>
              <a:gd name="connsiteX2" fmla="*/ 2180706 w 2180707"/>
              <a:gd name="connsiteY2" fmla="*/ 265130 h 530260"/>
              <a:gd name="connsiteX3" fmla="*/ 1915576 w 2180707"/>
              <a:gd name="connsiteY3" fmla="*/ 530260 h 530260"/>
              <a:gd name="connsiteX4" fmla="*/ 0 w 2180707"/>
              <a:gd name="connsiteY4" fmla="*/ 530259 h 530260"/>
              <a:gd name="connsiteX5" fmla="*/ 253764 w 2180707"/>
              <a:gd name="connsiteY5" fmla="*/ 0 h 530260"/>
              <a:gd name="connsiteX6" fmla="*/ 1915577 w 2180707"/>
              <a:gd name="connsiteY6" fmla="*/ 0 h 530260"/>
              <a:gd name="connsiteX7" fmla="*/ 2018777 w 2180707"/>
              <a:gd name="connsiteY7" fmla="*/ 20835 h 530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80707" h="530260">
                <a:moveTo>
                  <a:pt x="2018777" y="20835"/>
                </a:moveTo>
                <a:cubicBezTo>
                  <a:pt x="2113936" y="61084"/>
                  <a:pt x="2180707" y="155310"/>
                  <a:pt x="2180707" y="265130"/>
                </a:cubicBezTo>
                <a:lnTo>
                  <a:pt x="2180706" y="265130"/>
                </a:lnTo>
                <a:cubicBezTo>
                  <a:pt x="2180706" y="411557"/>
                  <a:pt x="2062003" y="530260"/>
                  <a:pt x="1915576" y="530260"/>
                </a:cubicBezTo>
                <a:lnTo>
                  <a:pt x="0" y="530259"/>
                </a:lnTo>
                <a:lnTo>
                  <a:pt x="253764" y="0"/>
                </a:lnTo>
                <a:lnTo>
                  <a:pt x="1915577" y="0"/>
                </a:lnTo>
                <a:cubicBezTo>
                  <a:pt x="1952184" y="0"/>
                  <a:pt x="1987058" y="7419"/>
                  <a:pt x="2018777" y="20835"/>
                </a:cubicBezTo>
                <a:close/>
              </a:path>
            </a:pathLst>
          </a:custGeom>
          <a:gradFill flip="none" rotWithShape="1">
            <a:gsLst>
              <a:gs pos="47000">
                <a:schemeClr val="accent3">
                  <a:lumMod val="75000"/>
                  <a:alpha val="61000"/>
                </a:schemeClr>
              </a:gs>
              <a:gs pos="100000">
                <a:schemeClr val="accent3">
                  <a:lumMod val="40000"/>
                  <a:lumOff val="60000"/>
                  <a:alpha val="70000"/>
                </a:scheme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C0613B5-66EC-4223-8A42-223BD4423CD3}"/>
              </a:ext>
            </a:extLst>
          </p:cNvPr>
          <p:cNvGrpSpPr/>
          <p:nvPr/>
        </p:nvGrpSpPr>
        <p:grpSpPr>
          <a:xfrm>
            <a:off x="2654209" y="1878118"/>
            <a:ext cx="7890819" cy="4011902"/>
            <a:chOff x="238125" y="1038125"/>
            <a:chExt cx="7146800" cy="3633625"/>
          </a:xfrm>
          <a:solidFill>
            <a:schemeClr val="accent1">
              <a:lumMod val="20000"/>
              <a:lumOff val="80000"/>
              <a:alpha val="10000"/>
            </a:schemeClr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2CDEB4A-00EA-4551-8871-18045B175D4C}"/>
                </a:ext>
              </a:extLst>
            </p:cNvPr>
            <p:cNvSpPr/>
            <p:nvPr/>
          </p:nvSpPr>
          <p:spPr>
            <a:xfrm>
              <a:off x="62561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BED8C24-CBAA-48B8-8CFB-CBEFAE26368D}"/>
                </a:ext>
              </a:extLst>
            </p:cNvPr>
            <p:cNvSpPr/>
            <p:nvPr/>
          </p:nvSpPr>
          <p:spPr>
            <a:xfrm>
              <a:off x="62561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0" y="2129"/>
                  </a:cubicBezTo>
                  <a:cubicBezTo>
                    <a:pt x="1331" y="2129"/>
                    <a:pt x="1597" y="2032"/>
                    <a:pt x="1813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464C0E7-1FA4-4B9C-A24D-5DD997CA96AB}"/>
                </a:ext>
              </a:extLst>
            </p:cNvPr>
            <p:cNvSpPr/>
            <p:nvPr/>
          </p:nvSpPr>
          <p:spPr>
            <a:xfrm>
              <a:off x="6256150" y="39328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39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03B6542-74C7-4B13-A324-580F94F172D0}"/>
                </a:ext>
              </a:extLst>
            </p:cNvPr>
            <p:cNvSpPr/>
            <p:nvPr/>
          </p:nvSpPr>
          <p:spPr>
            <a:xfrm>
              <a:off x="6332350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D93F210-7764-4853-B03E-3A5527A1A7FA}"/>
                </a:ext>
              </a:extLst>
            </p:cNvPr>
            <p:cNvSpPr/>
            <p:nvPr/>
          </p:nvSpPr>
          <p:spPr>
            <a:xfrm>
              <a:off x="63323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9E50BE3-B560-440E-9C38-FDE7DC1D6C09}"/>
                </a:ext>
              </a:extLst>
            </p:cNvPr>
            <p:cNvSpPr/>
            <p:nvPr/>
          </p:nvSpPr>
          <p:spPr>
            <a:xfrm>
              <a:off x="640835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4831193-CBB4-4366-91A2-C20A26F7A231}"/>
                </a:ext>
              </a:extLst>
            </p:cNvPr>
            <p:cNvSpPr/>
            <p:nvPr/>
          </p:nvSpPr>
          <p:spPr>
            <a:xfrm>
              <a:off x="640835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2E81546-69E5-40AC-A9FC-7FFC5CB7A617}"/>
                </a:ext>
              </a:extLst>
            </p:cNvPr>
            <p:cNvSpPr/>
            <p:nvPr/>
          </p:nvSpPr>
          <p:spPr>
            <a:xfrm>
              <a:off x="640835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6624F1A-86AA-4157-8B0F-5A50F8E42649}"/>
                </a:ext>
              </a:extLst>
            </p:cNvPr>
            <p:cNvSpPr/>
            <p:nvPr/>
          </p:nvSpPr>
          <p:spPr>
            <a:xfrm>
              <a:off x="648457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37857054-1642-4621-9085-BE378C772117}"/>
                </a:ext>
              </a:extLst>
            </p:cNvPr>
            <p:cNvSpPr/>
            <p:nvPr/>
          </p:nvSpPr>
          <p:spPr>
            <a:xfrm>
              <a:off x="648457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B8A5E81-3B07-4F5F-8188-539DB7DC1DA4}"/>
                </a:ext>
              </a:extLst>
            </p:cNvPr>
            <p:cNvSpPr/>
            <p:nvPr/>
          </p:nvSpPr>
          <p:spPr>
            <a:xfrm>
              <a:off x="648457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F329D74-FE9E-48F0-9C62-A9BA095C9D7B}"/>
                </a:ext>
              </a:extLst>
            </p:cNvPr>
            <p:cNvSpPr/>
            <p:nvPr/>
          </p:nvSpPr>
          <p:spPr>
            <a:xfrm>
              <a:off x="648457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120EFEA-49F8-4A7D-8E2A-175F86B6C7BE}"/>
                </a:ext>
              </a:extLst>
            </p:cNvPr>
            <p:cNvSpPr/>
            <p:nvPr/>
          </p:nvSpPr>
          <p:spPr>
            <a:xfrm>
              <a:off x="648457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ABBA9A21-F58C-43D2-9991-B8F861C684B0}"/>
                </a:ext>
              </a:extLst>
            </p:cNvPr>
            <p:cNvSpPr/>
            <p:nvPr/>
          </p:nvSpPr>
          <p:spPr>
            <a:xfrm>
              <a:off x="663842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6D3E158-D269-44D2-A146-16F762F0F90A}"/>
                </a:ext>
              </a:extLst>
            </p:cNvPr>
            <p:cNvSpPr/>
            <p:nvPr/>
          </p:nvSpPr>
          <p:spPr>
            <a:xfrm>
              <a:off x="663842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F90AB9B3-974F-4F51-86B9-E3F5E2222CE6}"/>
                </a:ext>
              </a:extLst>
            </p:cNvPr>
            <p:cNvSpPr/>
            <p:nvPr/>
          </p:nvSpPr>
          <p:spPr>
            <a:xfrm>
              <a:off x="663842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590983B-ED36-4F57-9E16-42EBD46B69FB}"/>
                </a:ext>
              </a:extLst>
            </p:cNvPr>
            <p:cNvSpPr/>
            <p:nvPr/>
          </p:nvSpPr>
          <p:spPr>
            <a:xfrm>
              <a:off x="663842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AB74E26E-7CDC-4884-8C3F-49C1BEAED985}"/>
                </a:ext>
              </a:extLst>
            </p:cNvPr>
            <p:cNvSpPr/>
            <p:nvPr/>
          </p:nvSpPr>
          <p:spPr>
            <a:xfrm>
              <a:off x="663842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45393609-F891-44C8-9439-4DEB8CBEE8B3}"/>
                </a:ext>
              </a:extLst>
            </p:cNvPr>
            <p:cNvSpPr/>
            <p:nvPr/>
          </p:nvSpPr>
          <p:spPr>
            <a:xfrm>
              <a:off x="67154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C0DD7BC-E920-4CAA-860C-A168A15D7DC5}"/>
                </a:ext>
              </a:extLst>
            </p:cNvPr>
            <p:cNvSpPr/>
            <p:nvPr/>
          </p:nvSpPr>
          <p:spPr>
            <a:xfrm>
              <a:off x="67154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15B4ECC-984C-49FD-A766-96184EE7255E}"/>
                </a:ext>
              </a:extLst>
            </p:cNvPr>
            <p:cNvSpPr/>
            <p:nvPr/>
          </p:nvSpPr>
          <p:spPr>
            <a:xfrm>
              <a:off x="67154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0CA73FA0-2DA0-44DF-A656-69C9659661CB}"/>
                </a:ext>
              </a:extLst>
            </p:cNvPr>
            <p:cNvSpPr/>
            <p:nvPr/>
          </p:nvSpPr>
          <p:spPr>
            <a:xfrm>
              <a:off x="640835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03206CC-59B8-4B9D-ADAE-10C0E7BBDC55}"/>
                </a:ext>
              </a:extLst>
            </p:cNvPr>
            <p:cNvSpPr/>
            <p:nvPr/>
          </p:nvSpPr>
          <p:spPr>
            <a:xfrm>
              <a:off x="63323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1A33C47A-8E93-4362-B0C7-4CB343DB1A2B}"/>
                </a:ext>
              </a:extLst>
            </p:cNvPr>
            <p:cNvSpPr/>
            <p:nvPr/>
          </p:nvSpPr>
          <p:spPr>
            <a:xfrm>
              <a:off x="6256150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1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A8D06128-5D39-4A04-A300-6F4ED1B40094}"/>
                </a:ext>
              </a:extLst>
            </p:cNvPr>
            <p:cNvSpPr/>
            <p:nvPr/>
          </p:nvSpPr>
          <p:spPr>
            <a:xfrm>
              <a:off x="595147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000E643C-FB13-4CED-9A99-93D9FB897821}"/>
                </a:ext>
              </a:extLst>
            </p:cNvPr>
            <p:cNvSpPr/>
            <p:nvPr/>
          </p:nvSpPr>
          <p:spPr>
            <a:xfrm>
              <a:off x="59514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B854A4E8-0D57-4409-A25E-9009B48C4703}"/>
                </a:ext>
              </a:extLst>
            </p:cNvPr>
            <p:cNvSpPr/>
            <p:nvPr/>
          </p:nvSpPr>
          <p:spPr>
            <a:xfrm>
              <a:off x="602750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07570374-B1D6-4CD1-BCD4-B6E461DB4647}"/>
                </a:ext>
              </a:extLst>
            </p:cNvPr>
            <p:cNvSpPr/>
            <p:nvPr/>
          </p:nvSpPr>
          <p:spPr>
            <a:xfrm>
              <a:off x="602750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55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5C184A34-F437-4E8F-B5EC-40606EBC052C}"/>
                </a:ext>
              </a:extLst>
            </p:cNvPr>
            <p:cNvSpPr/>
            <p:nvPr/>
          </p:nvSpPr>
          <p:spPr>
            <a:xfrm>
              <a:off x="602750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10"/>
                    <a:pt x="529" y="2134"/>
                    <a:pt x="1078" y="2134"/>
                  </a:cubicBezTo>
                  <a:cubicBezTo>
                    <a:pt x="1340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298763CB-ECF6-474A-ACC1-8B075FDD3BA4}"/>
                </a:ext>
              </a:extLst>
            </p:cNvPr>
            <p:cNvSpPr/>
            <p:nvPr/>
          </p:nvSpPr>
          <p:spPr>
            <a:xfrm>
              <a:off x="610370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2" y="2139"/>
                    <a:pt x="1611" y="2040"/>
                    <a:pt x="1830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848B5C08-B14E-43C0-BA8E-08E09DB254D7}"/>
                </a:ext>
              </a:extLst>
            </p:cNvPr>
            <p:cNvSpPr/>
            <p:nvPr/>
          </p:nvSpPr>
          <p:spPr>
            <a:xfrm>
              <a:off x="6103700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0573BA59-2EC5-4F3B-BEC5-1E0F915C7197}"/>
                </a:ext>
              </a:extLst>
            </p:cNvPr>
            <p:cNvSpPr/>
            <p:nvPr/>
          </p:nvSpPr>
          <p:spPr>
            <a:xfrm>
              <a:off x="6103700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B6CD3A8F-CE87-4215-BBD2-815FE4376ED2}"/>
                </a:ext>
              </a:extLst>
            </p:cNvPr>
            <p:cNvSpPr/>
            <p:nvPr/>
          </p:nvSpPr>
          <p:spPr>
            <a:xfrm>
              <a:off x="610370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607C0EFF-EB10-47BA-B73B-C10C875C49B4}"/>
                </a:ext>
              </a:extLst>
            </p:cNvPr>
            <p:cNvSpPr/>
            <p:nvPr/>
          </p:nvSpPr>
          <p:spPr>
            <a:xfrm>
              <a:off x="61799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CAA5E95E-352E-4C7C-9022-234F577F6CB0}"/>
                </a:ext>
              </a:extLst>
            </p:cNvPr>
            <p:cNvSpPr/>
            <p:nvPr/>
          </p:nvSpPr>
          <p:spPr>
            <a:xfrm>
              <a:off x="61799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399C7A70-2F26-443B-A5EE-A222301DFBB7}"/>
                </a:ext>
              </a:extLst>
            </p:cNvPr>
            <p:cNvSpPr/>
            <p:nvPr/>
          </p:nvSpPr>
          <p:spPr>
            <a:xfrm>
              <a:off x="61799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618DFE40-EC6D-43BE-BFA0-07E426358428}"/>
                </a:ext>
              </a:extLst>
            </p:cNvPr>
            <p:cNvSpPr/>
            <p:nvPr/>
          </p:nvSpPr>
          <p:spPr>
            <a:xfrm>
              <a:off x="61799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F5650D3B-23AD-413E-92FD-C17407DCF889}"/>
                </a:ext>
              </a:extLst>
            </p:cNvPr>
            <p:cNvSpPr/>
            <p:nvPr/>
          </p:nvSpPr>
          <p:spPr>
            <a:xfrm>
              <a:off x="617992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5AF459C3-F932-43BB-BAD3-237A0844B610}"/>
                </a:ext>
              </a:extLst>
            </p:cNvPr>
            <p:cNvSpPr/>
            <p:nvPr/>
          </p:nvSpPr>
          <p:spPr>
            <a:xfrm>
              <a:off x="71703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5935A554-8B22-429F-9330-DA313132CF74}"/>
                </a:ext>
              </a:extLst>
            </p:cNvPr>
            <p:cNvSpPr/>
            <p:nvPr/>
          </p:nvSpPr>
          <p:spPr>
            <a:xfrm>
              <a:off x="68656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DD5EEB37-D494-4B8C-B7AC-104C405298B9}"/>
                </a:ext>
              </a:extLst>
            </p:cNvPr>
            <p:cNvSpPr/>
            <p:nvPr/>
          </p:nvSpPr>
          <p:spPr>
            <a:xfrm>
              <a:off x="68656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9829BD33-4B0A-4858-9C8D-7022A973A68F}"/>
                </a:ext>
              </a:extLst>
            </p:cNvPr>
            <p:cNvSpPr/>
            <p:nvPr/>
          </p:nvSpPr>
          <p:spPr>
            <a:xfrm>
              <a:off x="69418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54FCAD5-39E3-4BBE-8396-3381BECF7EFC}"/>
                </a:ext>
              </a:extLst>
            </p:cNvPr>
            <p:cNvSpPr/>
            <p:nvPr/>
          </p:nvSpPr>
          <p:spPr>
            <a:xfrm>
              <a:off x="678922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6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F0BF8E6-40C0-4F23-A069-B4E6E9CE8CCA}"/>
                </a:ext>
              </a:extLst>
            </p:cNvPr>
            <p:cNvSpPr/>
            <p:nvPr/>
          </p:nvSpPr>
          <p:spPr>
            <a:xfrm>
              <a:off x="66370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3C62CAE0-CCE2-4B7B-A371-1EE943DD7C21}"/>
                </a:ext>
              </a:extLst>
            </p:cNvPr>
            <p:cNvSpPr/>
            <p:nvPr/>
          </p:nvSpPr>
          <p:spPr>
            <a:xfrm>
              <a:off x="6256150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1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882D827-3BE1-467F-9624-132D1AE5938A}"/>
                </a:ext>
              </a:extLst>
            </p:cNvPr>
            <p:cNvSpPr/>
            <p:nvPr/>
          </p:nvSpPr>
          <p:spPr>
            <a:xfrm>
              <a:off x="6484575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981C9DEC-D177-4BF0-967D-8751031065AE}"/>
                </a:ext>
              </a:extLst>
            </p:cNvPr>
            <p:cNvSpPr/>
            <p:nvPr/>
          </p:nvSpPr>
          <p:spPr>
            <a:xfrm>
              <a:off x="64845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EA02D2E3-D847-4A97-B02D-B364A94763F8}"/>
                </a:ext>
              </a:extLst>
            </p:cNvPr>
            <p:cNvSpPr/>
            <p:nvPr/>
          </p:nvSpPr>
          <p:spPr>
            <a:xfrm>
              <a:off x="640835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1D9FC85-F99B-4D56-A920-BCF9BB10A87B}"/>
                </a:ext>
              </a:extLst>
            </p:cNvPr>
            <p:cNvSpPr/>
            <p:nvPr/>
          </p:nvSpPr>
          <p:spPr>
            <a:xfrm>
              <a:off x="6408350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58F2F4C8-7D6D-485F-9128-725757D99DE2}"/>
                </a:ext>
              </a:extLst>
            </p:cNvPr>
            <p:cNvSpPr/>
            <p:nvPr/>
          </p:nvSpPr>
          <p:spPr>
            <a:xfrm>
              <a:off x="63323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4C74F84F-EA31-499E-8368-0265C38746A2}"/>
                </a:ext>
              </a:extLst>
            </p:cNvPr>
            <p:cNvSpPr/>
            <p:nvPr/>
          </p:nvSpPr>
          <p:spPr>
            <a:xfrm>
              <a:off x="633235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681CF892-C366-423D-9F32-71EFE159A6C1}"/>
                </a:ext>
              </a:extLst>
            </p:cNvPr>
            <p:cNvSpPr/>
            <p:nvPr/>
          </p:nvSpPr>
          <p:spPr>
            <a:xfrm>
              <a:off x="709407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2D7F9090-FF1B-4A32-9658-405693C3749F}"/>
                </a:ext>
              </a:extLst>
            </p:cNvPr>
            <p:cNvSpPr/>
            <p:nvPr/>
          </p:nvSpPr>
          <p:spPr>
            <a:xfrm>
              <a:off x="7017875" y="43898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1"/>
                  </a:cubicBezTo>
                  <a:cubicBezTo>
                    <a:pt x="2496" y="1147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8A26323A-E028-4B5D-A88E-1B6593909C66}"/>
                </a:ext>
              </a:extLst>
            </p:cNvPr>
            <p:cNvSpPr/>
            <p:nvPr/>
          </p:nvSpPr>
          <p:spPr>
            <a:xfrm>
              <a:off x="7017875" y="43136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D84A810E-9E5B-4A87-9D5F-EA58BFC9BDC8}"/>
                </a:ext>
              </a:extLst>
            </p:cNvPr>
            <p:cNvSpPr/>
            <p:nvPr/>
          </p:nvSpPr>
          <p:spPr>
            <a:xfrm>
              <a:off x="694185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F43F3440-CE36-4DB3-BF63-4266FB129F37}"/>
                </a:ext>
              </a:extLst>
            </p:cNvPr>
            <p:cNvSpPr/>
            <p:nvPr/>
          </p:nvSpPr>
          <p:spPr>
            <a:xfrm>
              <a:off x="6484575" y="43898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22F0A95F-23A6-43CC-BBC6-6D870212374B}"/>
                </a:ext>
              </a:extLst>
            </p:cNvPr>
            <p:cNvSpPr/>
            <p:nvPr/>
          </p:nvSpPr>
          <p:spPr>
            <a:xfrm>
              <a:off x="6560800" y="42374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9884D85E-4B1E-4242-B119-576D644A0738}"/>
                </a:ext>
              </a:extLst>
            </p:cNvPr>
            <p:cNvSpPr/>
            <p:nvPr/>
          </p:nvSpPr>
          <p:spPr>
            <a:xfrm>
              <a:off x="6560800" y="41614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F1A878AF-6CE3-42C9-9DC6-16DB86C1C000}"/>
                </a:ext>
              </a:extLst>
            </p:cNvPr>
            <p:cNvSpPr/>
            <p:nvPr/>
          </p:nvSpPr>
          <p:spPr>
            <a:xfrm>
              <a:off x="6560800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EA3FC2C1-1D1B-4C09-88C1-287A2CA426D0}"/>
                </a:ext>
              </a:extLst>
            </p:cNvPr>
            <p:cNvSpPr/>
            <p:nvPr/>
          </p:nvSpPr>
          <p:spPr>
            <a:xfrm>
              <a:off x="6560800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8943609B-EA56-4934-8B16-12A328FEC6C5}"/>
                </a:ext>
              </a:extLst>
            </p:cNvPr>
            <p:cNvSpPr/>
            <p:nvPr/>
          </p:nvSpPr>
          <p:spPr>
            <a:xfrm>
              <a:off x="6560800" y="39328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CBF81B4D-4223-4B7D-B933-B6625F833BB6}"/>
                </a:ext>
              </a:extLst>
            </p:cNvPr>
            <p:cNvSpPr/>
            <p:nvPr/>
          </p:nvSpPr>
          <p:spPr>
            <a:xfrm>
              <a:off x="656080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D86ACAE8-37D2-4442-A963-03499A261294}"/>
                </a:ext>
              </a:extLst>
            </p:cNvPr>
            <p:cNvSpPr/>
            <p:nvPr/>
          </p:nvSpPr>
          <p:spPr>
            <a:xfrm>
              <a:off x="65608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68B49930-9E2A-447F-88F2-C54B633BE0AF}"/>
                </a:ext>
              </a:extLst>
            </p:cNvPr>
            <p:cNvSpPr/>
            <p:nvPr/>
          </p:nvSpPr>
          <p:spPr>
            <a:xfrm>
              <a:off x="648457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743377C4-E420-4911-97BF-0CA06E31C3A4}"/>
                </a:ext>
              </a:extLst>
            </p:cNvPr>
            <p:cNvSpPr/>
            <p:nvPr/>
          </p:nvSpPr>
          <p:spPr>
            <a:xfrm>
              <a:off x="64845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3A4C06C2-0D58-4395-99EC-0E3A67762739}"/>
                </a:ext>
              </a:extLst>
            </p:cNvPr>
            <p:cNvSpPr/>
            <p:nvPr/>
          </p:nvSpPr>
          <p:spPr>
            <a:xfrm>
              <a:off x="648457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9F71F7BA-CC3F-4F4C-9AE3-249A28A8A91D}"/>
                </a:ext>
              </a:extLst>
            </p:cNvPr>
            <p:cNvSpPr/>
            <p:nvPr/>
          </p:nvSpPr>
          <p:spPr>
            <a:xfrm>
              <a:off x="6408350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203E5F22-E4BC-4F92-93D9-52D50C54EA00}"/>
                </a:ext>
              </a:extLst>
            </p:cNvPr>
            <p:cNvSpPr/>
            <p:nvPr/>
          </p:nvSpPr>
          <p:spPr>
            <a:xfrm>
              <a:off x="6408350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162D8844-7C12-4E15-A7C0-AA615A6DCBC5}"/>
                </a:ext>
              </a:extLst>
            </p:cNvPr>
            <p:cNvSpPr/>
            <p:nvPr/>
          </p:nvSpPr>
          <p:spPr>
            <a:xfrm>
              <a:off x="64083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7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DBB50471-532D-44C3-ADF0-50DA35E7B617}"/>
                </a:ext>
              </a:extLst>
            </p:cNvPr>
            <p:cNvSpPr/>
            <p:nvPr/>
          </p:nvSpPr>
          <p:spPr>
            <a:xfrm>
              <a:off x="640835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52004E-16B7-467A-87D8-B172721195AA}"/>
                </a:ext>
              </a:extLst>
            </p:cNvPr>
            <p:cNvSpPr/>
            <p:nvPr/>
          </p:nvSpPr>
          <p:spPr>
            <a:xfrm>
              <a:off x="6332350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AAC80174-D90D-49AC-8EC1-6A7ABC0BB977}"/>
                </a:ext>
              </a:extLst>
            </p:cNvPr>
            <p:cNvSpPr/>
            <p:nvPr/>
          </p:nvSpPr>
          <p:spPr>
            <a:xfrm>
              <a:off x="63323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B478E882-F2D2-4BF0-B248-0C09C8AF9374}"/>
                </a:ext>
              </a:extLst>
            </p:cNvPr>
            <p:cNvSpPr/>
            <p:nvPr/>
          </p:nvSpPr>
          <p:spPr>
            <a:xfrm>
              <a:off x="63323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AF88636-3747-4B05-B0F3-63E1E1B37078}"/>
                </a:ext>
              </a:extLst>
            </p:cNvPr>
            <p:cNvSpPr/>
            <p:nvPr/>
          </p:nvSpPr>
          <p:spPr>
            <a:xfrm>
              <a:off x="63323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FCFE205-A213-4F5F-89CF-F4F891063A41}"/>
                </a:ext>
              </a:extLst>
            </p:cNvPr>
            <p:cNvSpPr/>
            <p:nvPr/>
          </p:nvSpPr>
          <p:spPr>
            <a:xfrm>
              <a:off x="6256150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D8FFF5FE-AAB8-484C-92F8-CF096A135618}"/>
                </a:ext>
              </a:extLst>
            </p:cNvPr>
            <p:cNvSpPr/>
            <p:nvPr/>
          </p:nvSpPr>
          <p:spPr>
            <a:xfrm>
              <a:off x="625615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2CF79193-28B5-4005-A905-1005E78F3A11}"/>
                </a:ext>
              </a:extLst>
            </p:cNvPr>
            <p:cNvSpPr/>
            <p:nvPr/>
          </p:nvSpPr>
          <p:spPr>
            <a:xfrm>
              <a:off x="625615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0" y="2137"/>
                  </a:cubicBezTo>
                  <a:cubicBezTo>
                    <a:pt x="1331" y="2137"/>
                    <a:pt x="1597" y="2039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C5B12D89-9429-45D8-A3DA-EB0554CC7C58}"/>
                </a:ext>
              </a:extLst>
            </p:cNvPr>
            <p:cNvSpPr/>
            <p:nvPr/>
          </p:nvSpPr>
          <p:spPr>
            <a:xfrm>
              <a:off x="617992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1EA4C3D7-5559-4485-84CF-8F032BAB465C}"/>
                </a:ext>
              </a:extLst>
            </p:cNvPr>
            <p:cNvSpPr/>
            <p:nvPr/>
          </p:nvSpPr>
          <p:spPr>
            <a:xfrm>
              <a:off x="61799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E708BDCB-5527-4AE7-AAF7-620C77A213CD}"/>
                </a:ext>
              </a:extLst>
            </p:cNvPr>
            <p:cNvSpPr/>
            <p:nvPr/>
          </p:nvSpPr>
          <p:spPr>
            <a:xfrm>
              <a:off x="610370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912A5CD3-AA5D-4145-85E9-55FD1CFDF221}"/>
                </a:ext>
              </a:extLst>
            </p:cNvPr>
            <p:cNvSpPr/>
            <p:nvPr/>
          </p:nvSpPr>
          <p:spPr>
            <a:xfrm>
              <a:off x="610370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4B0CD12F-1FDE-4F7A-87CE-BA110670040F}"/>
                </a:ext>
              </a:extLst>
            </p:cNvPr>
            <p:cNvSpPr/>
            <p:nvPr/>
          </p:nvSpPr>
          <p:spPr>
            <a:xfrm>
              <a:off x="602750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1"/>
                  </a:cubicBezTo>
                  <a:cubicBezTo>
                    <a:pt x="2496" y="1147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AA85740-2F86-4073-A18C-490BADF75343}"/>
                </a:ext>
              </a:extLst>
            </p:cNvPr>
            <p:cNvSpPr/>
            <p:nvPr/>
          </p:nvSpPr>
          <p:spPr>
            <a:xfrm>
              <a:off x="602750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30" y="1821"/>
                  </a:cubicBezTo>
                  <a:cubicBezTo>
                    <a:pt x="2496" y="1146"/>
                    <a:pt x="2025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2D862E81-A319-4386-9385-86E50195FF70}"/>
                </a:ext>
              </a:extLst>
            </p:cNvPr>
            <p:cNvSpPr/>
            <p:nvPr/>
          </p:nvSpPr>
          <p:spPr>
            <a:xfrm>
              <a:off x="602750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183CBB4-AD76-41D7-8AF1-97B6D3D1AB7E}"/>
                </a:ext>
              </a:extLst>
            </p:cNvPr>
            <p:cNvSpPr/>
            <p:nvPr/>
          </p:nvSpPr>
          <p:spPr>
            <a:xfrm>
              <a:off x="59514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A5A144E5-1454-4396-A6FE-27085F93693B}"/>
                </a:ext>
              </a:extLst>
            </p:cNvPr>
            <p:cNvSpPr/>
            <p:nvPr/>
          </p:nvSpPr>
          <p:spPr>
            <a:xfrm>
              <a:off x="595147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20C4C921-96FA-4432-B501-E8EF493D80CD}"/>
                </a:ext>
              </a:extLst>
            </p:cNvPr>
            <p:cNvSpPr/>
            <p:nvPr/>
          </p:nvSpPr>
          <p:spPr>
            <a:xfrm>
              <a:off x="59514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CCDA6186-9E38-474C-B0DE-FF637727DFD4}"/>
                </a:ext>
              </a:extLst>
            </p:cNvPr>
            <p:cNvSpPr/>
            <p:nvPr/>
          </p:nvSpPr>
          <p:spPr>
            <a:xfrm>
              <a:off x="58752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BB621B73-8CC6-4341-9C80-0A06CC9690FC}"/>
                </a:ext>
              </a:extLst>
            </p:cNvPr>
            <p:cNvSpPr/>
            <p:nvPr/>
          </p:nvSpPr>
          <p:spPr>
            <a:xfrm>
              <a:off x="58752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65055BF5-2476-48B6-8415-F90238D635F8}"/>
                </a:ext>
              </a:extLst>
            </p:cNvPr>
            <p:cNvSpPr/>
            <p:nvPr/>
          </p:nvSpPr>
          <p:spPr>
            <a:xfrm>
              <a:off x="587527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B83755F2-1D27-4E5E-883A-74F2F6C5AE54}"/>
                </a:ext>
              </a:extLst>
            </p:cNvPr>
            <p:cNvSpPr/>
            <p:nvPr/>
          </p:nvSpPr>
          <p:spPr>
            <a:xfrm>
              <a:off x="587527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AF8A4B69-0EFD-47B2-96BD-A4D425415BF9}"/>
                </a:ext>
              </a:extLst>
            </p:cNvPr>
            <p:cNvSpPr/>
            <p:nvPr/>
          </p:nvSpPr>
          <p:spPr>
            <a:xfrm>
              <a:off x="45040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735A008C-DC22-466E-B558-835C59A5A924}"/>
                </a:ext>
              </a:extLst>
            </p:cNvPr>
            <p:cNvSpPr/>
            <p:nvPr/>
          </p:nvSpPr>
          <p:spPr>
            <a:xfrm>
              <a:off x="45040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E12525DA-C5CB-40F4-93CC-52B109F71611}"/>
                </a:ext>
              </a:extLst>
            </p:cNvPr>
            <p:cNvSpPr/>
            <p:nvPr/>
          </p:nvSpPr>
          <p:spPr>
            <a:xfrm>
              <a:off x="450405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FB40698D-E831-450D-8856-1C2B73298B55}"/>
                </a:ext>
              </a:extLst>
            </p:cNvPr>
            <p:cNvSpPr/>
            <p:nvPr/>
          </p:nvSpPr>
          <p:spPr>
            <a:xfrm>
              <a:off x="442782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28B1E439-4294-4CD4-A2E0-28614129421E}"/>
                </a:ext>
              </a:extLst>
            </p:cNvPr>
            <p:cNvSpPr/>
            <p:nvPr/>
          </p:nvSpPr>
          <p:spPr>
            <a:xfrm>
              <a:off x="4427825" y="3856775"/>
              <a:ext cx="62350" cy="53250"/>
            </a:xfrm>
            <a:custGeom>
              <a:avLst/>
              <a:gdLst/>
              <a:ahLst/>
              <a:cxnLst/>
              <a:rect l="l" t="t" r="r" b="b"/>
              <a:pathLst>
                <a:path w="2494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4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9A7F5C4-D773-467A-8FEC-78EEBAC80E02}"/>
                </a:ext>
              </a:extLst>
            </p:cNvPr>
            <p:cNvSpPr/>
            <p:nvPr/>
          </p:nvSpPr>
          <p:spPr>
            <a:xfrm>
              <a:off x="44278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FBF68F67-DE7B-4B87-A630-5AB794D29FB9}"/>
                </a:ext>
              </a:extLst>
            </p:cNvPr>
            <p:cNvSpPr/>
            <p:nvPr/>
          </p:nvSpPr>
          <p:spPr>
            <a:xfrm>
              <a:off x="4351600" y="31710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57F897FB-070A-42AC-AAA8-F5CA8514C986}"/>
                </a:ext>
              </a:extLst>
            </p:cNvPr>
            <p:cNvSpPr/>
            <p:nvPr/>
          </p:nvSpPr>
          <p:spPr>
            <a:xfrm>
              <a:off x="435160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5A635949-B9CA-4E9F-A656-4B6989993EE9}"/>
                </a:ext>
              </a:extLst>
            </p:cNvPr>
            <p:cNvSpPr/>
            <p:nvPr/>
          </p:nvSpPr>
          <p:spPr>
            <a:xfrm>
              <a:off x="39709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B444B03D-FB4F-4475-A07D-346EA88A9C0F}"/>
                </a:ext>
              </a:extLst>
            </p:cNvPr>
            <p:cNvSpPr/>
            <p:nvPr/>
          </p:nvSpPr>
          <p:spPr>
            <a:xfrm>
              <a:off x="39709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6D470D35-5982-4F52-83A1-E8996381449B}"/>
                </a:ext>
              </a:extLst>
            </p:cNvPr>
            <p:cNvSpPr/>
            <p:nvPr/>
          </p:nvSpPr>
          <p:spPr>
            <a:xfrm>
              <a:off x="39709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4549BCD4-68A3-4E0D-B5EB-772C8DE2B3B0}"/>
                </a:ext>
              </a:extLst>
            </p:cNvPr>
            <p:cNvSpPr/>
            <p:nvPr/>
          </p:nvSpPr>
          <p:spPr>
            <a:xfrm>
              <a:off x="39709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2C3EF5FB-05EF-4A13-979F-FC053E3191F1}"/>
                </a:ext>
              </a:extLst>
            </p:cNvPr>
            <p:cNvSpPr/>
            <p:nvPr/>
          </p:nvSpPr>
          <p:spPr>
            <a:xfrm>
              <a:off x="397095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05A811E9-F878-46E4-9776-526638910665}"/>
                </a:ext>
              </a:extLst>
            </p:cNvPr>
            <p:cNvSpPr/>
            <p:nvPr/>
          </p:nvSpPr>
          <p:spPr>
            <a:xfrm>
              <a:off x="3970950" y="31710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F85C93FD-ED42-4405-AB9A-AC589C58D5B0}"/>
                </a:ext>
              </a:extLst>
            </p:cNvPr>
            <p:cNvSpPr/>
            <p:nvPr/>
          </p:nvSpPr>
          <p:spPr>
            <a:xfrm>
              <a:off x="397095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850DC5BB-195D-4361-B40A-3D11F92D6532}"/>
                </a:ext>
              </a:extLst>
            </p:cNvPr>
            <p:cNvSpPr/>
            <p:nvPr/>
          </p:nvSpPr>
          <p:spPr>
            <a:xfrm>
              <a:off x="3970950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C96AE470-4391-459D-B099-2284A2FA28CC}"/>
                </a:ext>
              </a:extLst>
            </p:cNvPr>
            <p:cNvSpPr/>
            <p:nvPr/>
          </p:nvSpPr>
          <p:spPr>
            <a:xfrm>
              <a:off x="397095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4F97DC35-7505-48FD-9D95-1ADB7776BB73}"/>
                </a:ext>
              </a:extLst>
            </p:cNvPr>
            <p:cNvSpPr/>
            <p:nvPr/>
          </p:nvSpPr>
          <p:spPr>
            <a:xfrm>
              <a:off x="39709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17483DF4-5413-4827-B5D9-908AC71221E5}"/>
                </a:ext>
              </a:extLst>
            </p:cNvPr>
            <p:cNvSpPr/>
            <p:nvPr/>
          </p:nvSpPr>
          <p:spPr>
            <a:xfrm>
              <a:off x="3970950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A6FC0FCF-A0AE-4693-AF4D-62FA1D913423}"/>
                </a:ext>
              </a:extLst>
            </p:cNvPr>
            <p:cNvSpPr/>
            <p:nvPr/>
          </p:nvSpPr>
          <p:spPr>
            <a:xfrm>
              <a:off x="397095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3426E568-2839-414E-AD99-30EE05E0C21D}"/>
                </a:ext>
              </a:extLst>
            </p:cNvPr>
            <p:cNvSpPr/>
            <p:nvPr/>
          </p:nvSpPr>
          <p:spPr>
            <a:xfrm>
              <a:off x="39709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DE2D5FB9-B80A-4A77-8A62-6421B9667B1E}"/>
                </a:ext>
              </a:extLst>
            </p:cNvPr>
            <p:cNvSpPr/>
            <p:nvPr/>
          </p:nvSpPr>
          <p:spPr>
            <a:xfrm>
              <a:off x="39709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38DA0BF9-5E59-4FA8-BA6E-D0E993836F69}"/>
                </a:ext>
              </a:extLst>
            </p:cNvPr>
            <p:cNvSpPr/>
            <p:nvPr/>
          </p:nvSpPr>
          <p:spPr>
            <a:xfrm>
              <a:off x="3970950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2BCB3364-1908-4293-B04A-752F5D40BD86}"/>
                </a:ext>
              </a:extLst>
            </p:cNvPr>
            <p:cNvSpPr/>
            <p:nvPr/>
          </p:nvSpPr>
          <p:spPr>
            <a:xfrm>
              <a:off x="39709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283855C0-1BC5-49C0-B98D-39F1A0B53BDD}"/>
                </a:ext>
              </a:extLst>
            </p:cNvPr>
            <p:cNvSpPr/>
            <p:nvPr/>
          </p:nvSpPr>
          <p:spPr>
            <a:xfrm>
              <a:off x="404695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C993DFF3-3B8A-403B-85BD-F22FED66CD05}"/>
                </a:ext>
              </a:extLst>
            </p:cNvPr>
            <p:cNvSpPr/>
            <p:nvPr/>
          </p:nvSpPr>
          <p:spPr>
            <a:xfrm>
              <a:off x="40469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2F32726F-8C7A-47AA-95D3-4ECE46B91A36}"/>
                </a:ext>
              </a:extLst>
            </p:cNvPr>
            <p:cNvSpPr/>
            <p:nvPr/>
          </p:nvSpPr>
          <p:spPr>
            <a:xfrm>
              <a:off x="404695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16DAC595-7825-4DAA-ACC2-02591F908EC7}"/>
                </a:ext>
              </a:extLst>
            </p:cNvPr>
            <p:cNvSpPr/>
            <p:nvPr/>
          </p:nvSpPr>
          <p:spPr>
            <a:xfrm>
              <a:off x="404695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FD8C0953-942A-4109-8179-5214296D7F0E}"/>
                </a:ext>
              </a:extLst>
            </p:cNvPr>
            <p:cNvSpPr/>
            <p:nvPr/>
          </p:nvSpPr>
          <p:spPr>
            <a:xfrm>
              <a:off x="404695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50B75F3B-15FC-4545-973E-FFBA7405E5DC}"/>
                </a:ext>
              </a:extLst>
            </p:cNvPr>
            <p:cNvSpPr/>
            <p:nvPr/>
          </p:nvSpPr>
          <p:spPr>
            <a:xfrm>
              <a:off x="404695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91957824-278E-43D3-B928-373EABABA684}"/>
                </a:ext>
              </a:extLst>
            </p:cNvPr>
            <p:cNvSpPr/>
            <p:nvPr/>
          </p:nvSpPr>
          <p:spPr>
            <a:xfrm>
              <a:off x="404695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87618B8B-A607-4C69-BD30-8CA2B1CC116C}"/>
                </a:ext>
              </a:extLst>
            </p:cNvPr>
            <p:cNvSpPr/>
            <p:nvPr/>
          </p:nvSpPr>
          <p:spPr>
            <a:xfrm>
              <a:off x="404695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8AD22682-758D-4E9E-B7E5-12A4AFF38B89}"/>
                </a:ext>
              </a:extLst>
            </p:cNvPr>
            <p:cNvSpPr/>
            <p:nvPr/>
          </p:nvSpPr>
          <p:spPr>
            <a:xfrm>
              <a:off x="404695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253747C3-543B-4319-A8AA-39B646DBD747}"/>
                </a:ext>
              </a:extLst>
            </p:cNvPr>
            <p:cNvSpPr/>
            <p:nvPr/>
          </p:nvSpPr>
          <p:spPr>
            <a:xfrm>
              <a:off x="4046950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A1937C50-7DE0-4E6E-AC1C-1C7C0B2A9979}"/>
                </a:ext>
              </a:extLst>
            </p:cNvPr>
            <p:cNvSpPr/>
            <p:nvPr/>
          </p:nvSpPr>
          <p:spPr>
            <a:xfrm>
              <a:off x="404695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70B1F523-A586-488A-A6DE-E40F0A1913BA}"/>
                </a:ext>
              </a:extLst>
            </p:cNvPr>
            <p:cNvSpPr/>
            <p:nvPr/>
          </p:nvSpPr>
          <p:spPr>
            <a:xfrm>
              <a:off x="4046950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C3ECBF53-987D-4017-B5A7-04C830F695D4}"/>
                </a:ext>
              </a:extLst>
            </p:cNvPr>
            <p:cNvSpPr/>
            <p:nvPr/>
          </p:nvSpPr>
          <p:spPr>
            <a:xfrm>
              <a:off x="404695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1886EF10-EA39-4ABB-99D1-942B79C243E3}"/>
                </a:ext>
              </a:extLst>
            </p:cNvPr>
            <p:cNvSpPr/>
            <p:nvPr/>
          </p:nvSpPr>
          <p:spPr>
            <a:xfrm>
              <a:off x="41231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9034C32D-F0AD-4EE8-A606-F96E41EAEF57}"/>
                </a:ext>
              </a:extLst>
            </p:cNvPr>
            <p:cNvSpPr/>
            <p:nvPr/>
          </p:nvSpPr>
          <p:spPr>
            <a:xfrm>
              <a:off x="41231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3CD3A546-9875-4A84-AE7F-661AE7E38015}"/>
                </a:ext>
              </a:extLst>
            </p:cNvPr>
            <p:cNvSpPr/>
            <p:nvPr/>
          </p:nvSpPr>
          <p:spPr>
            <a:xfrm>
              <a:off x="412317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EEC78519-19A3-4C67-8EFA-9E03973C7E50}"/>
                </a:ext>
              </a:extLst>
            </p:cNvPr>
            <p:cNvSpPr/>
            <p:nvPr/>
          </p:nvSpPr>
          <p:spPr>
            <a:xfrm>
              <a:off x="412317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1EA0D4BA-DA09-401F-B1F2-7534FE52083A}"/>
                </a:ext>
              </a:extLst>
            </p:cNvPr>
            <p:cNvSpPr/>
            <p:nvPr/>
          </p:nvSpPr>
          <p:spPr>
            <a:xfrm>
              <a:off x="412317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916A41FB-D51E-4B4A-BD36-DF4D9F2EEC7F}"/>
                </a:ext>
              </a:extLst>
            </p:cNvPr>
            <p:cNvSpPr/>
            <p:nvPr/>
          </p:nvSpPr>
          <p:spPr>
            <a:xfrm>
              <a:off x="4123175" y="31710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EA2BDA6E-F325-4F59-AFD5-2D7B97CEBA69}"/>
                </a:ext>
              </a:extLst>
            </p:cNvPr>
            <p:cNvSpPr/>
            <p:nvPr/>
          </p:nvSpPr>
          <p:spPr>
            <a:xfrm>
              <a:off x="41231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1A9BD731-3665-4CE1-AF0E-D0861E0B69C4}"/>
                </a:ext>
              </a:extLst>
            </p:cNvPr>
            <p:cNvSpPr/>
            <p:nvPr/>
          </p:nvSpPr>
          <p:spPr>
            <a:xfrm>
              <a:off x="412317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81E9D218-A809-48B5-A684-38287D38DFFC}"/>
                </a:ext>
              </a:extLst>
            </p:cNvPr>
            <p:cNvSpPr/>
            <p:nvPr/>
          </p:nvSpPr>
          <p:spPr>
            <a:xfrm>
              <a:off x="412317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1F80F523-251D-4531-997B-7E9948C47818}"/>
                </a:ext>
              </a:extLst>
            </p:cNvPr>
            <p:cNvSpPr/>
            <p:nvPr/>
          </p:nvSpPr>
          <p:spPr>
            <a:xfrm>
              <a:off x="41231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CC96C41E-27D8-40A1-845A-725951FB7577}"/>
                </a:ext>
              </a:extLst>
            </p:cNvPr>
            <p:cNvSpPr/>
            <p:nvPr/>
          </p:nvSpPr>
          <p:spPr>
            <a:xfrm>
              <a:off x="4123175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40423356-FD3A-4FFB-802E-5F93DEF9AB78}"/>
                </a:ext>
              </a:extLst>
            </p:cNvPr>
            <p:cNvSpPr/>
            <p:nvPr/>
          </p:nvSpPr>
          <p:spPr>
            <a:xfrm>
              <a:off x="412317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7BDED7E2-6B37-4DF6-8F94-B446C1DD1865}"/>
                </a:ext>
              </a:extLst>
            </p:cNvPr>
            <p:cNvSpPr/>
            <p:nvPr/>
          </p:nvSpPr>
          <p:spPr>
            <a:xfrm>
              <a:off x="419940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7D7AF1F2-E35A-4E13-A239-ED157FB5818D}"/>
                </a:ext>
              </a:extLst>
            </p:cNvPr>
            <p:cNvSpPr/>
            <p:nvPr/>
          </p:nvSpPr>
          <p:spPr>
            <a:xfrm>
              <a:off x="419940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451CC989-3B52-459E-B3AA-3000018CF191}"/>
                </a:ext>
              </a:extLst>
            </p:cNvPr>
            <p:cNvSpPr/>
            <p:nvPr/>
          </p:nvSpPr>
          <p:spPr>
            <a:xfrm>
              <a:off x="419940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5EAB73E8-6D70-4642-A54F-23400D074047}"/>
                </a:ext>
              </a:extLst>
            </p:cNvPr>
            <p:cNvSpPr/>
            <p:nvPr/>
          </p:nvSpPr>
          <p:spPr>
            <a:xfrm>
              <a:off x="419940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C15D6068-A0F7-4046-A035-1F23C5906BF1}"/>
                </a:ext>
              </a:extLst>
            </p:cNvPr>
            <p:cNvSpPr/>
            <p:nvPr/>
          </p:nvSpPr>
          <p:spPr>
            <a:xfrm>
              <a:off x="427560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5B0C6871-4670-495B-A36E-52D043532A43}"/>
                </a:ext>
              </a:extLst>
            </p:cNvPr>
            <p:cNvSpPr/>
            <p:nvPr/>
          </p:nvSpPr>
          <p:spPr>
            <a:xfrm>
              <a:off x="42756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B05A9274-F95A-4F74-9C93-A334A8F0F077}"/>
                </a:ext>
              </a:extLst>
            </p:cNvPr>
            <p:cNvSpPr/>
            <p:nvPr/>
          </p:nvSpPr>
          <p:spPr>
            <a:xfrm>
              <a:off x="42756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DD01590C-B4FF-4E6E-A3DF-40C5C9F336E3}"/>
                </a:ext>
              </a:extLst>
            </p:cNvPr>
            <p:cNvSpPr/>
            <p:nvPr/>
          </p:nvSpPr>
          <p:spPr>
            <a:xfrm>
              <a:off x="427560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6CB7DF52-4FBE-43F6-AEC2-3AB9D680FB5D}"/>
                </a:ext>
              </a:extLst>
            </p:cNvPr>
            <p:cNvSpPr/>
            <p:nvPr/>
          </p:nvSpPr>
          <p:spPr>
            <a:xfrm>
              <a:off x="42754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5" y="8"/>
                    <a:pt x="6" y="480"/>
                    <a:pt x="6" y="1065"/>
                  </a:cubicBezTo>
                  <a:cubicBezTo>
                    <a:pt x="0" y="1709"/>
                    <a:pt x="527" y="2137"/>
                    <a:pt x="1075" y="2137"/>
                  </a:cubicBezTo>
                  <a:cubicBezTo>
                    <a:pt x="1337" y="2137"/>
                    <a:pt x="1603" y="2039"/>
                    <a:pt x="1818" y="1821"/>
                  </a:cubicBezTo>
                  <a:cubicBezTo>
                    <a:pt x="2493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32B9A7D8-C345-4710-AA25-3F44D99E04DC}"/>
                </a:ext>
              </a:extLst>
            </p:cNvPr>
            <p:cNvSpPr/>
            <p:nvPr/>
          </p:nvSpPr>
          <p:spPr>
            <a:xfrm>
              <a:off x="4199400" y="33233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9BB902AF-30F5-48E7-95EF-329DB729865E}"/>
                </a:ext>
              </a:extLst>
            </p:cNvPr>
            <p:cNvSpPr/>
            <p:nvPr/>
          </p:nvSpPr>
          <p:spPr>
            <a:xfrm>
              <a:off x="4199400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43C94453-B1CD-41F7-BC86-92CB0E739DD4}"/>
                </a:ext>
              </a:extLst>
            </p:cNvPr>
            <p:cNvSpPr/>
            <p:nvPr/>
          </p:nvSpPr>
          <p:spPr>
            <a:xfrm>
              <a:off x="4199400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7AC778D0-08CA-4834-91F1-1E11B8607739}"/>
                </a:ext>
              </a:extLst>
            </p:cNvPr>
            <p:cNvSpPr/>
            <p:nvPr/>
          </p:nvSpPr>
          <p:spPr>
            <a:xfrm>
              <a:off x="4199400" y="355192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AA67565A-351C-4FA1-8907-582627CE3D52}"/>
                </a:ext>
              </a:extLst>
            </p:cNvPr>
            <p:cNvSpPr/>
            <p:nvPr/>
          </p:nvSpPr>
          <p:spPr>
            <a:xfrm>
              <a:off x="419940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86EAF8E0-699C-42AB-9183-DAE52F429425}"/>
                </a:ext>
              </a:extLst>
            </p:cNvPr>
            <p:cNvSpPr/>
            <p:nvPr/>
          </p:nvSpPr>
          <p:spPr>
            <a:xfrm>
              <a:off x="419940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9D7E778F-06EA-48B7-8E15-1EA181383D0A}"/>
                </a:ext>
              </a:extLst>
            </p:cNvPr>
            <p:cNvSpPr/>
            <p:nvPr/>
          </p:nvSpPr>
          <p:spPr>
            <a:xfrm>
              <a:off x="412317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0BC767B0-4857-47ED-ACAD-089D17A417E6}"/>
                </a:ext>
              </a:extLst>
            </p:cNvPr>
            <p:cNvSpPr/>
            <p:nvPr/>
          </p:nvSpPr>
          <p:spPr>
            <a:xfrm>
              <a:off x="41231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61B4272A-DC83-47D1-A02B-2242D5D91330}"/>
                </a:ext>
              </a:extLst>
            </p:cNvPr>
            <p:cNvSpPr/>
            <p:nvPr/>
          </p:nvSpPr>
          <p:spPr>
            <a:xfrm>
              <a:off x="40469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7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E2EF787D-6F2B-4CCA-A315-988B12AE88B3}"/>
                </a:ext>
              </a:extLst>
            </p:cNvPr>
            <p:cNvSpPr/>
            <p:nvPr/>
          </p:nvSpPr>
          <p:spPr>
            <a:xfrm>
              <a:off x="404695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D58493EA-DBB1-4EED-8EBB-FB204199D5D7}"/>
                </a:ext>
              </a:extLst>
            </p:cNvPr>
            <p:cNvSpPr/>
            <p:nvPr/>
          </p:nvSpPr>
          <p:spPr>
            <a:xfrm>
              <a:off x="404695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6F7A783D-3823-4E98-B5DA-0CEC95C18658}"/>
                </a:ext>
              </a:extLst>
            </p:cNvPr>
            <p:cNvSpPr/>
            <p:nvPr/>
          </p:nvSpPr>
          <p:spPr>
            <a:xfrm>
              <a:off x="404695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8F01BC1D-7492-44DE-BE8C-2BEF51118EEE}"/>
                </a:ext>
              </a:extLst>
            </p:cNvPr>
            <p:cNvSpPr/>
            <p:nvPr/>
          </p:nvSpPr>
          <p:spPr>
            <a:xfrm>
              <a:off x="39709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3EE4D88A-96E1-4A5C-904D-BA594F22FDC8}"/>
                </a:ext>
              </a:extLst>
            </p:cNvPr>
            <p:cNvSpPr/>
            <p:nvPr/>
          </p:nvSpPr>
          <p:spPr>
            <a:xfrm>
              <a:off x="35898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05D5124E-BDF7-4C5C-AC60-D7A2D87B08B6}"/>
                </a:ext>
              </a:extLst>
            </p:cNvPr>
            <p:cNvSpPr/>
            <p:nvPr/>
          </p:nvSpPr>
          <p:spPr>
            <a:xfrm>
              <a:off x="35898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D86BADC4-6C77-4B63-A7C2-C0000EAE8B6F}"/>
                </a:ext>
              </a:extLst>
            </p:cNvPr>
            <p:cNvSpPr/>
            <p:nvPr/>
          </p:nvSpPr>
          <p:spPr>
            <a:xfrm>
              <a:off x="358987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89024735-CAFF-4299-8E12-EFA3F74E8920}"/>
                </a:ext>
              </a:extLst>
            </p:cNvPr>
            <p:cNvSpPr/>
            <p:nvPr/>
          </p:nvSpPr>
          <p:spPr>
            <a:xfrm>
              <a:off x="358987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C3946337-2D77-4EC1-9C2C-4FE4E3426069}"/>
                </a:ext>
              </a:extLst>
            </p:cNvPr>
            <p:cNvSpPr/>
            <p:nvPr/>
          </p:nvSpPr>
          <p:spPr>
            <a:xfrm>
              <a:off x="358987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BCE4AE76-3D35-4F84-A733-359CA96104C5}"/>
                </a:ext>
              </a:extLst>
            </p:cNvPr>
            <p:cNvSpPr/>
            <p:nvPr/>
          </p:nvSpPr>
          <p:spPr>
            <a:xfrm>
              <a:off x="358987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4C8DCAB2-85FD-485F-A7B3-8F40CE2E9B98}"/>
                </a:ext>
              </a:extLst>
            </p:cNvPr>
            <p:cNvSpPr/>
            <p:nvPr/>
          </p:nvSpPr>
          <p:spPr>
            <a:xfrm>
              <a:off x="35898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3AF96993-2BEB-4631-A33B-8E26CB38E280}"/>
                </a:ext>
              </a:extLst>
            </p:cNvPr>
            <p:cNvSpPr/>
            <p:nvPr/>
          </p:nvSpPr>
          <p:spPr>
            <a:xfrm>
              <a:off x="32852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80B8AD5E-C970-4B3B-9F83-D85481F04038}"/>
                </a:ext>
              </a:extLst>
            </p:cNvPr>
            <p:cNvSpPr/>
            <p:nvPr/>
          </p:nvSpPr>
          <p:spPr>
            <a:xfrm>
              <a:off x="32852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70519EA8-C639-463B-A752-CDD78CAC5FD8}"/>
                </a:ext>
              </a:extLst>
            </p:cNvPr>
            <p:cNvSpPr/>
            <p:nvPr/>
          </p:nvSpPr>
          <p:spPr>
            <a:xfrm>
              <a:off x="32852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09BBE346-6D18-4800-BFDF-F7DED17BA191}"/>
                </a:ext>
              </a:extLst>
            </p:cNvPr>
            <p:cNvSpPr/>
            <p:nvPr/>
          </p:nvSpPr>
          <p:spPr>
            <a:xfrm>
              <a:off x="336145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F6EA5850-D788-4FDA-A8B8-7A60E94317B5}"/>
                </a:ext>
              </a:extLst>
            </p:cNvPr>
            <p:cNvSpPr/>
            <p:nvPr/>
          </p:nvSpPr>
          <p:spPr>
            <a:xfrm>
              <a:off x="33614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E20C9559-0517-41CE-B563-3E0F16BED3D1}"/>
                </a:ext>
              </a:extLst>
            </p:cNvPr>
            <p:cNvSpPr/>
            <p:nvPr/>
          </p:nvSpPr>
          <p:spPr>
            <a:xfrm>
              <a:off x="33614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F14D28EB-C465-4F42-A619-514544373D94}"/>
                </a:ext>
              </a:extLst>
            </p:cNvPr>
            <p:cNvSpPr/>
            <p:nvPr/>
          </p:nvSpPr>
          <p:spPr>
            <a:xfrm>
              <a:off x="336145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F1DD3CFE-77CE-45B9-B8CB-ECDED5547FCA}"/>
                </a:ext>
              </a:extLst>
            </p:cNvPr>
            <p:cNvSpPr/>
            <p:nvPr/>
          </p:nvSpPr>
          <p:spPr>
            <a:xfrm>
              <a:off x="336145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9249761E-3B55-4637-BCB2-AF81771EAA51}"/>
                </a:ext>
              </a:extLst>
            </p:cNvPr>
            <p:cNvSpPr/>
            <p:nvPr/>
          </p:nvSpPr>
          <p:spPr>
            <a:xfrm>
              <a:off x="34374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B107D249-54E5-489B-94EC-5677308626CC}"/>
                </a:ext>
              </a:extLst>
            </p:cNvPr>
            <p:cNvSpPr/>
            <p:nvPr/>
          </p:nvSpPr>
          <p:spPr>
            <a:xfrm>
              <a:off x="343745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4381593E-2B38-40A2-BB5A-A49439CD6959}"/>
                </a:ext>
              </a:extLst>
            </p:cNvPr>
            <p:cNvSpPr/>
            <p:nvPr/>
          </p:nvSpPr>
          <p:spPr>
            <a:xfrm>
              <a:off x="343745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F1F039EC-9B7E-47B9-8F8E-D1E32464FD8F}"/>
                </a:ext>
              </a:extLst>
            </p:cNvPr>
            <p:cNvSpPr/>
            <p:nvPr/>
          </p:nvSpPr>
          <p:spPr>
            <a:xfrm>
              <a:off x="34374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C72A9A22-64AB-4498-81EB-EA28B12624FB}"/>
                </a:ext>
              </a:extLst>
            </p:cNvPr>
            <p:cNvSpPr/>
            <p:nvPr/>
          </p:nvSpPr>
          <p:spPr>
            <a:xfrm>
              <a:off x="343745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F565FF38-DC50-4356-80A2-1E8E13DB29D3}"/>
                </a:ext>
              </a:extLst>
            </p:cNvPr>
            <p:cNvSpPr/>
            <p:nvPr/>
          </p:nvSpPr>
          <p:spPr>
            <a:xfrm>
              <a:off x="343745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E84598B4-A5F7-4EEB-9781-1550C23EFB2D}"/>
                </a:ext>
              </a:extLst>
            </p:cNvPr>
            <p:cNvSpPr/>
            <p:nvPr/>
          </p:nvSpPr>
          <p:spPr>
            <a:xfrm>
              <a:off x="343745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B469B6EF-4D16-4B2D-A4BE-9467BF6AA993}"/>
                </a:ext>
              </a:extLst>
            </p:cNvPr>
            <p:cNvSpPr/>
            <p:nvPr/>
          </p:nvSpPr>
          <p:spPr>
            <a:xfrm>
              <a:off x="35136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C14D992C-6109-4346-B85F-68005F63C954}"/>
                </a:ext>
              </a:extLst>
            </p:cNvPr>
            <p:cNvSpPr/>
            <p:nvPr/>
          </p:nvSpPr>
          <p:spPr>
            <a:xfrm>
              <a:off x="35136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245AB0D9-F93D-4089-8501-211FFDDBDACD}"/>
                </a:ext>
              </a:extLst>
            </p:cNvPr>
            <p:cNvSpPr/>
            <p:nvPr/>
          </p:nvSpPr>
          <p:spPr>
            <a:xfrm>
              <a:off x="35136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BE15A0F9-798B-4DBD-8EA6-3418C9F4255D}"/>
                </a:ext>
              </a:extLst>
            </p:cNvPr>
            <p:cNvSpPr/>
            <p:nvPr/>
          </p:nvSpPr>
          <p:spPr>
            <a:xfrm>
              <a:off x="35136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08E7BBC7-89DC-4238-9179-DB6D4BDBDA46}"/>
                </a:ext>
              </a:extLst>
            </p:cNvPr>
            <p:cNvSpPr/>
            <p:nvPr/>
          </p:nvSpPr>
          <p:spPr>
            <a:xfrm>
              <a:off x="351367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041B1412-DE7D-4E86-A6FB-CC4022835BEE}"/>
                </a:ext>
              </a:extLst>
            </p:cNvPr>
            <p:cNvSpPr/>
            <p:nvPr/>
          </p:nvSpPr>
          <p:spPr>
            <a:xfrm>
              <a:off x="351367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FE4585C1-14EF-4FC0-B114-5019918240BD}"/>
                </a:ext>
              </a:extLst>
            </p:cNvPr>
            <p:cNvSpPr/>
            <p:nvPr/>
          </p:nvSpPr>
          <p:spPr>
            <a:xfrm>
              <a:off x="351367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4EF6D503-E46E-46E4-84CB-2985B4E71199}"/>
                </a:ext>
              </a:extLst>
            </p:cNvPr>
            <p:cNvSpPr/>
            <p:nvPr/>
          </p:nvSpPr>
          <p:spPr>
            <a:xfrm>
              <a:off x="351367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B86542B3-A967-4E1B-A697-0532708804E0}"/>
                </a:ext>
              </a:extLst>
            </p:cNvPr>
            <p:cNvSpPr/>
            <p:nvPr/>
          </p:nvSpPr>
          <p:spPr>
            <a:xfrm>
              <a:off x="358987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644F3738-C5AF-44A7-AD14-A8ABF6B6C235}"/>
                </a:ext>
              </a:extLst>
            </p:cNvPr>
            <p:cNvSpPr/>
            <p:nvPr/>
          </p:nvSpPr>
          <p:spPr>
            <a:xfrm>
              <a:off x="366610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CBB71C58-0BB6-4B4D-B745-0D67B0EF17E6}"/>
                </a:ext>
              </a:extLst>
            </p:cNvPr>
            <p:cNvSpPr/>
            <p:nvPr/>
          </p:nvSpPr>
          <p:spPr>
            <a:xfrm>
              <a:off x="366610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7159142A-131B-46AB-83B9-6D306ECC4A95}"/>
                </a:ext>
              </a:extLst>
            </p:cNvPr>
            <p:cNvSpPr/>
            <p:nvPr/>
          </p:nvSpPr>
          <p:spPr>
            <a:xfrm>
              <a:off x="366610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2256148E-B196-4F7F-B399-3B523BD9AD8C}"/>
                </a:ext>
              </a:extLst>
            </p:cNvPr>
            <p:cNvSpPr/>
            <p:nvPr/>
          </p:nvSpPr>
          <p:spPr>
            <a:xfrm>
              <a:off x="366610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9568EE45-60DB-4767-9D49-B47ADC88956A}"/>
                </a:ext>
              </a:extLst>
            </p:cNvPr>
            <p:cNvSpPr/>
            <p:nvPr/>
          </p:nvSpPr>
          <p:spPr>
            <a:xfrm>
              <a:off x="366610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587C4728-D91A-4179-A98A-C37E2FE82C4D}"/>
                </a:ext>
              </a:extLst>
            </p:cNvPr>
            <p:cNvSpPr/>
            <p:nvPr/>
          </p:nvSpPr>
          <p:spPr>
            <a:xfrm>
              <a:off x="366610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D9B4B5CA-4027-46CE-8640-F13828C7E9C5}"/>
                </a:ext>
              </a:extLst>
            </p:cNvPr>
            <p:cNvSpPr/>
            <p:nvPr/>
          </p:nvSpPr>
          <p:spPr>
            <a:xfrm>
              <a:off x="366610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D9F45AF8-7782-4F2C-BBA3-D9BE4792E2AE}"/>
                </a:ext>
              </a:extLst>
            </p:cNvPr>
            <p:cNvSpPr/>
            <p:nvPr/>
          </p:nvSpPr>
          <p:spPr>
            <a:xfrm>
              <a:off x="37423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43E7DAF5-72CC-40BC-8DE7-04F368DEADFC}"/>
                </a:ext>
              </a:extLst>
            </p:cNvPr>
            <p:cNvSpPr/>
            <p:nvPr/>
          </p:nvSpPr>
          <p:spPr>
            <a:xfrm>
              <a:off x="37423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DB451FBF-D788-454C-9B03-8C042AED4F70}"/>
                </a:ext>
              </a:extLst>
            </p:cNvPr>
            <p:cNvSpPr/>
            <p:nvPr/>
          </p:nvSpPr>
          <p:spPr>
            <a:xfrm>
              <a:off x="37423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5BED6CFC-4ED4-49F9-9FDA-C69D27B130E2}"/>
                </a:ext>
              </a:extLst>
            </p:cNvPr>
            <p:cNvSpPr/>
            <p:nvPr/>
          </p:nvSpPr>
          <p:spPr>
            <a:xfrm>
              <a:off x="37423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D712C296-1E32-43E0-931A-021C0A4BA377}"/>
                </a:ext>
              </a:extLst>
            </p:cNvPr>
            <p:cNvSpPr/>
            <p:nvPr/>
          </p:nvSpPr>
          <p:spPr>
            <a:xfrm>
              <a:off x="3742300" y="30186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AD07F22F-4738-4B97-8564-B17A94C1BA2C}"/>
                </a:ext>
              </a:extLst>
            </p:cNvPr>
            <p:cNvSpPr/>
            <p:nvPr/>
          </p:nvSpPr>
          <p:spPr>
            <a:xfrm>
              <a:off x="37423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725FD56F-74E6-4F4E-B441-C1A612450B11}"/>
                </a:ext>
              </a:extLst>
            </p:cNvPr>
            <p:cNvSpPr/>
            <p:nvPr/>
          </p:nvSpPr>
          <p:spPr>
            <a:xfrm>
              <a:off x="3742300" y="3171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5"/>
                    <a:pt x="528" y="2131"/>
                    <a:pt x="1076" y="2131"/>
                  </a:cubicBezTo>
                  <a:cubicBezTo>
                    <a:pt x="1335" y="2131"/>
                    <a:pt x="1599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63AC74D4-5A1C-4F94-98DC-D4B8870EBD8C}"/>
                </a:ext>
              </a:extLst>
            </p:cNvPr>
            <p:cNvSpPr/>
            <p:nvPr/>
          </p:nvSpPr>
          <p:spPr>
            <a:xfrm>
              <a:off x="374230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3BBF8278-87DD-4EB4-AAEC-920C5945A07A}"/>
                </a:ext>
              </a:extLst>
            </p:cNvPr>
            <p:cNvSpPr/>
            <p:nvPr/>
          </p:nvSpPr>
          <p:spPr>
            <a:xfrm>
              <a:off x="38185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D0C107F6-A32D-4EBB-919D-29DA6B8739C5}"/>
                </a:ext>
              </a:extLst>
            </p:cNvPr>
            <p:cNvSpPr/>
            <p:nvPr/>
          </p:nvSpPr>
          <p:spPr>
            <a:xfrm>
              <a:off x="38185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9E371AB5-054F-43DD-AB34-8C4C14921BE1}"/>
                </a:ext>
              </a:extLst>
            </p:cNvPr>
            <p:cNvSpPr/>
            <p:nvPr/>
          </p:nvSpPr>
          <p:spPr>
            <a:xfrm>
              <a:off x="38185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46312ED1-59C5-4666-AFE0-0A02C74B542D}"/>
                </a:ext>
              </a:extLst>
            </p:cNvPr>
            <p:cNvSpPr/>
            <p:nvPr/>
          </p:nvSpPr>
          <p:spPr>
            <a:xfrm>
              <a:off x="38185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2A2146C6-846C-431D-B817-DF47BEAF2114}"/>
                </a:ext>
              </a:extLst>
            </p:cNvPr>
            <p:cNvSpPr/>
            <p:nvPr/>
          </p:nvSpPr>
          <p:spPr>
            <a:xfrm>
              <a:off x="38185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A24B77AE-14DA-4A66-8165-E8DF11686796}"/>
                </a:ext>
              </a:extLst>
            </p:cNvPr>
            <p:cNvSpPr/>
            <p:nvPr/>
          </p:nvSpPr>
          <p:spPr>
            <a:xfrm>
              <a:off x="38185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C5C4476B-4549-4D86-B146-51C5A37DE254}"/>
                </a:ext>
              </a:extLst>
            </p:cNvPr>
            <p:cNvSpPr/>
            <p:nvPr/>
          </p:nvSpPr>
          <p:spPr>
            <a:xfrm>
              <a:off x="381852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8052E7E9-BD07-44F4-95A1-E3B9C9D088FC}"/>
                </a:ext>
              </a:extLst>
            </p:cNvPr>
            <p:cNvSpPr/>
            <p:nvPr/>
          </p:nvSpPr>
          <p:spPr>
            <a:xfrm>
              <a:off x="3818525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E89B306B-245F-422F-B6F0-023ED35D419A}"/>
                </a:ext>
              </a:extLst>
            </p:cNvPr>
            <p:cNvSpPr/>
            <p:nvPr/>
          </p:nvSpPr>
          <p:spPr>
            <a:xfrm>
              <a:off x="381852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223E09CD-0563-4A58-AE8C-9F485F8BFC92}"/>
                </a:ext>
              </a:extLst>
            </p:cNvPr>
            <p:cNvSpPr/>
            <p:nvPr/>
          </p:nvSpPr>
          <p:spPr>
            <a:xfrm>
              <a:off x="38185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307CE6E5-F011-49F5-ABB8-7C7B2BFDB440}"/>
                </a:ext>
              </a:extLst>
            </p:cNvPr>
            <p:cNvSpPr/>
            <p:nvPr/>
          </p:nvSpPr>
          <p:spPr>
            <a:xfrm>
              <a:off x="38947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6132C8A4-306E-4011-A9E8-A8C479E10163}"/>
                </a:ext>
              </a:extLst>
            </p:cNvPr>
            <p:cNvSpPr/>
            <p:nvPr/>
          </p:nvSpPr>
          <p:spPr>
            <a:xfrm>
              <a:off x="38947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DBC55D6F-DAF6-4CC9-9B94-457CB5D05894}"/>
                </a:ext>
              </a:extLst>
            </p:cNvPr>
            <p:cNvSpPr/>
            <p:nvPr/>
          </p:nvSpPr>
          <p:spPr>
            <a:xfrm>
              <a:off x="3894725" y="3856775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97FFE5E7-E7FE-43D7-BD65-AD22649CFBC3}"/>
                </a:ext>
              </a:extLst>
            </p:cNvPr>
            <p:cNvSpPr/>
            <p:nvPr/>
          </p:nvSpPr>
          <p:spPr>
            <a:xfrm>
              <a:off x="38947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327AECD2-82FF-4E43-ACD4-2F2EACEB728C}"/>
                </a:ext>
              </a:extLst>
            </p:cNvPr>
            <p:cNvSpPr/>
            <p:nvPr/>
          </p:nvSpPr>
          <p:spPr>
            <a:xfrm>
              <a:off x="38947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C468A676-F44A-4F10-B013-50A00A2B2B8A}"/>
                </a:ext>
              </a:extLst>
            </p:cNvPr>
            <p:cNvSpPr/>
            <p:nvPr/>
          </p:nvSpPr>
          <p:spPr>
            <a:xfrm>
              <a:off x="38947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125DF2FF-B2B3-43CD-AD87-660BE8C3A29C}"/>
                </a:ext>
              </a:extLst>
            </p:cNvPr>
            <p:cNvSpPr/>
            <p:nvPr/>
          </p:nvSpPr>
          <p:spPr>
            <a:xfrm>
              <a:off x="3894725" y="3551925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A4C74B19-11E5-4358-87CA-B77376C4C031}"/>
                </a:ext>
              </a:extLst>
            </p:cNvPr>
            <p:cNvSpPr/>
            <p:nvPr/>
          </p:nvSpPr>
          <p:spPr>
            <a:xfrm>
              <a:off x="38947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933416C-DFFE-4E5E-8FAE-0872A2D85593}"/>
                </a:ext>
              </a:extLst>
            </p:cNvPr>
            <p:cNvSpPr/>
            <p:nvPr/>
          </p:nvSpPr>
          <p:spPr>
            <a:xfrm>
              <a:off x="389472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718F8C05-7182-464D-8F4B-4C21AB465ED2}"/>
                </a:ext>
              </a:extLst>
            </p:cNvPr>
            <p:cNvSpPr/>
            <p:nvPr/>
          </p:nvSpPr>
          <p:spPr>
            <a:xfrm>
              <a:off x="3894600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0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C15EC208-1AAA-4EF4-9DAF-760DBA098EAF}"/>
                </a:ext>
              </a:extLst>
            </p:cNvPr>
            <p:cNvSpPr/>
            <p:nvPr/>
          </p:nvSpPr>
          <p:spPr>
            <a:xfrm>
              <a:off x="389472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5392A461-89D2-490E-B698-594A51B54470}"/>
                </a:ext>
              </a:extLst>
            </p:cNvPr>
            <p:cNvSpPr/>
            <p:nvPr/>
          </p:nvSpPr>
          <p:spPr>
            <a:xfrm>
              <a:off x="38947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2DFF1106-3F70-4367-A34C-ED89A56A6E35}"/>
                </a:ext>
              </a:extLst>
            </p:cNvPr>
            <p:cNvSpPr/>
            <p:nvPr/>
          </p:nvSpPr>
          <p:spPr>
            <a:xfrm>
              <a:off x="38947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5D4F2729-6AC4-4E69-ABC3-9FEBDA8C05A5}"/>
                </a:ext>
              </a:extLst>
            </p:cNvPr>
            <p:cNvSpPr/>
            <p:nvPr/>
          </p:nvSpPr>
          <p:spPr>
            <a:xfrm>
              <a:off x="38947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1EA3E55B-68BB-49C0-8909-45885AE99E42}"/>
                </a:ext>
              </a:extLst>
            </p:cNvPr>
            <p:cNvSpPr/>
            <p:nvPr/>
          </p:nvSpPr>
          <p:spPr>
            <a:xfrm>
              <a:off x="38947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7357BED6-7C60-4E2E-97DF-33CFDE528F6B}"/>
                </a:ext>
              </a:extLst>
            </p:cNvPr>
            <p:cNvSpPr/>
            <p:nvPr/>
          </p:nvSpPr>
          <p:spPr>
            <a:xfrm>
              <a:off x="38947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29CDD0C9-291B-4DFA-A276-7888B26B5A46}"/>
                </a:ext>
              </a:extLst>
            </p:cNvPr>
            <p:cNvSpPr/>
            <p:nvPr/>
          </p:nvSpPr>
          <p:spPr>
            <a:xfrm>
              <a:off x="38185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33AF6B53-AFCD-4737-B888-E552AC13D164}"/>
                </a:ext>
              </a:extLst>
            </p:cNvPr>
            <p:cNvSpPr/>
            <p:nvPr/>
          </p:nvSpPr>
          <p:spPr>
            <a:xfrm>
              <a:off x="3742300" y="2866425"/>
              <a:ext cx="62225" cy="53225"/>
            </a:xfrm>
            <a:custGeom>
              <a:avLst/>
              <a:gdLst/>
              <a:ahLst/>
              <a:cxnLst/>
              <a:rect l="l" t="t" r="r" b="b"/>
              <a:pathLst>
                <a:path w="2489" h="2129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1"/>
                    <a:pt x="1814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C4F90185-CE13-4D66-A7F0-6FBE3EA9C962}"/>
                </a:ext>
              </a:extLst>
            </p:cNvPr>
            <p:cNvSpPr/>
            <p:nvPr/>
          </p:nvSpPr>
          <p:spPr>
            <a:xfrm>
              <a:off x="366610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C0A20555-AAC3-4BD9-8D5D-F6931220071F}"/>
                </a:ext>
              </a:extLst>
            </p:cNvPr>
            <p:cNvSpPr/>
            <p:nvPr/>
          </p:nvSpPr>
          <p:spPr>
            <a:xfrm>
              <a:off x="450405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32C3A469-38F6-4EE7-B671-B0CDD317C15B}"/>
                </a:ext>
              </a:extLst>
            </p:cNvPr>
            <p:cNvSpPr/>
            <p:nvPr/>
          </p:nvSpPr>
          <p:spPr>
            <a:xfrm>
              <a:off x="4504050" y="31710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6ED7AD75-1A85-4DEB-8B42-FA3F8BB7BE43}"/>
                </a:ext>
              </a:extLst>
            </p:cNvPr>
            <p:cNvSpPr/>
            <p:nvPr/>
          </p:nvSpPr>
          <p:spPr>
            <a:xfrm>
              <a:off x="450405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F05DC5D7-3549-4A8D-9459-45BD92D46769}"/>
                </a:ext>
              </a:extLst>
            </p:cNvPr>
            <p:cNvSpPr/>
            <p:nvPr/>
          </p:nvSpPr>
          <p:spPr>
            <a:xfrm>
              <a:off x="442782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299628F8-39D5-41BE-82FB-8F2734165D81}"/>
                </a:ext>
              </a:extLst>
            </p:cNvPr>
            <p:cNvSpPr/>
            <p:nvPr/>
          </p:nvSpPr>
          <p:spPr>
            <a:xfrm>
              <a:off x="442782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83BEEB80-D1DA-4A32-9959-3839BEAC4170}"/>
                </a:ext>
              </a:extLst>
            </p:cNvPr>
            <p:cNvSpPr/>
            <p:nvPr/>
          </p:nvSpPr>
          <p:spPr>
            <a:xfrm>
              <a:off x="442782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4331EFFB-2C4A-48AA-8CB2-9B483F8A7E57}"/>
                </a:ext>
              </a:extLst>
            </p:cNvPr>
            <p:cNvSpPr/>
            <p:nvPr/>
          </p:nvSpPr>
          <p:spPr>
            <a:xfrm>
              <a:off x="442782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A1645F6C-9E1A-405E-8CB9-622076C3A1D8}"/>
                </a:ext>
              </a:extLst>
            </p:cNvPr>
            <p:cNvSpPr/>
            <p:nvPr/>
          </p:nvSpPr>
          <p:spPr>
            <a:xfrm>
              <a:off x="442782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CA98C102-32EE-4914-86DB-AF2C14719D32}"/>
                </a:ext>
              </a:extLst>
            </p:cNvPr>
            <p:cNvSpPr/>
            <p:nvPr/>
          </p:nvSpPr>
          <p:spPr>
            <a:xfrm>
              <a:off x="435160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AC0BD63D-B58A-4E35-B5B5-63724C6BE65F}"/>
                </a:ext>
              </a:extLst>
            </p:cNvPr>
            <p:cNvSpPr/>
            <p:nvPr/>
          </p:nvSpPr>
          <p:spPr>
            <a:xfrm>
              <a:off x="435160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BD1E8BD4-D970-4090-95AB-CBD2DBF262A8}"/>
                </a:ext>
              </a:extLst>
            </p:cNvPr>
            <p:cNvSpPr/>
            <p:nvPr/>
          </p:nvSpPr>
          <p:spPr>
            <a:xfrm>
              <a:off x="435160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C718EDE6-53E3-48D0-A5D7-5419A16F9EC0}"/>
                </a:ext>
              </a:extLst>
            </p:cNvPr>
            <p:cNvSpPr/>
            <p:nvPr/>
          </p:nvSpPr>
          <p:spPr>
            <a:xfrm>
              <a:off x="435160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F9AA6328-49F5-44EF-81E7-8365266522AC}"/>
                </a:ext>
              </a:extLst>
            </p:cNvPr>
            <p:cNvSpPr/>
            <p:nvPr/>
          </p:nvSpPr>
          <p:spPr>
            <a:xfrm>
              <a:off x="435160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C6BEEC92-80F5-4E95-8B17-105570E82E2F}"/>
                </a:ext>
              </a:extLst>
            </p:cNvPr>
            <p:cNvSpPr/>
            <p:nvPr/>
          </p:nvSpPr>
          <p:spPr>
            <a:xfrm>
              <a:off x="427560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A3941BC0-1AD1-47A4-87BD-9634E1F85E1C}"/>
                </a:ext>
              </a:extLst>
            </p:cNvPr>
            <p:cNvSpPr/>
            <p:nvPr/>
          </p:nvSpPr>
          <p:spPr>
            <a:xfrm>
              <a:off x="42756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782AEB2A-65DD-468F-A8B4-CA9EC8E559C4}"/>
                </a:ext>
              </a:extLst>
            </p:cNvPr>
            <p:cNvSpPr/>
            <p:nvPr/>
          </p:nvSpPr>
          <p:spPr>
            <a:xfrm>
              <a:off x="427560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255769BE-43AE-4E22-9FA8-76DAE5C63429}"/>
                </a:ext>
              </a:extLst>
            </p:cNvPr>
            <p:cNvSpPr/>
            <p:nvPr/>
          </p:nvSpPr>
          <p:spPr>
            <a:xfrm>
              <a:off x="4275600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68469EA8-2C8C-40F9-A4F3-BE5CAEC90358}"/>
                </a:ext>
              </a:extLst>
            </p:cNvPr>
            <p:cNvSpPr/>
            <p:nvPr/>
          </p:nvSpPr>
          <p:spPr>
            <a:xfrm>
              <a:off x="42756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3967B0BC-1735-4F80-A9A3-F89C8FC33E15}"/>
                </a:ext>
              </a:extLst>
            </p:cNvPr>
            <p:cNvSpPr/>
            <p:nvPr/>
          </p:nvSpPr>
          <p:spPr>
            <a:xfrm>
              <a:off x="42756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94549506-1F18-4A2F-86C1-B7995B2BFC4B}"/>
                </a:ext>
              </a:extLst>
            </p:cNvPr>
            <p:cNvSpPr/>
            <p:nvPr/>
          </p:nvSpPr>
          <p:spPr>
            <a:xfrm>
              <a:off x="42756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0A9F1B9-C6ED-4913-AA00-49C99BBA47CD}"/>
                </a:ext>
              </a:extLst>
            </p:cNvPr>
            <p:cNvSpPr/>
            <p:nvPr/>
          </p:nvSpPr>
          <p:spPr>
            <a:xfrm>
              <a:off x="42756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1AB5D273-1935-4E96-9772-4AD503D94478}"/>
                </a:ext>
              </a:extLst>
            </p:cNvPr>
            <p:cNvSpPr/>
            <p:nvPr/>
          </p:nvSpPr>
          <p:spPr>
            <a:xfrm>
              <a:off x="419940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7F79996F-A100-4D62-A070-92C9F0C0BB19}"/>
                </a:ext>
              </a:extLst>
            </p:cNvPr>
            <p:cNvSpPr/>
            <p:nvPr/>
          </p:nvSpPr>
          <p:spPr>
            <a:xfrm>
              <a:off x="41994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72E436B8-229B-4499-84B9-53F733B59310}"/>
                </a:ext>
              </a:extLst>
            </p:cNvPr>
            <p:cNvSpPr/>
            <p:nvPr/>
          </p:nvSpPr>
          <p:spPr>
            <a:xfrm>
              <a:off x="419940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C4D7151C-CC85-4972-ADE4-761EAA9F82AC}"/>
                </a:ext>
              </a:extLst>
            </p:cNvPr>
            <p:cNvSpPr/>
            <p:nvPr/>
          </p:nvSpPr>
          <p:spPr>
            <a:xfrm>
              <a:off x="419940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C63A0EF3-7A72-4FAC-9988-3A264E7DB2C6}"/>
                </a:ext>
              </a:extLst>
            </p:cNvPr>
            <p:cNvSpPr/>
            <p:nvPr/>
          </p:nvSpPr>
          <p:spPr>
            <a:xfrm>
              <a:off x="412317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50A35CA2-7A3E-412F-BF33-44ED194BCDE1}"/>
                </a:ext>
              </a:extLst>
            </p:cNvPr>
            <p:cNvSpPr/>
            <p:nvPr/>
          </p:nvSpPr>
          <p:spPr>
            <a:xfrm>
              <a:off x="412317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9470997E-CE5C-4393-99CE-7782BA938169}"/>
                </a:ext>
              </a:extLst>
            </p:cNvPr>
            <p:cNvSpPr/>
            <p:nvPr/>
          </p:nvSpPr>
          <p:spPr>
            <a:xfrm>
              <a:off x="412317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CA4AA119-89B4-4470-8CAC-47C5A59A5539}"/>
                </a:ext>
              </a:extLst>
            </p:cNvPr>
            <p:cNvSpPr/>
            <p:nvPr/>
          </p:nvSpPr>
          <p:spPr>
            <a:xfrm>
              <a:off x="412317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87197E8F-D190-48B1-A7DF-3E44D7258ABF}"/>
                </a:ext>
              </a:extLst>
            </p:cNvPr>
            <p:cNvSpPr/>
            <p:nvPr/>
          </p:nvSpPr>
          <p:spPr>
            <a:xfrm>
              <a:off x="41231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E99F2367-4171-4991-B79E-DABCB7839225}"/>
                </a:ext>
              </a:extLst>
            </p:cNvPr>
            <p:cNvSpPr/>
            <p:nvPr/>
          </p:nvSpPr>
          <p:spPr>
            <a:xfrm>
              <a:off x="404695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261A8F6E-6588-4C2F-9672-B19D045657A2}"/>
                </a:ext>
              </a:extLst>
            </p:cNvPr>
            <p:cNvSpPr/>
            <p:nvPr/>
          </p:nvSpPr>
          <p:spPr>
            <a:xfrm>
              <a:off x="404695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542F5B72-C450-4264-A91F-AE823E04BC2C}"/>
                </a:ext>
              </a:extLst>
            </p:cNvPr>
            <p:cNvSpPr/>
            <p:nvPr/>
          </p:nvSpPr>
          <p:spPr>
            <a:xfrm>
              <a:off x="40469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DE8B8D3B-474E-424C-86CE-EDE51D19C499}"/>
                </a:ext>
              </a:extLst>
            </p:cNvPr>
            <p:cNvSpPr/>
            <p:nvPr/>
          </p:nvSpPr>
          <p:spPr>
            <a:xfrm>
              <a:off x="39709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838AC780-8E82-4878-B2EB-D126AB1EC581}"/>
                </a:ext>
              </a:extLst>
            </p:cNvPr>
            <p:cNvSpPr/>
            <p:nvPr/>
          </p:nvSpPr>
          <p:spPr>
            <a:xfrm>
              <a:off x="39709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B866EC8B-B27D-4C4D-BA22-A5571C762731}"/>
                </a:ext>
              </a:extLst>
            </p:cNvPr>
            <p:cNvSpPr/>
            <p:nvPr/>
          </p:nvSpPr>
          <p:spPr>
            <a:xfrm>
              <a:off x="397095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1AD80FDA-2649-4FB8-A892-E817D9AC212B}"/>
                </a:ext>
              </a:extLst>
            </p:cNvPr>
            <p:cNvSpPr/>
            <p:nvPr/>
          </p:nvSpPr>
          <p:spPr>
            <a:xfrm>
              <a:off x="389472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26AD693C-4ED9-428B-8E3F-1BD8A46A3D5C}"/>
                </a:ext>
              </a:extLst>
            </p:cNvPr>
            <p:cNvSpPr/>
            <p:nvPr/>
          </p:nvSpPr>
          <p:spPr>
            <a:xfrm>
              <a:off x="38947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4FF18F08-C2E4-4F78-A68D-9CAD9D7AFCCB}"/>
                </a:ext>
              </a:extLst>
            </p:cNvPr>
            <p:cNvSpPr/>
            <p:nvPr/>
          </p:nvSpPr>
          <p:spPr>
            <a:xfrm>
              <a:off x="38947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F69F8149-B851-4B85-84E2-D3E07E5059D7}"/>
                </a:ext>
              </a:extLst>
            </p:cNvPr>
            <p:cNvSpPr/>
            <p:nvPr/>
          </p:nvSpPr>
          <p:spPr>
            <a:xfrm>
              <a:off x="38947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C0545D3F-64D9-4B17-974B-2357DE5F692A}"/>
                </a:ext>
              </a:extLst>
            </p:cNvPr>
            <p:cNvSpPr/>
            <p:nvPr/>
          </p:nvSpPr>
          <p:spPr>
            <a:xfrm>
              <a:off x="38185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3331F5F0-E660-4167-A36C-E42B2DFEA68F}"/>
                </a:ext>
              </a:extLst>
            </p:cNvPr>
            <p:cNvSpPr/>
            <p:nvPr/>
          </p:nvSpPr>
          <p:spPr>
            <a:xfrm>
              <a:off x="38185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A4AE48C5-DCCA-4E9C-AE01-04DB754FC74E}"/>
                </a:ext>
              </a:extLst>
            </p:cNvPr>
            <p:cNvSpPr/>
            <p:nvPr/>
          </p:nvSpPr>
          <p:spPr>
            <a:xfrm>
              <a:off x="381852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247645B0-C044-4FA6-9F44-C48B4D47CFF6}"/>
                </a:ext>
              </a:extLst>
            </p:cNvPr>
            <p:cNvSpPr/>
            <p:nvPr/>
          </p:nvSpPr>
          <p:spPr>
            <a:xfrm>
              <a:off x="38185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D102BAFB-F26E-4A20-8667-16FB82DE01F8}"/>
                </a:ext>
              </a:extLst>
            </p:cNvPr>
            <p:cNvSpPr/>
            <p:nvPr/>
          </p:nvSpPr>
          <p:spPr>
            <a:xfrm>
              <a:off x="38185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0AA65753-F577-454E-AD8F-C8D1268FFB01}"/>
                </a:ext>
              </a:extLst>
            </p:cNvPr>
            <p:cNvSpPr/>
            <p:nvPr/>
          </p:nvSpPr>
          <p:spPr>
            <a:xfrm>
              <a:off x="381852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43A69141-121B-474C-8C19-D7EE47687BC1}"/>
                </a:ext>
              </a:extLst>
            </p:cNvPr>
            <p:cNvSpPr/>
            <p:nvPr/>
          </p:nvSpPr>
          <p:spPr>
            <a:xfrm>
              <a:off x="38185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00373455-0558-4A68-AAF1-C4F208259F9F}"/>
                </a:ext>
              </a:extLst>
            </p:cNvPr>
            <p:cNvSpPr/>
            <p:nvPr/>
          </p:nvSpPr>
          <p:spPr>
            <a:xfrm>
              <a:off x="38185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0B7CC28D-D7B4-4B28-9C2B-25A605252B28}"/>
                </a:ext>
              </a:extLst>
            </p:cNvPr>
            <p:cNvSpPr/>
            <p:nvPr/>
          </p:nvSpPr>
          <p:spPr>
            <a:xfrm>
              <a:off x="3742300" y="37803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A90ED85C-3EDE-4EA5-8D34-EECB1736A79B}"/>
                </a:ext>
              </a:extLst>
            </p:cNvPr>
            <p:cNvSpPr/>
            <p:nvPr/>
          </p:nvSpPr>
          <p:spPr>
            <a:xfrm>
              <a:off x="37423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8199354F-5074-40C8-ACAE-6213D1A116DF}"/>
                </a:ext>
              </a:extLst>
            </p:cNvPr>
            <p:cNvSpPr/>
            <p:nvPr/>
          </p:nvSpPr>
          <p:spPr>
            <a:xfrm>
              <a:off x="37423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67FEF72E-EB80-4C78-8A15-5E1FADDC832E}"/>
                </a:ext>
              </a:extLst>
            </p:cNvPr>
            <p:cNvSpPr/>
            <p:nvPr/>
          </p:nvSpPr>
          <p:spPr>
            <a:xfrm>
              <a:off x="37423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17049951-2FEF-4EB7-91B5-F5D9218390B7}"/>
                </a:ext>
              </a:extLst>
            </p:cNvPr>
            <p:cNvSpPr/>
            <p:nvPr/>
          </p:nvSpPr>
          <p:spPr>
            <a:xfrm>
              <a:off x="37421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CE73FF60-E15B-47B5-96BA-A11E89E2AA5D}"/>
                </a:ext>
              </a:extLst>
            </p:cNvPr>
            <p:cNvSpPr/>
            <p:nvPr/>
          </p:nvSpPr>
          <p:spPr>
            <a:xfrm>
              <a:off x="37423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01EBED09-7A5A-41B0-83D1-B2893276AE3F}"/>
                </a:ext>
              </a:extLst>
            </p:cNvPr>
            <p:cNvSpPr/>
            <p:nvPr/>
          </p:nvSpPr>
          <p:spPr>
            <a:xfrm>
              <a:off x="3665950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EC79CEB0-939D-4ED8-BE82-D978D183A3B9}"/>
                </a:ext>
              </a:extLst>
            </p:cNvPr>
            <p:cNvSpPr/>
            <p:nvPr/>
          </p:nvSpPr>
          <p:spPr>
            <a:xfrm>
              <a:off x="366610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DA0C4CA1-D63A-480C-90BD-D682CC77C283}"/>
                </a:ext>
              </a:extLst>
            </p:cNvPr>
            <p:cNvSpPr/>
            <p:nvPr/>
          </p:nvSpPr>
          <p:spPr>
            <a:xfrm>
              <a:off x="366610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872D30DE-B772-4E43-9A46-EB9848DA169D}"/>
                </a:ext>
              </a:extLst>
            </p:cNvPr>
            <p:cNvSpPr/>
            <p:nvPr/>
          </p:nvSpPr>
          <p:spPr>
            <a:xfrm>
              <a:off x="358987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EDC82091-6C33-4D75-9B20-04020F5A7497}"/>
                </a:ext>
              </a:extLst>
            </p:cNvPr>
            <p:cNvSpPr/>
            <p:nvPr/>
          </p:nvSpPr>
          <p:spPr>
            <a:xfrm>
              <a:off x="35898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953D0F23-D38C-42D5-90C2-1A1D97A7B1CC}"/>
                </a:ext>
              </a:extLst>
            </p:cNvPr>
            <p:cNvSpPr/>
            <p:nvPr/>
          </p:nvSpPr>
          <p:spPr>
            <a:xfrm>
              <a:off x="35898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D962112F-0B71-4BFA-8344-64C08302D714}"/>
                </a:ext>
              </a:extLst>
            </p:cNvPr>
            <p:cNvSpPr/>
            <p:nvPr/>
          </p:nvSpPr>
          <p:spPr>
            <a:xfrm>
              <a:off x="35136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5E52725E-EE94-462B-BA22-DF94049CE8A7}"/>
                </a:ext>
              </a:extLst>
            </p:cNvPr>
            <p:cNvSpPr/>
            <p:nvPr/>
          </p:nvSpPr>
          <p:spPr>
            <a:xfrm>
              <a:off x="35136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5454974B-B307-4139-BA8A-DB1D6BA4FF96}"/>
                </a:ext>
              </a:extLst>
            </p:cNvPr>
            <p:cNvSpPr/>
            <p:nvPr/>
          </p:nvSpPr>
          <p:spPr>
            <a:xfrm>
              <a:off x="35136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ACF9774E-483A-4212-A1D9-50A90817860C}"/>
                </a:ext>
              </a:extLst>
            </p:cNvPr>
            <p:cNvSpPr/>
            <p:nvPr/>
          </p:nvSpPr>
          <p:spPr>
            <a:xfrm>
              <a:off x="343745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A520EEC2-7F74-4CED-8FE6-C7567204AE43}"/>
                </a:ext>
              </a:extLst>
            </p:cNvPr>
            <p:cNvSpPr/>
            <p:nvPr/>
          </p:nvSpPr>
          <p:spPr>
            <a:xfrm>
              <a:off x="343745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30EA3CEC-B001-4A8D-9218-DF691D65C0C9}"/>
                </a:ext>
              </a:extLst>
            </p:cNvPr>
            <p:cNvSpPr/>
            <p:nvPr/>
          </p:nvSpPr>
          <p:spPr>
            <a:xfrm>
              <a:off x="343745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6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F600EC68-5501-400D-AA03-0FF53BB80620}"/>
                </a:ext>
              </a:extLst>
            </p:cNvPr>
            <p:cNvSpPr/>
            <p:nvPr/>
          </p:nvSpPr>
          <p:spPr>
            <a:xfrm>
              <a:off x="34374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7460E80B-0194-437D-8649-B713F3CE3025}"/>
                </a:ext>
              </a:extLst>
            </p:cNvPr>
            <p:cNvSpPr/>
            <p:nvPr/>
          </p:nvSpPr>
          <p:spPr>
            <a:xfrm>
              <a:off x="336145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Freeform: Shape 317">
              <a:extLst>
                <a:ext uri="{FF2B5EF4-FFF2-40B4-BE49-F238E27FC236}">
                  <a16:creationId xmlns:a16="http://schemas.microsoft.com/office/drawing/2014/main" id="{C3C898C3-2AC1-4BA4-B8A1-4C636232FE24}"/>
                </a:ext>
              </a:extLst>
            </p:cNvPr>
            <p:cNvSpPr/>
            <p:nvPr/>
          </p:nvSpPr>
          <p:spPr>
            <a:xfrm>
              <a:off x="336145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Freeform: Shape 318">
              <a:extLst>
                <a:ext uri="{FF2B5EF4-FFF2-40B4-BE49-F238E27FC236}">
                  <a16:creationId xmlns:a16="http://schemas.microsoft.com/office/drawing/2014/main" id="{B58341A2-3271-455A-8959-D8D01566D51F}"/>
                </a:ext>
              </a:extLst>
            </p:cNvPr>
            <p:cNvSpPr/>
            <p:nvPr/>
          </p:nvSpPr>
          <p:spPr>
            <a:xfrm>
              <a:off x="336145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8500BC4A-FA44-48D0-9FB8-448F5985BC04}"/>
                </a:ext>
              </a:extLst>
            </p:cNvPr>
            <p:cNvSpPr/>
            <p:nvPr/>
          </p:nvSpPr>
          <p:spPr>
            <a:xfrm>
              <a:off x="33614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2" y="2137"/>
                    <a:pt x="1597" y="2039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DF77C3AB-BC6C-474E-9612-3C652F2B265B}"/>
                </a:ext>
              </a:extLst>
            </p:cNvPr>
            <p:cNvSpPr/>
            <p:nvPr/>
          </p:nvSpPr>
          <p:spPr>
            <a:xfrm>
              <a:off x="32852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A575B48E-1885-4AF7-90FC-F13D4FC367AE}"/>
                </a:ext>
              </a:extLst>
            </p:cNvPr>
            <p:cNvSpPr/>
            <p:nvPr/>
          </p:nvSpPr>
          <p:spPr>
            <a:xfrm>
              <a:off x="32852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EC344CD8-C32C-40B2-B2D5-1CF72A767A63}"/>
                </a:ext>
              </a:extLst>
            </p:cNvPr>
            <p:cNvSpPr/>
            <p:nvPr/>
          </p:nvSpPr>
          <p:spPr>
            <a:xfrm>
              <a:off x="32852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86DAC9AA-210E-4574-90EB-66E56E582000}"/>
                </a:ext>
              </a:extLst>
            </p:cNvPr>
            <p:cNvSpPr/>
            <p:nvPr/>
          </p:nvSpPr>
          <p:spPr>
            <a:xfrm>
              <a:off x="32852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608DB32C-8A50-46BF-B107-8B03EDDC3B97}"/>
                </a:ext>
              </a:extLst>
            </p:cNvPr>
            <p:cNvSpPr/>
            <p:nvPr/>
          </p:nvSpPr>
          <p:spPr>
            <a:xfrm>
              <a:off x="3209025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D889B2E0-0893-48DF-9F62-FFD29DB772F2}"/>
                </a:ext>
              </a:extLst>
            </p:cNvPr>
            <p:cNvSpPr/>
            <p:nvPr/>
          </p:nvSpPr>
          <p:spPr>
            <a:xfrm>
              <a:off x="3209025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C6194CCD-C16C-436B-A671-48B182C23FE7}"/>
                </a:ext>
              </a:extLst>
            </p:cNvPr>
            <p:cNvSpPr/>
            <p:nvPr/>
          </p:nvSpPr>
          <p:spPr>
            <a:xfrm>
              <a:off x="3209025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583B6926-6C8E-4D38-AF0E-D4446002B5D9}"/>
                </a:ext>
              </a:extLst>
            </p:cNvPr>
            <p:cNvSpPr/>
            <p:nvPr/>
          </p:nvSpPr>
          <p:spPr>
            <a:xfrm>
              <a:off x="320902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B57091DC-15A5-4692-B85B-652CEA4DB515}"/>
                </a:ext>
              </a:extLst>
            </p:cNvPr>
            <p:cNvSpPr/>
            <p:nvPr/>
          </p:nvSpPr>
          <p:spPr>
            <a:xfrm>
              <a:off x="320902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48D77E0C-95D5-4BAC-8631-BF4463594C91}"/>
                </a:ext>
              </a:extLst>
            </p:cNvPr>
            <p:cNvSpPr/>
            <p:nvPr/>
          </p:nvSpPr>
          <p:spPr>
            <a:xfrm>
              <a:off x="419940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6474E1D1-1FC6-4798-82B3-0420DE75F45F}"/>
                </a:ext>
              </a:extLst>
            </p:cNvPr>
            <p:cNvSpPr/>
            <p:nvPr/>
          </p:nvSpPr>
          <p:spPr>
            <a:xfrm>
              <a:off x="3132800" y="11143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B726107E-987B-4C60-8968-1E0EBC165423}"/>
                </a:ext>
              </a:extLst>
            </p:cNvPr>
            <p:cNvSpPr/>
            <p:nvPr/>
          </p:nvSpPr>
          <p:spPr>
            <a:xfrm>
              <a:off x="305680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2E27FCA9-38A7-4AF1-B6FE-97418B57F774}"/>
                </a:ext>
              </a:extLst>
            </p:cNvPr>
            <p:cNvSpPr/>
            <p:nvPr/>
          </p:nvSpPr>
          <p:spPr>
            <a:xfrm>
              <a:off x="43516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6C8AB747-B81E-4B3A-A38D-A6861DFB6B0A}"/>
                </a:ext>
              </a:extLst>
            </p:cNvPr>
            <p:cNvSpPr/>
            <p:nvPr/>
          </p:nvSpPr>
          <p:spPr>
            <a:xfrm>
              <a:off x="43516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A4B0E9E5-4ABC-43AC-8AD4-37C9D61C9687}"/>
                </a:ext>
              </a:extLst>
            </p:cNvPr>
            <p:cNvSpPr/>
            <p:nvPr/>
          </p:nvSpPr>
          <p:spPr>
            <a:xfrm>
              <a:off x="43516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27720C74-4AE5-4E0E-B5CC-81478EBFCEB2}"/>
                </a:ext>
              </a:extLst>
            </p:cNvPr>
            <p:cNvSpPr/>
            <p:nvPr/>
          </p:nvSpPr>
          <p:spPr>
            <a:xfrm>
              <a:off x="4351600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BD5C0408-C6A1-4F39-B9FA-2FE159809963}"/>
                </a:ext>
              </a:extLst>
            </p:cNvPr>
            <p:cNvSpPr/>
            <p:nvPr/>
          </p:nvSpPr>
          <p:spPr>
            <a:xfrm>
              <a:off x="43516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F823D5C4-AAEE-45AC-A4DA-309FB8786500}"/>
                </a:ext>
              </a:extLst>
            </p:cNvPr>
            <p:cNvSpPr/>
            <p:nvPr/>
          </p:nvSpPr>
          <p:spPr>
            <a:xfrm>
              <a:off x="43516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87528DC0-59D0-4EC0-BA38-44FC0CDA1B9F}"/>
                </a:ext>
              </a:extLst>
            </p:cNvPr>
            <p:cNvSpPr/>
            <p:nvPr/>
          </p:nvSpPr>
          <p:spPr>
            <a:xfrm>
              <a:off x="43516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A1CF7178-DA32-423E-9EE1-980DEDB82675}"/>
                </a:ext>
              </a:extLst>
            </p:cNvPr>
            <p:cNvSpPr/>
            <p:nvPr/>
          </p:nvSpPr>
          <p:spPr>
            <a:xfrm>
              <a:off x="3970950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38395A10-A463-47DB-8FCD-79881A66F2F7}"/>
                </a:ext>
              </a:extLst>
            </p:cNvPr>
            <p:cNvSpPr/>
            <p:nvPr/>
          </p:nvSpPr>
          <p:spPr>
            <a:xfrm>
              <a:off x="39709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0596100B-54BE-49AA-933C-8F49D11F883D}"/>
                </a:ext>
              </a:extLst>
            </p:cNvPr>
            <p:cNvSpPr/>
            <p:nvPr/>
          </p:nvSpPr>
          <p:spPr>
            <a:xfrm>
              <a:off x="36661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730A745F-28CA-423B-A995-EC6D6862E931}"/>
                </a:ext>
              </a:extLst>
            </p:cNvPr>
            <p:cNvSpPr/>
            <p:nvPr/>
          </p:nvSpPr>
          <p:spPr>
            <a:xfrm>
              <a:off x="37423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7ABAE8A8-CE17-4234-A6A6-D86B675D9241}"/>
                </a:ext>
              </a:extLst>
            </p:cNvPr>
            <p:cNvSpPr/>
            <p:nvPr/>
          </p:nvSpPr>
          <p:spPr>
            <a:xfrm>
              <a:off x="37423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48565021-CE18-4B4B-8478-0F4C8634A8D7}"/>
                </a:ext>
              </a:extLst>
            </p:cNvPr>
            <p:cNvSpPr/>
            <p:nvPr/>
          </p:nvSpPr>
          <p:spPr>
            <a:xfrm>
              <a:off x="38185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0C286AD8-9FD3-4F5A-8499-DCEF7621231B}"/>
                </a:ext>
              </a:extLst>
            </p:cNvPr>
            <p:cNvSpPr/>
            <p:nvPr/>
          </p:nvSpPr>
          <p:spPr>
            <a:xfrm>
              <a:off x="38947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50404C7A-12B9-4DEC-B051-F85C7541BE98}"/>
                </a:ext>
              </a:extLst>
            </p:cNvPr>
            <p:cNvSpPr/>
            <p:nvPr/>
          </p:nvSpPr>
          <p:spPr>
            <a:xfrm>
              <a:off x="38947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58BF30D4-A5F0-4683-8338-2640DEF8BE05}"/>
                </a:ext>
              </a:extLst>
            </p:cNvPr>
            <p:cNvSpPr/>
            <p:nvPr/>
          </p:nvSpPr>
          <p:spPr>
            <a:xfrm>
              <a:off x="39709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AFFEAB07-D7FA-46B3-B422-B9A99BCC4E27}"/>
                </a:ext>
              </a:extLst>
            </p:cNvPr>
            <p:cNvSpPr/>
            <p:nvPr/>
          </p:nvSpPr>
          <p:spPr>
            <a:xfrm>
              <a:off x="39709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9E9C7917-2CED-4A5E-A04C-981C20A01D8D}"/>
                </a:ext>
              </a:extLst>
            </p:cNvPr>
            <p:cNvSpPr/>
            <p:nvPr/>
          </p:nvSpPr>
          <p:spPr>
            <a:xfrm>
              <a:off x="40469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9571D217-56C2-4065-9B5B-E6DDCFB33885}"/>
                </a:ext>
              </a:extLst>
            </p:cNvPr>
            <p:cNvSpPr/>
            <p:nvPr/>
          </p:nvSpPr>
          <p:spPr>
            <a:xfrm>
              <a:off x="404695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239E2258-40C3-496C-8AE8-FE07D6C96A3D}"/>
                </a:ext>
              </a:extLst>
            </p:cNvPr>
            <p:cNvSpPr/>
            <p:nvPr/>
          </p:nvSpPr>
          <p:spPr>
            <a:xfrm>
              <a:off x="40469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2C291049-6ED8-4C10-BA22-FE00A6D52C22}"/>
                </a:ext>
              </a:extLst>
            </p:cNvPr>
            <p:cNvSpPr/>
            <p:nvPr/>
          </p:nvSpPr>
          <p:spPr>
            <a:xfrm>
              <a:off x="40469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DA17AED0-87A5-4BCC-AFD7-BB07E9FC1279}"/>
                </a:ext>
              </a:extLst>
            </p:cNvPr>
            <p:cNvSpPr/>
            <p:nvPr/>
          </p:nvSpPr>
          <p:spPr>
            <a:xfrm>
              <a:off x="41231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46F4EC55-A118-4D90-96B4-2329E4036DE9}"/>
                </a:ext>
              </a:extLst>
            </p:cNvPr>
            <p:cNvSpPr/>
            <p:nvPr/>
          </p:nvSpPr>
          <p:spPr>
            <a:xfrm>
              <a:off x="41231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2DB06DF1-18B5-4660-93C7-89A39E80BECE}"/>
                </a:ext>
              </a:extLst>
            </p:cNvPr>
            <p:cNvSpPr/>
            <p:nvPr/>
          </p:nvSpPr>
          <p:spPr>
            <a:xfrm>
              <a:off x="4123175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7389AA00-D2C6-4665-89A2-73D1BEF1A122}"/>
                </a:ext>
              </a:extLst>
            </p:cNvPr>
            <p:cNvSpPr/>
            <p:nvPr/>
          </p:nvSpPr>
          <p:spPr>
            <a:xfrm>
              <a:off x="41231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5E406CDB-E848-443C-94AB-41BBBC7022FA}"/>
                </a:ext>
              </a:extLst>
            </p:cNvPr>
            <p:cNvSpPr/>
            <p:nvPr/>
          </p:nvSpPr>
          <p:spPr>
            <a:xfrm>
              <a:off x="41231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4B9E1E8B-F47D-4B09-87B0-1AA66963AF5D}"/>
                </a:ext>
              </a:extLst>
            </p:cNvPr>
            <p:cNvSpPr/>
            <p:nvPr/>
          </p:nvSpPr>
          <p:spPr>
            <a:xfrm>
              <a:off x="41231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2F79B83F-4186-4BB3-BD47-C99C9677D95E}"/>
                </a:ext>
              </a:extLst>
            </p:cNvPr>
            <p:cNvSpPr/>
            <p:nvPr/>
          </p:nvSpPr>
          <p:spPr>
            <a:xfrm>
              <a:off x="41994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Freeform: Shape 360">
              <a:extLst>
                <a:ext uri="{FF2B5EF4-FFF2-40B4-BE49-F238E27FC236}">
                  <a16:creationId xmlns:a16="http://schemas.microsoft.com/office/drawing/2014/main" id="{30611813-D939-48E2-B453-30EBA2669FA7}"/>
                </a:ext>
              </a:extLst>
            </p:cNvPr>
            <p:cNvSpPr/>
            <p:nvPr/>
          </p:nvSpPr>
          <p:spPr>
            <a:xfrm>
              <a:off x="41994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Freeform: Shape 361">
              <a:extLst>
                <a:ext uri="{FF2B5EF4-FFF2-40B4-BE49-F238E27FC236}">
                  <a16:creationId xmlns:a16="http://schemas.microsoft.com/office/drawing/2014/main" id="{BFB04526-2D66-4976-9418-0EA032C48B7D}"/>
                </a:ext>
              </a:extLst>
            </p:cNvPr>
            <p:cNvSpPr/>
            <p:nvPr/>
          </p:nvSpPr>
          <p:spPr>
            <a:xfrm>
              <a:off x="41994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Freeform: Shape 362">
              <a:extLst>
                <a:ext uri="{FF2B5EF4-FFF2-40B4-BE49-F238E27FC236}">
                  <a16:creationId xmlns:a16="http://schemas.microsoft.com/office/drawing/2014/main" id="{98D785FE-5F4E-4AB5-B1FD-B540DD2CE391}"/>
                </a:ext>
              </a:extLst>
            </p:cNvPr>
            <p:cNvSpPr/>
            <p:nvPr/>
          </p:nvSpPr>
          <p:spPr>
            <a:xfrm>
              <a:off x="41994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Freeform: Shape 363">
              <a:extLst>
                <a:ext uri="{FF2B5EF4-FFF2-40B4-BE49-F238E27FC236}">
                  <a16:creationId xmlns:a16="http://schemas.microsoft.com/office/drawing/2014/main" id="{A6D48675-8995-43C1-8D86-EC0438D9A949}"/>
                </a:ext>
              </a:extLst>
            </p:cNvPr>
            <p:cNvSpPr/>
            <p:nvPr/>
          </p:nvSpPr>
          <p:spPr>
            <a:xfrm>
              <a:off x="41994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Freeform: Shape 364">
              <a:extLst>
                <a:ext uri="{FF2B5EF4-FFF2-40B4-BE49-F238E27FC236}">
                  <a16:creationId xmlns:a16="http://schemas.microsoft.com/office/drawing/2014/main" id="{A3634A5C-5C8C-4A05-B77D-5F22E5FFB3DD}"/>
                </a:ext>
              </a:extLst>
            </p:cNvPr>
            <p:cNvSpPr/>
            <p:nvPr/>
          </p:nvSpPr>
          <p:spPr>
            <a:xfrm>
              <a:off x="41994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Freeform: Shape 365">
              <a:extLst>
                <a:ext uri="{FF2B5EF4-FFF2-40B4-BE49-F238E27FC236}">
                  <a16:creationId xmlns:a16="http://schemas.microsoft.com/office/drawing/2014/main" id="{17A1EAAE-319A-46C7-AEEE-3694937860EF}"/>
                </a:ext>
              </a:extLst>
            </p:cNvPr>
            <p:cNvSpPr/>
            <p:nvPr/>
          </p:nvSpPr>
          <p:spPr>
            <a:xfrm>
              <a:off x="419940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Freeform: Shape 366">
              <a:extLst>
                <a:ext uri="{FF2B5EF4-FFF2-40B4-BE49-F238E27FC236}">
                  <a16:creationId xmlns:a16="http://schemas.microsoft.com/office/drawing/2014/main" id="{70CEAEE2-126F-491F-92E4-B7FF36E1D45D}"/>
                </a:ext>
              </a:extLst>
            </p:cNvPr>
            <p:cNvSpPr/>
            <p:nvPr/>
          </p:nvSpPr>
          <p:spPr>
            <a:xfrm>
              <a:off x="42756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Freeform: Shape 367">
              <a:extLst>
                <a:ext uri="{FF2B5EF4-FFF2-40B4-BE49-F238E27FC236}">
                  <a16:creationId xmlns:a16="http://schemas.microsoft.com/office/drawing/2014/main" id="{22ADE724-25F8-422D-9C84-4D2AAD9E5F91}"/>
                </a:ext>
              </a:extLst>
            </p:cNvPr>
            <p:cNvSpPr/>
            <p:nvPr/>
          </p:nvSpPr>
          <p:spPr>
            <a:xfrm>
              <a:off x="42756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Freeform: Shape 368">
              <a:extLst>
                <a:ext uri="{FF2B5EF4-FFF2-40B4-BE49-F238E27FC236}">
                  <a16:creationId xmlns:a16="http://schemas.microsoft.com/office/drawing/2014/main" id="{E7CEB123-1270-447E-81CB-4E7DAE00F7A8}"/>
                </a:ext>
              </a:extLst>
            </p:cNvPr>
            <p:cNvSpPr/>
            <p:nvPr/>
          </p:nvSpPr>
          <p:spPr>
            <a:xfrm>
              <a:off x="42756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Freeform: Shape 369">
              <a:extLst>
                <a:ext uri="{FF2B5EF4-FFF2-40B4-BE49-F238E27FC236}">
                  <a16:creationId xmlns:a16="http://schemas.microsoft.com/office/drawing/2014/main" id="{097B3698-93A0-4535-BE0C-1749DCA3AFAA}"/>
                </a:ext>
              </a:extLst>
            </p:cNvPr>
            <p:cNvSpPr/>
            <p:nvPr/>
          </p:nvSpPr>
          <p:spPr>
            <a:xfrm>
              <a:off x="42756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Freeform: Shape 370">
              <a:extLst>
                <a:ext uri="{FF2B5EF4-FFF2-40B4-BE49-F238E27FC236}">
                  <a16:creationId xmlns:a16="http://schemas.microsoft.com/office/drawing/2014/main" id="{CB79136D-ED1A-40D2-BE76-4080BB865311}"/>
                </a:ext>
              </a:extLst>
            </p:cNvPr>
            <p:cNvSpPr/>
            <p:nvPr/>
          </p:nvSpPr>
          <p:spPr>
            <a:xfrm>
              <a:off x="42756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Freeform: Shape 371">
              <a:extLst>
                <a:ext uri="{FF2B5EF4-FFF2-40B4-BE49-F238E27FC236}">
                  <a16:creationId xmlns:a16="http://schemas.microsoft.com/office/drawing/2014/main" id="{1FBA6F2D-12A7-4068-835D-833C496373DE}"/>
                </a:ext>
              </a:extLst>
            </p:cNvPr>
            <p:cNvSpPr/>
            <p:nvPr/>
          </p:nvSpPr>
          <p:spPr>
            <a:xfrm>
              <a:off x="42756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Freeform: Shape 372">
              <a:extLst>
                <a:ext uri="{FF2B5EF4-FFF2-40B4-BE49-F238E27FC236}">
                  <a16:creationId xmlns:a16="http://schemas.microsoft.com/office/drawing/2014/main" id="{850A14F1-C354-4DEB-8DF4-184D9A5B183B}"/>
                </a:ext>
              </a:extLst>
            </p:cNvPr>
            <p:cNvSpPr/>
            <p:nvPr/>
          </p:nvSpPr>
          <p:spPr>
            <a:xfrm>
              <a:off x="42756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Freeform: Shape 373">
              <a:extLst>
                <a:ext uri="{FF2B5EF4-FFF2-40B4-BE49-F238E27FC236}">
                  <a16:creationId xmlns:a16="http://schemas.microsoft.com/office/drawing/2014/main" id="{F64586CE-F61F-4E91-B312-07B56F06D656}"/>
                </a:ext>
              </a:extLst>
            </p:cNvPr>
            <p:cNvSpPr/>
            <p:nvPr/>
          </p:nvSpPr>
          <p:spPr>
            <a:xfrm>
              <a:off x="42756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Freeform: Shape 374">
              <a:extLst>
                <a:ext uri="{FF2B5EF4-FFF2-40B4-BE49-F238E27FC236}">
                  <a16:creationId xmlns:a16="http://schemas.microsoft.com/office/drawing/2014/main" id="{16149627-9E46-4BF4-95F1-3216E38CDBBC}"/>
                </a:ext>
              </a:extLst>
            </p:cNvPr>
            <p:cNvSpPr/>
            <p:nvPr/>
          </p:nvSpPr>
          <p:spPr>
            <a:xfrm>
              <a:off x="43516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Freeform: Shape 375">
              <a:extLst>
                <a:ext uri="{FF2B5EF4-FFF2-40B4-BE49-F238E27FC236}">
                  <a16:creationId xmlns:a16="http://schemas.microsoft.com/office/drawing/2014/main" id="{92E934BB-0302-4547-AEB1-5454F53BF7A4}"/>
                </a:ext>
              </a:extLst>
            </p:cNvPr>
            <p:cNvSpPr/>
            <p:nvPr/>
          </p:nvSpPr>
          <p:spPr>
            <a:xfrm>
              <a:off x="44278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Freeform: Shape 376">
              <a:extLst>
                <a:ext uri="{FF2B5EF4-FFF2-40B4-BE49-F238E27FC236}">
                  <a16:creationId xmlns:a16="http://schemas.microsoft.com/office/drawing/2014/main" id="{75B0F38B-2517-4C5A-9EE3-936010AAB480}"/>
                </a:ext>
              </a:extLst>
            </p:cNvPr>
            <p:cNvSpPr/>
            <p:nvPr/>
          </p:nvSpPr>
          <p:spPr>
            <a:xfrm>
              <a:off x="44278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Freeform: Shape 377">
              <a:extLst>
                <a:ext uri="{FF2B5EF4-FFF2-40B4-BE49-F238E27FC236}">
                  <a16:creationId xmlns:a16="http://schemas.microsoft.com/office/drawing/2014/main" id="{51131511-490C-4DEA-A84F-D72597020627}"/>
                </a:ext>
              </a:extLst>
            </p:cNvPr>
            <p:cNvSpPr/>
            <p:nvPr/>
          </p:nvSpPr>
          <p:spPr>
            <a:xfrm>
              <a:off x="44278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Freeform: Shape 378">
              <a:extLst>
                <a:ext uri="{FF2B5EF4-FFF2-40B4-BE49-F238E27FC236}">
                  <a16:creationId xmlns:a16="http://schemas.microsoft.com/office/drawing/2014/main" id="{231B5868-B417-4710-94F7-52B603B07BEA}"/>
                </a:ext>
              </a:extLst>
            </p:cNvPr>
            <p:cNvSpPr/>
            <p:nvPr/>
          </p:nvSpPr>
          <p:spPr>
            <a:xfrm>
              <a:off x="44278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Freeform: Shape 379">
              <a:extLst>
                <a:ext uri="{FF2B5EF4-FFF2-40B4-BE49-F238E27FC236}">
                  <a16:creationId xmlns:a16="http://schemas.microsoft.com/office/drawing/2014/main" id="{7435FD36-09E2-44B8-80C6-CD96C26041E0}"/>
                </a:ext>
              </a:extLst>
            </p:cNvPr>
            <p:cNvSpPr/>
            <p:nvPr/>
          </p:nvSpPr>
          <p:spPr>
            <a:xfrm>
              <a:off x="44278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Freeform: Shape 380">
              <a:extLst>
                <a:ext uri="{FF2B5EF4-FFF2-40B4-BE49-F238E27FC236}">
                  <a16:creationId xmlns:a16="http://schemas.microsoft.com/office/drawing/2014/main" id="{399F2C76-9823-40DB-A665-46A0BBEDB0B4}"/>
                </a:ext>
              </a:extLst>
            </p:cNvPr>
            <p:cNvSpPr/>
            <p:nvPr/>
          </p:nvSpPr>
          <p:spPr>
            <a:xfrm>
              <a:off x="44278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Freeform: Shape 381">
              <a:extLst>
                <a:ext uri="{FF2B5EF4-FFF2-40B4-BE49-F238E27FC236}">
                  <a16:creationId xmlns:a16="http://schemas.microsoft.com/office/drawing/2014/main" id="{737612A0-26CF-423D-BA4D-E2BBE30E507B}"/>
                </a:ext>
              </a:extLst>
            </p:cNvPr>
            <p:cNvSpPr/>
            <p:nvPr/>
          </p:nvSpPr>
          <p:spPr>
            <a:xfrm>
              <a:off x="44278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Freeform: Shape 382">
              <a:extLst>
                <a:ext uri="{FF2B5EF4-FFF2-40B4-BE49-F238E27FC236}">
                  <a16:creationId xmlns:a16="http://schemas.microsoft.com/office/drawing/2014/main" id="{DDC47410-2CBA-4A13-A9B0-FAFCE768453B}"/>
                </a:ext>
              </a:extLst>
            </p:cNvPr>
            <p:cNvSpPr/>
            <p:nvPr/>
          </p:nvSpPr>
          <p:spPr>
            <a:xfrm>
              <a:off x="44278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Freeform: Shape 383">
              <a:extLst>
                <a:ext uri="{FF2B5EF4-FFF2-40B4-BE49-F238E27FC236}">
                  <a16:creationId xmlns:a16="http://schemas.microsoft.com/office/drawing/2014/main" id="{BB4BA2ED-5F21-470B-A61E-A5FBEAABB80E}"/>
                </a:ext>
              </a:extLst>
            </p:cNvPr>
            <p:cNvSpPr/>
            <p:nvPr/>
          </p:nvSpPr>
          <p:spPr>
            <a:xfrm>
              <a:off x="4427825" y="1571400"/>
              <a:ext cx="62350" cy="53250"/>
            </a:xfrm>
            <a:custGeom>
              <a:avLst/>
              <a:gdLst/>
              <a:ahLst/>
              <a:cxnLst/>
              <a:rect l="l" t="t" r="r" b="b"/>
              <a:pathLst>
                <a:path w="2494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4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Freeform: Shape 384">
              <a:extLst>
                <a:ext uri="{FF2B5EF4-FFF2-40B4-BE49-F238E27FC236}">
                  <a16:creationId xmlns:a16="http://schemas.microsoft.com/office/drawing/2014/main" id="{32D10DE4-0241-4010-A15C-02C3408058B7}"/>
                </a:ext>
              </a:extLst>
            </p:cNvPr>
            <p:cNvSpPr/>
            <p:nvPr/>
          </p:nvSpPr>
          <p:spPr>
            <a:xfrm>
              <a:off x="43516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Freeform: Shape 385">
              <a:extLst>
                <a:ext uri="{FF2B5EF4-FFF2-40B4-BE49-F238E27FC236}">
                  <a16:creationId xmlns:a16="http://schemas.microsoft.com/office/drawing/2014/main" id="{5C12C872-16FC-4459-A11F-C914D6B7DC00}"/>
                </a:ext>
              </a:extLst>
            </p:cNvPr>
            <p:cNvSpPr/>
            <p:nvPr/>
          </p:nvSpPr>
          <p:spPr>
            <a:xfrm>
              <a:off x="42756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Freeform: Shape 386">
              <a:extLst>
                <a:ext uri="{FF2B5EF4-FFF2-40B4-BE49-F238E27FC236}">
                  <a16:creationId xmlns:a16="http://schemas.microsoft.com/office/drawing/2014/main" id="{D396F68A-CF0A-47C8-9605-118CE341C2F3}"/>
                </a:ext>
              </a:extLst>
            </p:cNvPr>
            <p:cNvSpPr/>
            <p:nvPr/>
          </p:nvSpPr>
          <p:spPr>
            <a:xfrm>
              <a:off x="42756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Freeform: Shape 387">
              <a:extLst>
                <a:ext uri="{FF2B5EF4-FFF2-40B4-BE49-F238E27FC236}">
                  <a16:creationId xmlns:a16="http://schemas.microsoft.com/office/drawing/2014/main" id="{3D8E3481-2BB3-431B-A78F-03EF9FEAB7F2}"/>
                </a:ext>
              </a:extLst>
            </p:cNvPr>
            <p:cNvSpPr/>
            <p:nvPr/>
          </p:nvSpPr>
          <p:spPr>
            <a:xfrm>
              <a:off x="41994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Freeform: Shape 388">
              <a:extLst>
                <a:ext uri="{FF2B5EF4-FFF2-40B4-BE49-F238E27FC236}">
                  <a16:creationId xmlns:a16="http://schemas.microsoft.com/office/drawing/2014/main" id="{7F62DA0C-70B8-4F5B-9F05-CA2B49AD2968}"/>
                </a:ext>
              </a:extLst>
            </p:cNvPr>
            <p:cNvSpPr/>
            <p:nvPr/>
          </p:nvSpPr>
          <p:spPr>
            <a:xfrm>
              <a:off x="41994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Freeform: Shape 389">
              <a:extLst>
                <a:ext uri="{FF2B5EF4-FFF2-40B4-BE49-F238E27FC236}">
                  <a16:creationId xmlns:a16="http://schemas.microsoft.com/office/drawing/2014/main" id="{D6EF38C5-2F0D-4929-9F23-A161727CD439}"/>
                </a:ext>
              </a:extLst>
            </p:cNvPr>
            <p:cNvSpPr/>
            <p:nvPr/>
          </p:nvSpPr>
          <p:spPr>
            <a:xfrm>
              <a:off x="41994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Freeform: Shape 390">
              <a:extLst>
                <a:ext uri="{FF2B5EF4-FFF2-40B4-BE49-F238E27FC236}">
                  <a16:creationId xmlns:a16="http://schemas.microsoft.com/office/drawing/2014/main" id="{C18DA6E4-1BCA-42DB-A3E9-86FD0784E004}"/>
                </a:ext>
              </a:extLst>
            </p:cNvPr>
            <p:cNvSpPr/>
            <p:nvPr/>
          </p:nvSpPr>
          <p:spPr>
            <a:xfrm>
              <a:off x="41994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Freeform: Shape 391">
              <a:extLst>
                <a:ext uri="{FF2B5EF4-FFF2-40B4-BE49-F238E27FC236}">
                  <a16:creationId xmlns:a16="http://schemas.microsoft.com/office/drawing/2014/main" id="{93D47B27-4A7C-471A-847F-55CBA70589EB}"/>
                </a:ext>
              </a:extLst>
            </p:cNvPr>
            <p:cNvSpPr/>
            <p:nvPr/>
          </p:nvSpPr>
          <p:spPr>
            <a:xfrm>
              <a:off x="41231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Freeform: Shape 392">
              <a:extLst>
                <a:ext uri="{FF2B5EF4-FFF2-40B4-BE49-F238E27FC236}">
                  <a16:creationId xmlns:a16="http://schemas.microsoft.com/office/drawing/2014/main" id="{4C422802-0217-4E6F-A7CA-C5A1ED86E438}"/>
                </a:ext>
              </a:extLst>
            </p:cNvPr>
            <p:cNvSpPr/>
            <p:nvPr/>
          </p:nvSpPr>
          <p:spPr>
            <a:xfrm>
              <a:off x="41231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Freeform: Shape 393">
              <a:extLst>
                <a:ext uri="{FF2B5EF4-FFF2-40B4-BE49-F238E27FC236}">
                  <a16:creationId xmlns:a16="http://schemas.microsoft.com/office/drawing/2014/main" id="{52D3FE1E-46D3-4BAA-B4D9-94DA6A529A70}"/>
                </a:ext>
              </a:extLst>
            </p:cNvPr>
            <p:cNvSpPr/>
            <p:nvPr/>
          </p:nvSpPr>
          <p:spPr>
            <a:xfrm>
              <a:off x="41231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Freeform: Shape 394">
              <a:extLst>
                <a:ext uri="{FF2B5EF4-FFF2-40B4-BE49-F238E27FC236}">
                  <a16:creationId xmlns:a16="http://schemas.microsoft.com/office/drawing/2014/main" id="{70B8563F-6868-4C51-B794-DE758C590FE0}"/>
                </a:ext>
              </a:extLst>
            </p:cNvPr>
            <p:cNvSpPr/>
            <p:nvPr/>
          </p:nvSpPr>
          <p:spPr>
            <a:xfrm>
              <a:off x="41231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Freeform: Shape 395">
              <a:extLst>
                <a:ext uri="{FF2B5EF4-FFF2-40B4-BE49-F238E27FC236}">
                  <a16:creationId xmlns:a16="http://schemas.microsoft.com/office/drawing/2014/main" id="{D02D578D-976E-4C80-BE45-75E58DA3011B}"/>
                </a:ext>
              </a:extLst>
            </p:cNvPr>
            <p:cNvSpPr/>
            <p:nvPr/>
          </p:nvSpPr>
          <p:spPr>
            <a:xfrm>
              <a:off x="41231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Freeform: Shape 396">
              <a:extLst>
                <a:ext uri="{FF2B5EF4-FFF2-40B4-BE49-F238E27FC236}">
                  <a16:creationId xmlns:a16="http://schemas.microsoft.com/office/drawing/2014/main" id="{B46C4D98-DE1C-4365-B5FA-8AB33D7D85C5}"/>
                </a:ext>
              </a:extLst>
            </p:cNvPr>
            <p:cNvSpPr/>
            <p:nvPr/>
          </p:nvSpPr>
          <p:spPr>
            <a:xfrm>
              <a:off x="41231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Freeform: Shape 397">
              <a:extLst>
                <a:ext uri="{FF2B5EF4-FFF2-40B4-BE49-F238E27FC236}">
                  <a16:creationId xmlns:a16="http://schemas.microsoft.com/office/drawing/2014/main" id="{4E0802A3-7002-46FF-A8D7-78E1CC06A12F}"/>
                </a:ext>
              </a:extLst>
            </p:cNvPr>
            <p:cNvSpPr/>
            <p:nvPr/>
          </p:nvSpPr>
          <p:spPr>
            <a:xfrm>
              <a:off x="40469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Freeform: Shape 398">
              <a:extLst>
                <a:ext uri="{FF2B5EF4-FFF2-40B4-BE49-F238E27FC236}">
                  <a16:creationId xmlns:a16="http://schemas.microsoft.com/office/drawing/2014/main" id="{45DDBD98-FCEB-4DB2-B6A0-DCDE9F0C4037}"/>
                </a:ext>
              </a:extLst>
            </p:cNvPr>
            <p:cNvSpPr/>
            <p:nvPr/>
          </p:nvSpPr>
          <p:spPr>
            <a:xfrm>
              <a:off x="40469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Freeform: Shape 399">
              <a:extLst>
                <a:ext uri="{FF2B5EF4-FFF2-40B4-BE49-F238E27FC236}">
                  <a16:creationId xmlns:a16="http://schemas.microsoft.com/office/drawing/2014/main" id="{4AA26774-20B4-4620-9C6C-C0D74461B1F4}"/>
                </a:ext>
              </a:extLst>
            </p:cNvPr>
            <p:cNvSpPr/>
            <p:nvPr/>
          </p:nvSpPr>
          <p:spPr>
            <a:xfrm>
              <a:off x="40469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Freeform: Shape 400">
              <a:extLst>
                <a:ext uri="{FF2B5EF4-FFF2-40B4-BE49-F238E27FC236}">
                  <a16:creationId xmlns:a16="http://schemas.microsoft.com/office/drawing/2014/main" id="{6CC2C09F-AF6C-480D-BAC1-A36C25DBC6E5}"/>
                </a:ext>
              </a:extLst>
            </p:cNvPr>
            <p:cNvSpPr/>
            <p:nvPr/>
          </p:nvSpPr>
          <p:spPr>
            <a:xfrm>
              <a:off x="40469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Freeform: Shape 401">
              <a:extLst>
                <a:ext uri="{FF2B5EF4-FFF2-40B4-BE49-F238E27FC236}">
                  <a16:creationId xmlns:a16="http://schemas.microsoft.com/office/drawing/2014/main" id="{AC7CCF99-5FA6-4FB7-A5E8-D310D408D038}"/>
                </a:ext>
              </a:extLst>
            </p:cNvPr>
            <p:cNvSpPr/>
            <p:nvPr/>
          </p:nvSpPr>
          <p:spPr>
            <a:xfrm>
              <a:off x="40469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Freeform: Shape 402">
              <a:extLst>
                <a:ext uri="{FF2B5EF4-FFF2-40B4-BE49-F238E27FC236}">
                  <a16:creationId xmlns:a16="http://schemas.microsoft.com/office/drawing/2014/main" id="{E300E47E-9909-4C08-8C67-024F284CC2AE}"/>
                </a:ext>
              </a:extLst>
            </p:cNvPr>
            <p:cNvSpPr/>
            <p:nvPr/>
          </p:nvSpPr>
          <p:spPr>
            <a:xfrm>
              <a:off x="404695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Freeform: Shape 403">
              <a:extLst>
                <a:ext uri="{FF2B5EF4-FFF2-40B4-BE49-F238E27FC236}">
                  <a16:creationId xmlns:a16="http://schemas.microsoft.com/office/drawing/2014/main" id="{BAE7F333-C680-432A-A701-91086A4FA5C5}"/>
                </a:ext>
              </a:extLst>
            </p:cNvPr>
            <p:cNvSpPr/>
            <p:nvPr/>
          </p:nvSpPr>
          <p:spPr>
            <a:xfrm>
              <a:off x="40469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Freeform: Shape 404">
              <a:extLst>
                <a:ext uri="{FF2B5EF4-FFF2-40B4-BE49-F238E27FC236}">
                  <a16:creationId xmlns:a16="http://schemas.microsoft.com/office/drawing/2014/main" id="{C07387D8-91EC-4F79-A696-95FA78493EBD}"/>
                </a:ext>
              </a:extLst>
            </p:cNvPr>
            <p:cNvSpPr/>
            <p:nvPr/>
          </p:nvSpPr>
          <p:spPr>
            <a:xfrm>
              <a:off x="40469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Freeform: Shape 405">
              <a:extLst>
                <a:ext uri="{FF2B5EF4-FFF2-40B4-BE49-F238E27FC236}">
                  <a16:creationId xmlns:a16="http://schemas.microsoft.com/office/drawing/2014/main" id="{AEC4F6D7-3178-4663-8D28-3A8EA21242B1}"/>
                </a:ext>
              </a:extLst>
            </p:cNvPr>
            <p:cNvSpPr/>
            <p:nvPr/>
          </p:nvSpPr>
          <p:spPr>
            <a:xfrm>
              <a:off x="39709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Freeform: Shape 406">
              <a:extLst>
                <a:ext uri="{FF2B5EF4-FFF2-40B4-BE49-F238E27FC236}">
                  <a16:creationId xmlns:a16="http://schemas.microsoft.com/office/drawing/2014/main" id="{B0B58136-EDEF-4DB0-8229-871C4C9B5BA3}"/>
                </a:ext>
              </a:extLst>
            </p:cNvPr>
            <p:cNvSpPr/>
            <p:nvPr/>
          </p:nvSpPr>
          <p:spPr>
            <a:xfrm>
              <a:off x="39709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Freeform: Shape 407">
              <a:extLst>
                <a:ext uri="{FF2B5EF4-FFF2-40B4-BE49-F238E27FC236}">
                  <a16:creationId xmlns:a16="http://schemas.microsoft.com/office/drawing/2014/main" id="{23BE6D67-2B4C-4FD2-AA74-451511552F7E}"/>
                </a:ext>
              </a:extLst>
            </p:cNvPr>
            <p:cNvSpPr/>
            <p:nvPr/>
          </p:nvSpPr>
          <p:spPr>
            <a:xfrm>
              <a:off x="39709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Freeform: Shape 408">
              <a:extLst>
                <a:ext uri="{FF2B5EF4-FFF2-40B4-BE49-F238E27FC236}">
                  <a16:creationId xmlns:a16="http://schemas.microsoft.com/office/drawing/2014/main" id="{271444AB-5423-41B0-98A9-7D187FEAF067}"/>
                </a:ext>
              </a:extLst>
            </p:cNvPr>
            <p:cNvSpPr/>
            <p:nvPr/>
          </p:nvSpPr>
          <p:spPr>
            <a:xfrm>
              <a:off x="39709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Freeform: Shape 409">
              <a:extLst>
                <a:ext uri="{FF2B5EF4-FFF2-40B4-BE49-F238E27FC236}">
                  <a16:creationId xmlns:a16="http://schemas.microsoft.com/office/drawing/2014/main" id="{3DE15D0C-0F1E-476B-BEB3-AE6F75906399}"/>
                </a:ext>
              </a:extLst>
            </p:cNvPr>
            <p:cNvSpPr/>
            <p:nvPr/>
          </p:nvSpPr>
          <p:spPr>
            <a:xfrm>
              <a:off x="39709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Freeform: Shape 410">
              <a:extLst>
                <a:ext uri="{FF2B5EF4-FFF2-40B4-BE49-F238E27FC236}">
                  <a16:creationId xmlns:a16="http://schemas.microsoft.com/office/drawing/2014/main" id="{8C69A978-EE1E-4114-8651-1C8100A325D1}"/>
                </a:ext>
              </a:extLst>
            </p:cNvPr>
            <p:cNvSpPr/>
            <p:nvPr/>
          </p:nvSpPr>
          <p:spPr>
            <a:xfrm>
              <a:off x="39709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Freeform: Shape 411">
              <a:extLst>
                <a:ext uri="{FF2B5EF4-FFF2-40B4-BE49-F238E27FC236}">
                  <a16:creationId xmlns:a16="http://schemas.microsoft.com/office/drawing/2014/main" id="{2A41878D-1BF3-4459-9589-5A77AF8E0DD1}"/>
                </a:ext>
              </a:extLst>
            </p:cNvPr>
            <p:cNvSpPr/>
            <p:nvPr/>
          </p:nvSpPr>
          <p:spPr>
            <a:xfrm>
              <a:off x="39709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Freeform: Shape 412">
              <a:extLst>
                <a:ext uri="{FF2B5EF4-FFF2-40B4-BE49-F238E27FC236}">
                  <a16:creationId xmlns:a16="http://schemas.microsoft.com/office/drawing/2014/main" id="{65A0B33B-649C-4395-BB94-0F97E52EF4A0}"/>
                </a:ext>
              </a:extLst>
            </p:cNvPr>
            <p:cNvSpPr/>
            <p:nvPr/>
          </p:nvSpPr>
          <p:spPr>
            <a:xfrm>
              <a:off x="39709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Freeform: Shape 413">
              <a:extLst>
                <a:ext uri="{FF2B5EF4-FFF2-40B4-BE49-F238E27FC236}">
                  <a16:creationId xmlns:a16="http://schemas.microsoft.com/office/drawing/2014/main" id="{BB0B8685-BC47-448C-A4BC-7BEC3E609926}"/>
                </a:ext>
              </a:extLst>
            </p:cNvPr>
            <p:cNvSpPr/>
            <p:nvPr/>
          </p:nvSpPr>
          <p:spPr>
            <a:xfrm>
              <a:off x="39709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Freeform: Shape 414">
              <a:extLst>
                <a:ext uri="{FF2B5EF4-FFF2-40B4-BE49-F238E27FC236}">
                  <a16:creationId xmlns:a16="http://schemas.microsoft.com/office/drawing/2014/main" id="{8E368AF5-3223-454C-91A3-140B69008A59}"/>
                </a:ext>
              </a:extLst>
            </p:cNvPr>
            <p:cNvSpPr/>
            <p:nvPr/>
          </p:nvSpPr>
          <p:spPr>
            <a:xfrm>
              <a:off x="38947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Freeform: Shape 415">
              <a:extLst>
                <a:ext uri="{FF2B5EF4-FFF2-40B4-BE49-F238E27FC236}">
                  <a16:creationId xmlns:a16="http://schemas.microsoft.com/office/drawing/2014/main" id="{BE7D2BEF-4E66-42F3-B6A5-CAB97D2E6E16}"/>
                </a:ext>
              </a:extLst>
            </p:cNvPr>
            <p:cNvSpPr/>
            <p:nvPr/>
          </p:nvSpPr>
          <p:spPr>
            <a:xfrm>
              <a:off x="38947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3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Freeform: Shape 416">
              <a:extLst>
                <a:ext uri="{FF2B5EF4-FFF2-40B4-BE49-F238E27FC236}">
                  <a16:creationId xmlns:a16="http://schemas.microsoft.com/office/drawing/2014/main" id="{DD3B7425-D2C9-4D49-AC74-709BFF27176F}"/>
                </a:ext>
              </a:extLst>
            </p:cNvPr>
            <p:cNvSpPr/>
            <p:nvPr/>
          </p:nvSpPr>
          <p:spPr>
            <a:xfrm>
              <a:off x="38947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Freeform: Shape 417">
              <a:extLst>
                <a:ext uri="{FF2B5EF4-FFF2-40B4-BE49-F238E27FC236}">
                  <a16:creationId xmlns:a16="http://schemas.microsoft.com/office/drawing/2014/main" id="{BFC8D900-E612-4F6C-A017-CE47091A0213}"/>
                </a:ext>
              </a:extLst>
            </p:cNvPr>
            <p:cNvSpPr/>
            <p:nvPr/>
          </p:nvSpPr>
          <p:spPr>
            <a:xfrm>
              <a:off x="38947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Freeform: Shape 418">
              <a:extLst>
                <a:ext uri="{FF2B5EF4-FFF2-40B4-BE49-F238E27FC236}">
                  <a16:creationId xmlns:a16="http://schemas.microsoft.com/office/drawing/2014/main" id="{93ED7077-FB1C-491F-96FC-BD98E326A397}"/>
                </a:ext>
              </a:extLst>
            </p:cNvPr>
            <p:cNvSpPr/>
            <p:nvPr/>
          </p:nvSpPr>
          <p:spPr>
            <a:xfrm>
              <a:off x="38947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Freeform: Shape 419">
              <a:extLst>
                <a:ext uri="{FF2B5EF4-FFF2-40B4-BE49-F238E27FC236}">
                  <a16:creationId xmlns:a16="http://schemas.microsoft.com/office/drawing/2014/main" id="{22BA55C1-9C40-4BF6-92FC-BDD55EE5B3D5}"/>
                </a:ext>
              </a:extLst>
            </p:cNvPr>
            <p:cNvSpPr/>
            <p:nvPr/>
          </p:nvSpPr>
          <p:spPr>
            <a:xfrm>
              <a:off x="3894725" y="1571400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Freeform: Shape 420">
              <a:extLst>
                <a:ext uri="{FF2B5EF4-FFF2-40B4-BE49-F238E27FC236}">
                  <a16:creationId xmlns:a16="http://schemas.microsoft.com/office/drawing/2014/main" id="{E2AE621B-010F-4CDB-8FAC-60B23039C0DB}"/>
                </a:ext>
              </a:extLst>
            </p:cNvPr>
            <p:cNvSpPr/>
            <p:nvPr/>
          </p:nvSpPr>
          <p:spPr>
            <a:xfrm>
              <a:off x="38947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Freeform: Shape 421">
              <a:extLst>
                <a:ext uri="{FF2B5EF4-FFF2-40B4-BE49-F238E27FC236}">
                  <a16:creationId xmlns:a16="http://schemas.microsoft.com/office/drawing/2014/main" id="{5FBEA320-7478-452B-A452-2050D39F4E4F}"/>
                </a:ext>
              </a:extLst>
            </p:cNvPr>
            <p:cNvSpPr/>
            <p:nvPr/>
          </p:nvSpPr>
          <p:spPr>
            <a:xfrm>
              <a:off x="38947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Freeform: Shape 422">
              <a:extLst>
                <a:ext uri="{FF2B5EF4-FFF2-40B4-BE49-F238E27FC236}">
                  <a16:creationId xmlns:a16="http://schemas.microsoft.com/office/drawing/2014/main" id="{27922666-041D-4F8B-8E39-3060C6FD7278}"/>
                </a:ext>
              </a:extLst>
            </p:cNvPr>
            <p:cNvSpPr/>
            <p:nvPr/>
          </p:nvSpPr>
          <p:spPr>
            <a:xfrm>
              <a:off x="38947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Freeform: Shape 423">
              <a:extLst>
                <a:ext uri="{FF2B5EF4-FFF2-40B4-BE49-F238E27FC236}">
                  <a16:creationId xmlns:a16="http://schemas.microsoft.com/office/drawing/2014/main" id="{EFBB8EF3-0930-41C4-8F8B-06A4F9653268}"/>
                </a:ext>
              </a:extLst>
            </p:cNvPr>
            <p:cNvSpPr/>
            <p:nvPr/>
          </p:nvSpPr>
          <p:spPr>
            <a:xfrm>
              <a:off x="38947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Freeform: Shape 424">
              <a:extLst>
                <a:ext uri="{FF2B5EF4-FFF2-40B4-BE49-F238E27FC236}">
                  <a16:creationId xmlns:a16="http://schemas.microsoft.com/office/drawing/2014/main" id="{56F40DF7-3432-4001-B0D9-9BAF6F54FA45}"/>
                </a:ext>
              </a:extLst>
            </p:cNvPr>
            <p:cNvSpPr/>
            <p:nvPr/>
          </p:nvSpPr>
          <p:spPr>
            <a:xfrm>
              <a:off x="38185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Freeform: Shape 425">
              <a:extLst>
                <a:ext uri="{FF2B5EF4-FFF2-40B4-BE49-F238E27FC236}">
                  <a16:creationId xmlns:a16="http://schemas.microsoft.com/office/drawing/2014/main" id="{02F49151-68C9-4946-B019-56913F3577CE}"/>
                </a:ext>
              </a:extLst>
            </p:cNvPr>
            <p:cNvSpPr/>
            <p:nvPr/>
          </p:nvSpPr>
          <p:spPr>
            <a:xfrm>
              <a:off x="38185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Freeform: Shape 426">
              <a:extLst>
                <a:ext uri="{FF2B5EF4-FFF2-40B4-BE49-F238E27FC236}">
                  <a16:creationId xmlns:a16="http://schemas.microsoft.com/office/drawing/2014/main" id="{5317F469-7B5A-46CC-B4CF-E64C3BAD6929}"/>
                </a:ext>
              </a:extLst>
            </p:cNvPr>
            <p:cNvSpPr/>
            <p:nvPr/>
          </p:nvSpPr>
          <p:spPr>
            <a:xfrm>
              <a:off x="38185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Freeform: Shape 427">
              <a:extLst>
                <a:ext uri="{FF2B5EF4-FFF2-40B4-BE49-F238E27FC236}">
                  <a16:creationId xmlns:a16="http://schemas.microsoft.com/office/drawing/2014/main" id="{053C259F-41CF-421C-B247-70CAD8FE07F1}"/>
                </a:ext>
              </a:extLst>
            </p:cNvPr>
            <p:cNvSpPr/>
            <p:nvPr/>
          </p:nvSpPr>
          <p:spPr>
            <a:xfrm>
              <a:off x="38185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Freeform: Shape 428">
              <a:extLst>
                <a:ext uri="{FF2B5EF4-FFF2-40B4-BE49-F238E27FC236}">
                  <a16:creationId xmlns:a16="http://schemas.microsoft.com/office/drawing/2014/main" id="{99AD45AF-99AC-4B0F-8B49-4EBB3295FFCD}"/>
                </a:ext>
              </a:extLst>
            </p:cNvPr>
            <p:cNvSpPr/>
            <p:nvPr/>
          </p:nvSpPr>
          <p:spPr>
            <a:xfrm>
              <a:off x="38185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Freeform: Shape 429">
              <a:extLst>
                <a:ext uri="{FF2B5EF4-FFF2-40B4-BE49-F238E27FC236}">
                  <a16:creationId xmlns:a16="http://schemas.microsoft.com/office/drawing/2014/main" id="{3C2A018F-F333-49DC-A4BA-4EE920C06C79}"/>
                </a:ext>
              </a:extLst>
            </p:cNvPr>
            <p:cNvSpPr/>
            <p:nvPr/>
          </p:nvSpPr>
          <p:spPr>
            <a:xfrm>
              <a:off x="38185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Freeform: Shape 430">
              <a:extLst>
                <a:ext uri="{FF2B5EF4-FFF2-40B4-BE49-F238E27FC236}">
                  <a16:creationId xmlns:a16="http://schemas.microsoft.com/office/drawing/2014/main" id="{3E593B89-8894-449C-8FC7-1C43D57A4E77}"/>
                </a:ext>
              </a:extLst>
            </p:cNvPr>
            <p:cNvSpPr/>
            <p:nvPr/>
          </p:nvSpPr>
          <p:spPr>
            <a:xfrm>
              <a:off x="38185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Freeform: Shape 431">
              <a:extLst>
                <a:ext uri="{FF2B5EF4-FFF2-40B4-BE49-F238E27FC236}">
                  <a16:creationId xmlns:a16="http://schemas.microsoft.com/office/drawing/2014/main" id="{D48D5827-554F-479A-B8F9-B762689883B8}"/>
                </a:ext>
              </a:extLst>
            </p:cNvPr>
            <p:cNvSpPr/>
            <p:nvPr/>
          </p:nvSpPr>
          <p:spPr>
            <a:xfrm>
              <a:off x="38185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Freeform: Shape 432">
              <a:extLst>
                <a:ext uri="{FF2B5EF4-FFF2-40B4-BE49-F238E27FC236}">
                  <a16:creationId xmlns:a16="http://schemas.microsoft.com/office/drawing/2014/main" id="{B7D4EE9A-AA27-4E89-B08C-42D52560A4C8}"/>
                </a:ext>
              </a:extLst>
            </p:cNvPr>
            <p:cNvSpPr/>
            <p:nvPr/>
          </p:nvSpPr>
          <p:spPr>
            <a:xfrm>
              <a:off x="38185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Freeform: Shape 433">
              <a:extLst>
                <a:ext uri="{FF2B5EF4-FFF2-40B4-BE49-F238E27FC236}">
                  <a16:creationId xmlns:a16="http://schemas.microsoft.com/office/drawing/2014/main" id="{0947DE34-6B27-4E04-AC0E-84683BE28EF8}"/>
                </a:ext>
              </a:extLst>
            </p:cNvPr>
            <p:cNvSpPr/>
            <p:nvPr/>
          </p:nvSpPr>
          <p:spPr>
            <a:xfrm>
              <a:off x="381852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Freeform: Shape 434">
              <a:extLst>
                <a:ext uri="{FF2B5EF4-FFF2-40B4-BE49-F238E27FC236}">
                  <a16:creationId xmlns:a16="http://schemas.microsoft.com/office/drawing/2014/main" id="{C4235D27-7190-4F40-89F2-A1C52384D186}"/>
                </a:ext>
              </a:extLst>
            </p:cNvPr>
            <p:cNvSpPr/>
            <p:nvPr/>
          </p:nvSpPr>
          <p:spPr>
            <a:xfrm>
              <a:off x="38185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Freeform: Shape 435">
              <a:extLst>
                <a:ext uri="{FF2B5EF4-FFF2-40B4-BE49-F238E27FC236}">
                  <a16:creationId xmlns:a16="http://schemas.microsoft.com/office/drawing/2014/main" id="{90334E83-1F06-4E42-B5D4-647149E3392A}"/>
                </a:ext>
              </a:extLst>
            </p:cNvPr>
            <p:cNvSpPr/>
            <p:nvPr/>
          </p:nvSpPr>
          <p:spPr>
            <a:xfrm>
              <a:off x="37423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Freeform: Shape 436">
              <a:extLst>
                <a:ext uri="{FF2B5EF4-FFF2-40B4-BE49-F238E27FC236}">
                  <a16:creationId xmlns:a16="http://schemas.microsoft.com/office/drawing/2014/main" id="{A00C3262-4217-44A2-BF21-07A8A3BC5462}"/>
                </a:ext>
              </a:extLst>
            </p:cNvPr>
            <p:cNvSpPr/>
            <p:nvPr/>
          </p:nvSpPr>
          <p:spPr>
            <a:xfrm>
              <a:off x="37423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Freeform: Shape 437">
              <a:extLst>
                <a:ext uri="{FF2B5EF4-FFF2-40B4-BE49-F238E27FC236}">
                  <a16:creationId xmlns:a16="http://schemas.microsoft.com/office/drawing/2014/main" id="{4B11669F-9F55-4BD0-AC36-62B26D6FA1F2}"/>
                </a:ext>
              </a:extLst>
            </p:cNvPr>
            <p:cNvSpPr/>
            <p:nvPr/>
          </p:nvSpPr>
          <p:spPr>
            <a:xfrm>
              <a:off x="374230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5"/>
                    <a:pt x="528" y="2132"/>
                    <a:pt x="1076" y="2132"/>
                  </a:cubicBezTo>
                  <a:cubicBezTo>
                    <a:pt x="1335" y="2132"/>
                    <a:pt x="1599" y="2036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Freeform: Shape 438">
              <a:extLst>
                <a:ext uri="{FF2B5EF4-FFF2-40B4-BE49-F238E27FC236}">
                  <a16:creationId xmlns:a16="http://schemas.microsoft.com/office/drawing/2014/main" id="{59E45E5B-41D4-4772-AC0A-18A603074FEB}"/>
                </a:ext>
              </a:extLst>
            </p:cNvPr>
            <p:cNvSpPr/>
            <p:nvPr/>
          </p:nvSpPr>
          <p:spPr>
            <a:xfrm>
              <a:off x="37423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Freeform: Shape 439">
              <a:extLst>
                <a:ext uri="{FF2B5EF4-FFF2-40B4-BE49-F238E27FC236}">
                  <a16:creationId xmlns:a16="http://schemas.microsoft.com/office/drawing/2014/main" id="{1CC8388E-3401-4856-94C2-47A6120AF3BE}"/>
                </a:ext>
              </a:extLst>
            </p:cNvPr>
            <p:cNvSpPr/>
            <p:nvPr/>
          </p:nvSpPr>
          <p:spPr>
            <a:xfrm>
              <a:off x="37423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Freeform: Shape 440">
              <a:extLst>
                <a:ext uri="{FF2B5EF4-FFF2-40B4-BE49-F238E27FC236}">
                  <a16:creationId xmlns:a16="http://schemas.microsoft.com/office/drawing/2014/main" id="{A1541245-1A57-457C-ADBE-F036A29E9D31}"/>
                </a:ext>
              </a:extLst>
            </p:cNvPr>
            <p:cNvSpPr/>
            <p:nvPr/>
          </p:nvSpPr>
          <p:spPr>
            <a:xfrm>
              <a:off x="37423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Freeform: Shape 441">
              <a:extLst>
                <a:ext uri="{FF2B5EF4-FFF2-40B4-BE49-F238E27FC236}">
                  <a16:creationId xmlns:a16="http://schemas.microsoft.com/office/drawing/2014/main" id="{C78FD4F3-BED1-4FD9-9AD9-2C6C4285F1AF}"/>
                </a:ext>
              </a:extLst>
            </p:cNvPr>
            <p:cNvSpPr/>
            <p:nvPr/>
          </p:nvSpPr>
          <p:spPr>
            <a:xfrm>
              <a:off x="37423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Freeform: Shape 442">
              <a:extLst>
                <a:ext uri="{FF2B5EF4-FFF2-40B4-BE49-F238E27FC236}">
                  <a16:creationId xmlns:a16="http://schemas.microsoft.com/office/drawing/2014/main" id="{BA887744-2D6C-4BBA-AEFD-2A0A449C65E2}"/>
                </a:ext>
              </a:extLst>
            </p:cNvPr>
            <p:cNvSpPr/>
            <p:nvPr/>
          </p:nvSpPr>
          <p:spPr>
            <a:xfrm>
              <a:off x="37423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Freeform: Shape 443">
              <a:extLst>
                <a:ext uri="{FF2B5EF4-FFF2-40B4-BE49-F238E27FC236}">
                  <a16:creationId xmlns:a16="http://schemas.microsoft.com/office/drawing/2014/main" id="{646B8430-B42D-4E40-9C77-C904755B4ACF}"/>
                </a:ext>
              </a:extLst>
            </p:cNvPr>
            <p:cNvSpPr/>
            <p:nvPr/>
          </p:nvSpPr>
          <p:spPr>
            <a:xfrm>
              <a:off x="37423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Freeform: Shape 444">
              <a:extLst>
                <a:ext uri="{FF2B5EF4-FFF2-40B4-BE49-F238E27FC236}">
                  <a16:creationId xmlns:a16="http://schemas.microsoft.com/office/drawing/2014/main" id="{AF842FBB-5BC8-4E21-B10D-1B951F60874E}"/>
                </a:ext>
              </a:extLst>
            </p:cNvPr>
            <p:cNvSpPr/>
            <p:nvPr/>
          </p:nvSpPr>
          <p:spPr>
            <a:xfrm>
              <a:off x="36661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Freeform: Shape 445">
              <a:extLst>
                <a:ext uri="{FF2B5EF4-FFF2-40B4-BE49-F238E27FC236}">
                  <a16:creationId xmlns:a16="http://schemas.microsoft.com/office/drawing/2014/main" id="{38731BD5-EA45-4F66-B981-96C1E7D2A376}"/>
                </a:ext>
              </a:extLst>
            </p:cNvPr>
            <p:cNvSpPr/>
            <p:nvPr/>
          </p:nvSpPr>
          <p:spPr>
            <a:xfrm>
              <a:off x="36661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Freeform: Shape 446">
              <a:extLst>
                <a:ext uri="{FF2B5EF4-FFF2-40B4-BE49-F238E27FC236}">
                  <a16:creationId xmlns:a16="http://schemas.microsoft.com/office/drawing/2014/main" id="{EB4A93FA-55EF-4CC0-B041-7D0AEA2599A7}"/>
                </a:ext>
              </a:extLst>
            </p:cNvPr>
            <p:cNvSpPr/>
            <p:nvPr/>
          </p:nvSpPr>
          <p:spPr>
            <a:xfrm>
              <a:off x="36661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Freeform: Shape 447">
              <a:extLst>
                <a:ext uri="{FF2B5EF4-FFF2-40B4-BE49-F238E27FC236}">
                  <a16:creationId xmlns:a16="http://schemas.microsoft.com/office/drawing/2014/main" id="{B6DFCC44-3705-459B-96F9-AB8AB49EBA95}"/>
                </a:ext>
              </a:extLst>
            </p:cNvPr>
            <p:cNvSpPr/>
            <p:nvPr/>
          </p:nvSpPr>
          <p:spPr>
            <a:xfrm>
              <a:off x="36661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Freeform: Shape 448">
              <a:extLst>
                <a:ext uri="{FF2B5EF4-FFF2-40B4-BE49-F238E27FC236}">
                  <a16:creationId xmlns:a16="http://schemas.microsoft.com/office/drawing/2014/main" id="{D762FE9A-95E1-4E57-9762-EACEFD572F94}"/>
                </a:ext>
              </a:extLst>
            </p:cNvPr>
            <p:cNvSpPr/>
            <p:nvPr/>
          </p:nvSpPr>
          <p:spPr>
            <a:xfrm>
              <a:off x="366610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6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Freeform: Shape 449">
              <a:extLst>
                <a:ext uri="{FF2B5EF4-FFF2-40B4-BE49-F238E27FC236}">
                  <a16:creationId xmlns:a16="http://schemas.microsoft.com/office/drawing/2014/main" id="{1D96A496-1C72-49AC-8FAB-ECFCF45F50D0}"/>
                </a:ext>
              </a:extLst>
            </p:cNvPr>
            <p:cNvSpPr/>
            <p:nvPr/>
          </p:nvSpPr>
          <p:spPr>
            <a:xfrm>
              <a:off x="35898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Freeform: Shape 450">
              <a:extLst>
                <a:ext uri="{FF2B5EF4-FFF2-40B4-BE49-F238E27FC236}">
                  <a16:creationId xmlns:a16="http://schemas.microsoft.com/office/drawing/2014/main" id="{7FE6C472-4CFF-48E1-AEAA-D2C5F029CEDC}"/>
                </a:ext>
              </a:extLst>
            </p:cNvPr>
            <p:cNvSpPr/>
            <p:nvPr/>
          </p:nvSpPr>
          <p:spPr>
            <a:xfrm>
              <a:off x="35898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Freeform: Shape 451">
              <a:extLst>
                <a:ext uri="{FF2B5EF4-FFF2-40B4-BE49-F238E27FC236}">
                  <a16:creationId xmlns:a16="http://schemas.microsoft.com/office/drawing/2014/main" id="{F4B46BC2-C984-4190-89B5-96DFADEA4325}"/>
                </a:ext>
              </a:extLst>
            </p:cNvPr>
            <p:cNvSpPr/>
            <p:nvPr/>
          </p:nvSpPr>
          <p:spPr>
            <a:xfrm>
              <a:off x="35898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Freeform: Shape 452">
              <a:extLst>
                <a:ext uri="{FF2B5EF4-FFF2-40B4-BE49-F238E27FC236}">
                  <a16:creationId xmlns:a16="http://schemas.microsoft.com/office/drawing/2014/main" id="{31688B4F-7964-4516-90BE-52BD832A0B0C}"/>
                </a:ext>
              </a:extLst>
            </p:cNvPr>
            <p:cNvSpPr/>
            <p:nvPr/>
          </p:nvSpPr>
          <p:spPr>
            <a:xfrm>
              <a:off x="35898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Freeform: Shape 453">
              <a:extLst>
                <a:ext uri="{FF2B5EF4-FFF2-40B4-BE49-F238E27FC236}">
                  <a16:creationId xmlns:a16="http://schemas.microsoft.com/office/drawing/2014/main" id="{3A1155F2-00A2-412F-9DF5-E7DC61D660C2}"/>
                </a:ext>
              </a:extLst>
            </p:cNvPr>
            <p:cNvSpPr/>
            <p:nvPr/>
          </p:nvSpPr>
          <p:spPr>
            <a:xfrm>
              <a:off x="35898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Freeform: Shape 454">
              <a:extLst>
                <a:ext uri="{FF2B5EF4-FFF2-40B4-BE49-F238E27FC236}">
                  <a16:creationId xmlns:a16="http://schemas.microsoft.com/office/drawing/2014/main" id="{599B2285-7742-4A12-8180-75F5B255C342}"/>
                </a:ext>
              </a:extLst>
            </p:cNvPr>
            <p:cNvSpPr/>
            <p:nvPr/>
          </p:nvSpPr>
          <p:spPr>
            <a:xfrm>
              <a:off x="351367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Freeform: Shape 455">
              <a:extLst>
                <a:ext uri="{FF2B5EF4-FFF2-40B4-BE49-F238E27FC236}">
                  <a16:creationId xmlns:a16="http://schemas.microsoft.com/office/drawing/2014/main" id="{0EBDD9ED-5BB6-49E5-84CE-766BA52E9233}"/>
                </a:ext>
              </a:extLst>
            </p:cNvPr>
            <p:cNvSpPr/>
            <p:nvPr/>
          </p:nvSpPr>
          <p:spPr>
            <a:xfrm>
              <a:off x="35136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Freeform: Shape 456">
              <a:extLst>
                <a:ext uri="{FF2B5EF4-FFF2-40B4-BE49-F238E27FC236}">
                  <a16:creationId xmlns:a16="http://schemas.microsoft.com/office/drawing/2014/main" id="{16F191CC-7F0D-4A3E-9E6D-CC1FD9610267}"/>
                </a:ext>
              </a:extLst>
            </p:cNvPr>
            <p:cNvSpPr/>
            <p:nvPr/>
          </p:nvSpPr>
          <p:spPr>
            <a:xfrm>
              <a:off x="35136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Freeform: Shape 457">
              <a:extLst>
                <a:ext uri="{FF2B5EF4-FFF2-40B4-BE49-F238E27FC236}">
                  <a16:creationId xmlns:a16="http://schemas.microsoft.com/office/drawing/2014/main" id="{9BC9E94D-CBA7-4F2B-B45E-BDBAB606D3CE}"/>
                </a:ext>
              </a:extLst>
            </p:cNvPr>
            <p:cNvSpPr/>
            <p:nvPr/>
          </p:nvSpPr>
          <p:spPr>
            <a:xfrm>
              <a:off x="35136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Freeform: Shape 458">
              <a:extLst>
                <a:ext uri="{FF2B5EF4-FFF2-40B4-BE49-F238E27FC236}">
                  <a16:creationId xmlns:a16="http://schemas.microsoft.com/office/drawing/2014/main" id="{9722A6D9-B8DD-450B-85A5-00337FB4B7FB}"/>
                </a:ext>
              </a:extLst>
            </p:cNvPr>
            <p:cNvSpPr/>
            <p:nvPr/>
          </p:nvSpPr>
          <p:spPr>
            <a:xfrm>
              <a:off x="35136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Freeform: Shape 459">
              <a:extLst>
                <a:ext uri="{FF2B5EF4-FFF2-40B4-BE49-F238E27FC236}">
                  <a16:creationId xmlns:a16="http://schemas.microsoft.com/office/drawing/2014/main" id="{77A22872-078C-4F12-817B-D337400896B7}"/>
                </a:ext>
              </a:extLst>
            </p:cNvPr>
            <p:cNvSpPr/>
            <p:nvPr/>
          </p:nvSpPr>
          <p:spPr>
            <a:xfrm>
              <a:off x="351367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Freeform: Shape 460">
              <a:extLst>
                <a:ext uri="{FF2B5EF4-FFF2-40B4-BE49-F238E27FC236}">
                  <a16:creationId xmlns:a16="http://schemas.microsoft.com/office/drawing/2014/main" id="{5025DE54-4DF7-4202-9F68-A5D31A341979}"/>
                </a:ext>
              </a:extLst>
            </p:cNvPr>
            <p:cNvSpPr/>
            <p:nvPr/>
          </p:nvSpPr>
          <p:spPr>
            <a:xfrm>
              <a:off x="35136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Freeform: Shape 461">
              <a:extLst>
                <a:ext uri="{FF2B5EF4-FFF2-40B4-BE49-F238E27FC236}">
                  <a16:creationId xmlns:a16="http://schemas.microsoft.com/office/drawing/2014/main" id="{4F6170BD-9FC9-4A63-8637-BF01A122DC8F}"/>
                </a:ext>
              </a:extLst>
            </p:cNvPr>
            <p:cNvSpPr/>
            <p:nvPr/>
          </p:nvSpPr>
          <p:spPr>
            <a:xfrm>
              <a:off x="34374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Freeform: Shape 462">
              <a:extLst>
                <a:ext uri="{FF2B5EF4-FFF2-40B4-BE49-F238E27FC236}">
                  <a16:creationId xmlns:a16="http://schemas.microsoft.com/office/drawing/2014/main" id="{C227E768-1314-45A7-B809-4FE849610432}"/>
                </a:ext>
              </a:extLst>
            </p:cNvPr>
            <p:cNvSpPr/>
            <p:nvPr/>
          </p:nvSpPr>
          <p:spPr>
            <a:xfrm>
              <a:off x="34374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Freeform: Shape 463">
              <a:extLst>
                <a:ext uri="{FF2B5EF4-FFF2-40B4-BE49-F238E27FC236}">
                  <a16:creationId xmlns:a16="http://schemas.microsoft.com/office/drawing/2014/main" id="{ED9DB423-5BD9-47CE-AFB7-C97714DF9442}"/>
                </a:ext>
              </a:extLst>
            </p:cNvPr>
            <p:cNvSpPr/>
            <p:nvPr/>
          </p:nvSpPr>
          <p:spPr>
            <a:xfrm>
              <a:off x="34374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Freeform: Shape 464">
              <a:extLst>
                <a:ext uri="{FF2B5EF4-FFF2-40B4-BE49-F238E27FC236}">
                  <a16:creationId xmlns:a16="http://schemas.microsoft.com/office/drawing/2014/main" id="{2E041E11-6095-417E-B6CC-DB9104D1F52E}"/>
                </a:ext>
              </a:extLst>
            </p:cNvPr>
            <p:cNvSpPr/>
            <p:nvPr/>
          </p:nvSpPr>
          <p:spPr>
            <a:xfrm>
              <a:off x="34374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Freeform: Shape 465">
              <a:extLst>
                <a:ext uri="{FF2B5EF4-FFF2-40B4-BE49-F238E27FC236}">
                  <a16:creationId xmlns:a16="http://schemas.microsoft.com/office/drawing/2014/main" id="{B0CDE1A6-4428-4823-85C0-CC55B967CFEE}"/>
                </a:ext>
              </a:extLst>
            </p:cNvPr>
            <p:cNvSpPr/>
            <p:nvPr/>
          </p:nvSpPr>
          <p:spPr>
            <a:xfrm>
              <a:off x="34374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Freeform: Shape 466">
              <a:extLst>
                <a:ext uri="{FF2B5EF4-FFF2-40B4-BE49-F238E27FC236}">
                  <a16:creationId xmlns:a16="http://schemas.microsoft.com/office/drawing/2014/main" id="{3151F221-6B8D-4977-8E55-A8586DD487CD}"/>
                </a:ext>
              </a:extLst>
            </p:cNvPr>
            <p:cNvSpPr/>
            <p:nvPr/>
          </p:nvSpPr>
          <p:spPr>
            <a:xfrm>
              <a:off x="34374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Freeform: Shape 467">
              <a:extLst>
                <a:ext uri="{FF2B5EF4-FFF2-40B4-BE49-F238E27FC236}">
                  <a16:creationId xmlns:a16="http://schemas.microsoft.com/office/drawing/2014/main" id="{E30092E3-FBA3-45E1-8527-C89CC503AF1D}"/>
                </a:ext>
              </a:extLst>
            </p:cNvPr>
            <p:cNvSpPr/>
            <p:nvPr/>
          </p:nvSpPr>
          <p:spPr>
            <a:xfrm>
              <a:off x="34374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Freeform: Shape 468">
              <a:extLst>
                <a:ext uri="{FF2B5EF4-FFF2-40B4-BE49-F238E27FC236}">
                  <a16:creationId xmlns:a16="http://schemas.microsoft.com/office/drawing/2014/main" id="{934B1CA4-BC05-445C-AF38-A4407ED966EB}"/>
                </a:ext>
              </a:extLst>
            </p:cNvPr>
            <p:cNvSpPr/>
            <p:nvPr/>
          </p:nvSpPr>
          <p:spPr>
            <a:xfrm>
              <a:off x="33614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Freeform: Shape 469">
              <a:extLst>
                <a:ext uri="{FF2B5EF4-FFF2-40B4-BE49-F238E27FC236}">
                  <a16:creationId xmlns:a16="http://schemas.microsoft.com/office/drawing/2014/main" id="{9337544D-AF4D-4CF9-88DD-1F0413FCDC96}"/>
                </a:ext>
              </a:extLst>
            </p:cNvPr>
            <p:cNvSpPr/>
            <p:nvPr/>
          </p:nvSpPr>
          <p:spPr>
            <a:xfrm>
              <a:off x="33614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Freeform: Shape 470">
              <a:extLst>
                <a:ext uri="{FF2B5EF4-FFF2-40B4-BE49-F238E27FC236}">
                  <a16:creationId xmlns:a16="http://schemas.microsoft.com/office/drawing/2014/main" id="{43C5AD27-43CF-424E-8684-B6DADC1A669F}"/>
                </a:ext>
              </a:extLst>
            </p:cNvPr>
            <p:cNvSpPr/>
            <p:nvPr/>
          </p:nvSpPr>
          <p:spPr>
            <a:xfrm>
              <a:off x="33614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Freeform: Shape 471">
              <a:extLst>
                <a:ext uri="{FF2B5EF4-FFF2-40B4-BE49-F238E27FC236}">
                  <a16:creationId xmlns:a16="http://schemas.microsoft.com/office/drawing/2014/main" id="{13C064E4-919B-4308-8C63-9EB327D4E7BB}"/>
                </a:ext>
              </a:extLst>
            </p:cNvPr>
            <p:cNvSpPr/>
            <p:nvPr/>
          </p:nvSpPr>
          <p:spPr>
            <a:xfrm>
              <a:off x="33614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Freeform: Shape 472">
              <a:extLst>
                <a:ext uri="{FF2B5EF4-FFF2-40B4-BE49-F238E27FC236}">
                  <a16:creationId xmlns:a16="http://schemas.microsoft.com/office/drawing/2014/main" id="{64BA9130-F770-4E3F-A405-FFB9B0825C16}"/>
                </a:ext>
              </a:extLst>
            </p:cNvPr>
            <p:cNvSpPr/>
            <p:nvPr/>
          </p:nvSpPr>
          <p:spPr>
            <a:xfrm>
              <a:off x="32852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Freeform: Shape 473">
              <a:extLst>
                <a:ext uri="{FF2B5EF4-FFF2-40B4-BE49-F238E27FC236}">
                  <a16:creationId xmlns:a16="http://schemas.microsoft.com/office/drawing/2014/main" id="{46E1F091-9F96-4B90-B9BA-CBD0D471F13D}"/>
                </a:ext>
              </a:extLst>
            </p:cNvPr>
            <p:cNvSpPr/>
            <p:nvPr/>
          </p:nvSpPr>
          <p:spPr>
            <a:xfrm>
              <a:off x="31328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Freeform: Shape 474">
              <a:extLst>
                <a:ext uri="{FF2B5EF4-FFF2-40B4-BE49-F238E27FC236}">
                  <a16:creationId xmlns:a16="http://schemas.microsoft.com/office/drawing/2014/main" id="{4D02A205-8545-4BDA-9C6A-AB0E60C4E800}"/>
                </a:ext>
              </a:extLst>
            </p:cNvPr>
            <p:cNvSpPr/>
            <p:nvPr/>
          </p:nvSpPr>
          <p:spPr>
            <a:xfrm>
              <a:off x="30568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Freeform: Shape 475">
              <a:extLst>
                <a:ext uri="{FF2B5EF4-FFF2-40B4-BE49-F238E27FC236}">
                  <a16:creationId xmlns:a16="http://schemas.microsoft.com/office/drawing/2014/main" id="{3BBA156A-D93A-4E27-A95C-5D21D0318831}"/>
                </a:ext>
              </a:extLst>
            </p:cNvPr>
            <p:cNvSpPr/>
            <p:nvPr/>
          </p:nvSpPr>
          <p:spPr>
            <a:xfrm>
              <a:off x="30568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Freeform: Shape 476">
              <a:extLst>
                <a:ext uri="{FF2B5EF4-FFF2-40B4-BE49-F238E27FC236}">
                  <a16:creationId xmlns:a16="http://schemas.microsoft.com/office/drawing/2014/main" id="{BE47F33F-3BC4-42A7-B362-876414361A3C}"/>
                </a:ext>
              </a:extLst>
            </p:cNvPr>
            <p:cNvSpPr/>
            <p:nvPr/>
          </p:nvSpPr>
          <p:spPr>
            <a:xfrm>
              <a:off x="29805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Freeform: Shape 477">
              <a:extLst>
                <a:ext uri="{FF2B5EF4-FFF2-40B4-BE49-F238E27FC236}">
                  <a16:creationId xmlns:a16="http://schemas.microsoft.com/office/drawing/2014/main" id="{604E79F6-AD4E-4A06-8AAE-C588317A8DD2}"/>
                </a:ext>
              </a:extLst>
            </p:cNvPr>
            <p:cNvSpPr/>
            <p:nvPr/>
          </p:nvSpPr>
          <p:spPr>
            <a:xfrm>
              <a:off x="29805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Freeform: Shape 478">
              <a:extLst>
                <a:ext uri="{FF2B5EF4-FFF2-40B4-BE49-F238E27FC236}">
                  <a16:creationId xmlns:a16="http://schemas.microsoft.com/office/drawing/2014/main" id="{064FD7C7-A3CB-46B4-BC37-FE648794FCB6}"/>
                </a:ext>
              </a:extLst>
            </p:cNvPr>
            <p:cNvSpPr/>
            <p:nvPr/>
          </p:nvSpPr>
          <p:spPr>
            <a:xfrm>
              <a:off x="29805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Freeform: Shape 479">
              <a:extLst>
                <a:ext uri="{FF2B5EF4-FFF2-40B4-BE49-F238E27FC236}">
                  <a16:creationId xmlns:a16="http://schemas.microsoft.com/office/drawing/2014/main" id="{1862A001-860E-4AF0-82F3-006066B55EE5}"/>
                </a:ext>
              </a:extLst>
            </p:cNvPr>
            <p:cNvSpPr/>
            <p:nvPr/>
          </p:nvSpPr>
          <p:spPr>
            <a:xfrm>
              <a:off x="29805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Freeform: Shape 480">
              <a:extLst>
                <a:ext uri="{FF2B5EF4-FFF2-40B4-BE49-F238E27FC236}">
                  <a16:creationId xmlns:a16="http://schemas.microsoft.com/office/drawing/2014/main" id="{809978BF-A9D6-4901-9C39-D14FC9338DC5}"/>
                </a:ext>
              </a:extLst>
            </p:cNvPr>
            <p:cNvSpPr/>
            <p:nvPr/>
          </p:nvSpPr>
          <p:spPr>
            <a:xfrm>
              <a:off x="29805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Freeform: Shape 481">
              <a:extLst>
                <a:ext uri="{FF2B5EF4-FFF2-40B4-BE49-F238E27FC236}">
                  <a16:creationId xmlns:a16="http://schemas.microsoft.com/office/drawing/2014/main" id="{F04A8615-6DED-496A-ABAE-3B41861715D0}"/>
                </a:ext>
              </a:extLst>
            </p:cNvPr>
            <p:cNvSpPr/>
            <p:nvPr/>
          </p:nvSpPr>
          <p:spPr>
            <a:xfrm>
              <a:off x="29805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Freeform: Shape 482">
              <a:extLst>
                <a:ext uri="{FF2B5EF4-FFF2-40B4-BE49-F238E27FC236}">
                  <a16:creationId xmlns:a16="http://schemas.microsoft.com/office/drawing/2014/main" id="{C3FD660D-1C14-40D3-97A9-5EFDAFAA32A4}"/>
                </a:ext>
              </a:extLst>
            </p:cNvPr>
            <p:cNvSpPr/>
            <p:nvPr/>
          </p:nvSpPr>
          <p:spPr>
            <a:xfrm>
              <a:off x="29043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Freeform: Shape 483">
              <a:extLst>
                <a:ext uri="{FF2B5EF4-FFF2-40B4-BE49-F238E27FC236}">
                  <a16:creationId xmlns:a16="http://schemas.microsoft.com/office/drawing/2014/main" id="{990A13F3-C740-4084-BA38-D78C6A3873D1}"/>
                </a:ext>
              </a:extLst>
            </p:cNvPr>
            <p:cNvSpPr/>
            <p:nvPr/>
          </p:nvSpPr>
          <p:spPr>
            <a:xfrm>
              <a:off x="29043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Freeform: Shape 484">
              <a:extLst>
                <a:ext uri="{FF2B5EF4-FFF2-40B4-BE49-F238E27FC236}">
                  <a16:creationId xmlns:a16="http://schemas.microsoft.com/office/drawing/2014/main" id="{3A89036E-36BF-4D80-8830-449DFD300B20}"/>
                </a:ext>
              </a:extLst>
            </p:cNvPr>
            <p:cNvSpPr/>
            <p:nvPr/>
          </p:nvSpPr>
          <p:spPr>
            <a:xfrm>
              <a:off x="29043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Freeform: Shape 485">
              <a:extLst>
                <a:ext uri="{FF2B5EF4-FFF2-40B4-BE49-F238E27FC236}">
                  <a16:creationId xmlns:a16="http://schemas.microsoft.com/office/drawing/2014/main" id="{70D5E4C6-04BC-42A9-9900-827D773ED8AC}"/>
                </a:ext>
              </a:extLst>
            </p:cNvPr>
            <p:cNvSpPr/>
            <p:nvPr/>
          </p:nvSpPr>
          <p:spPr>
            <a:xfrm>
              <a:off x="29043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Freeform: Shape 486">
              <a:extLst>
                <a:ext uri="{FF2B5EF4-FFF2-40B4-BE49-F238E27FC236}">
                  <a16:creationId xmlns:a16="http://schemas.microsoft.com/office/drawing/2014/main" id="{E1FF8004-92E2-45E9-8AC9-61600616312B}"/>
                </a:ext>
              </a:extLst>
            </p:cNvPr>
            <p:cNvSpPr/>
            <p:nvPr/>
          </p:nvSpPr>
          <p:spPr>
            <a:xfrm>
              <a:off x="290437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Freeform: Shape 487">
              <a:extLst>
                <a:ext uri="{FF2B5EF4-FFF2-40B4-BE49-F238E27FC236}">
                  <a16:creationId xmlns:a16="http://schemas.microsoft.com/office/drawing/2014/main" id="{8661AAF9-38E1-447D-AB07-8F4EF2855DAC}"/>
                </a:ext>
              </a:extLst>
            </p:cNvPr>
            <p:cNvSpPr/>
            <p:nvPr/>
          </p:nvSpPr>
          <p:spPr>
            <a:xfrm>
              <a:off x="290437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Freeform: Shape 488">
              <a:extLst>
                <a:ext uri="{FF2B5EF4-FFF2-40B4-BE49-F238E27FC236}">
                  <a16:creationId xmlns:a16="http://schemas.microsoft.com/office/drawing/2014/main" id="{D9E86783-AA6C-4EC8-B247-3D40BCDF6F43}"/>
                </a:ext>
              </a:extLst>
            </p:cNvPr>
            <p:cNvSpPr/>
            <p:nvPr/>
          </p:nvSpPr>
          <p:spPr>
            <a:xfrm>
              <a:off x="290437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Freeform: Shape 489">
              <a:extLst>
                <a:ext uri="{FF2B5EF4-FFF2-40B4-BE49-F238E27FC236}">
                  <a16:creationId xmlns:a16="http://schemas.microsoft.com/office/drawing/2014/main" id="{F43DD63E-C802-4909-BCE5-5F0E6D7E7B1F}"/>
                </a:ext>
              </a:extLst>
            </p:cNvPr>
            <p:cNvSpPr/>
            <p:nvPr/>
          </p:nvSpPr>
          <p:spPr>
            <a:xfrm>
              <a:off x="282815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6" y="1"/>
                  </a:moveTo>
                  <a:cubicBezTo>
                    <a:pt x="1072" y="1"/>
                    <a:pt x="1069" y="1"/>
                    <a:pt x="1066" y="1"/>
                  </a:cubicBez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Freeform: Shape 490">
              <a:extLst>
                <a:ext uri="{FF2B5EF4-FFF2-40B4-BE49-F238E27FC236}">
                  <a16:creationId xmlns:a16="http://schemas.microsoft.com/office/drawing/2014/main" id="{8D41FFB7-7418-41F2-9E99-31E152F7ACCB}"/>
                </a:ext>
              </a:extLst>
            </p:cNvPr>
            <p:cNvSpPr/>
            <p:nvPr/>
          </p:nvSpPr>
          <p:spPr>
            <a:xfrm>
              <a:off x="28281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Freeform: Shape 491">
              <a:extLst>
                <a:ext uri="{FF2B5EF4-FFF2-40B4-BE49-F238E27FC236}">
                  <a16:creationId xmlns:a16="http://schemas.microsoft.com/office/drawing/2014/main" id="{EF2F15EA-9015-488E-80F9-501697E729A9}"/>
                </a:ext>
              </a:extLst>
            </p:cNvPr>
            <p:cNvSpPr/>
            <p:nvPr/>
          </p:nvSpPr>
          <p:spPr>
            <a:xfrm>
              <a:off x="28281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Freeform: Shape 492">
              <a:extLst>
                <a:ext uri="{FF2B5EF4-FFF2-40B4-BE49-F238E27FC236}">
                  <a16:creationId xmlns:a16="http://schemas.microsoft.com/office/drawing/2014/main" id="{6300C1F5-2269-4B9C-938F-68650F785275}"/>
                </a:ext>
              </a:extLst>
            </p:cNvPr>
            <p:cNvSpPr/>
            <p:nvPr/>
          </p:nvSpPr>
          <p:spPr>
            <a:xfrm>
              <a:off x="28281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Freeform: Shape 493">
              <a:extLst>
                <a:ext uri="{FF2B5EF4-FFF2-40B4-BE49-F238E27FC236}">
                  <a16:creationId xmlns:a16="http://schemas.microsoft.com/office/drawing/2014/main" id="{FB115E47-E11B-48F6-B263-82AA0B5D58C2}"/>
                </a:ext>
              </a:extLst>
            </p:cNvPr>
            <p:cNvSpPr/>
            <p:nvPr/>
          </p:nvSpPr>
          <p:spPr>
            <a:xfrm>
              <a:off x="28281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Freeform: Shape 494">
              <a:extLst>
                <a:ext uri="{FF2B5EF4-FFF2-40B4-BE49-F238E27FC236}">
                  <a16:creationId xmlns:a16="http://schemas.microsoft.com/office/drawing/2014/main" id="{AEB81E47-539B-4646-A419-83B7B3F98393}"/>
                </a:ext>
              </a:extLst>
            </p:cNvPr>
            <p:cNvSpPr/>
            <p:nvPr/>
          </p:nvSpPr>
          <p:spPr>
            <a:xfrm>
              <a:off x="282815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Freeform: Shape 495">
              <a:extLst>
                <a:ext uri="{FF2B5EF4-FFF2-40B4-BE49-F238E27FC236}">
                  <a16:creationId xmlns:a16="http://schemas.microsoft.com/office/drawing/2014/main" id="{4AB53C5F-681D-4B46-9C33-DE4A768E149E}"/>
                </a:ext>
              </a:extLst>
            </p:cNvPr>
            <p:cNvSpPr/>
            <p:nvPr/>
          </p:nvSpPr>
          <p:spPr>
            <a:xfrm>
              <a:off x="28281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Freeform: Shape 496">
              <a:extLst>
                <a:ext uri="{FF2B5EF4-FFF2-40B4-BE49-F238E27FC236}">
                  <a16:creationId xmlns:a16="http://schemas.microsoft.com/office/drawing/2014/main" id="{BF2EE526-E390-43B6-A8DE-89C018F76886}"/>
                </a:ext>
              </a:extLst>
            </p:cNvPr>
            <p:cNvSpPr/>
            <p:nvPr/>
          </p:nvSpPr>
          <p:spPr>
            <a:xfrm>
              <a:off x="282815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Freeform: Shape 497">
              <a:extLst>
                <a:ext uri="{FF2B5EF4-FFF2-40B4-BE49-F238E27FC236}">
                  <a16:creationId xmlns:a16="http://schemas.microsoft.com/office/drawing/2014/main" id="{3F93B0D0-D683-4F98-9E39-AC5BC60C2B67}"/>
                </a:ext>
              </a:extLst>
            </p:cNvPr>
            <p:cNvSpPr/>
            <p:nvPr/>
          </p:nvSpPr>
          <p:spPr>
            <a:xfrm>
              <a:off x="27519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Freeform: Shape 498">
              <a:extLst>
                <a:ext uri="{FF2B5EF4-FFF2-40B4-BE49-F238E27FC236}">
                  <a16:creationId xmlns:a16="http://schemas.microsoft.com/office/drawing/2014/main" id="{3B44F30E-E842-4A0B-B78E-A8B657A8A1B5}"/>
                </a:ext>
              </a:extLst>
            </p:cNvPr>
            <p:cNvSpPr/>
            <p:nvPr/>
          </p:nvSpPr>
          <p:spPr>
            <a:xfrm>
              <a:off x="27519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Freeform: Shape 499">
              <a:extLst>
                <a:ext uri="{FF2B5EF4-FFF2-40B4-BE49-F238E27FC236}">
                  <a16:creationId xmlns:a16="http://schemas.microsoft.com/office/drawing/2014/main" id="{02225017-1D05-4AD5-B841-CE16B5DFC474}"/>
                </a:ext>
              </a:extLst>
            </p:cNvPr>
            <p:cNvSpPr/>
            <p:nvPr/>
          </p:nvSpPr>
          <p:spPr>
            <a:xfrm>
              <a:off x="27519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Freeform: Shape 500">
              <a:extLst>
                <a:ext uri="{FF2B5EF4-FFF2-40B4-BE49-F238E27FC236}">
                  <a16:creationId xmlns:a16="http://schemas.microsoft.com/office/drawing/2014/main" id="{2B84C34A-902F-4A2A-B62B-4F719F87ED33}"/>
                </a:ext>
              </a:extLst>
            </p:cNvPr>
            <p:cNvSpPr/>
            <p:nvPr/>
          </p:nvSpPr>
          <p:spPr>
            <a:xfrm>
              <a:off x="27519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Freeform: Shape 501">
              <a:extLst>
                <a:ext uri="{FF2B5EF4-FFF2-40B4-BE49-F238E27FC236}">
                  <a16:creationId xmlns:a16="http://schemas.microsoft.com/office/drawing/2014/main" id="{CA46CBF3-935D-427D-8837-9DB87289EBD5}"/>
                </a:ext>
              </a:extLst>
            </p:cNvPr>
            <p:cNvSpPr/>
            <p:nvPr/>
          </p:nvSpPr>
          <p:spPr>
            <a:xfrm>
              <a:off x="275195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Freeform: Shape 502">
              <a:extLst>
                <a:ext uri="{FF2B5EF4-FFF2-40B4-BE49-F238E27FC236}">
                  <a16:creationId xmlns:a16="http://schemas.microsoft.com/office/drawing/2014/main" id="{53E660B3-BBBE-4C88-A18C-2B6D38051F87}"/>
                </a:ext>
              </a:extLst>
            </p:cNvPr>
            <p:cNvSpPr/>
            <p:nvPr/>
          </p:nvSpPr>
          <p:spPr>
            <a:xfrm>
              <a:off x="2751950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Freeform: Shape 503">
              <a:extLst>
                <a:ext uri="{FF2B5EF4-FFF2-40B4-BE49-F238E27FC236}">
                  <a16:creationId xmlns:a16="http://schemas.microsoft.com/office/drawing/2014/main" id="{688D88DE-4E17-4A5B-98AA-242AAC92F26A}"/>
                </a:ext>
              </a:extLst>
            </p:cNvPr>
            <p:cNvSpPr/>
            <p:nvPr/>
          </p:nvSpPr>
          <p:spPr>
            <a:xfrm>
              <a:off x="27519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Freeform: Shape 504">
              <a:extLst>
                <a:ext uri="{FF2B5EF4-FFF2-40B4-BE49-F238E27FC236}">
                  <a16:creationId xmlns:a16="http://schemas.microsoft.com/office/drawing/2014/main" id="{4F4ADF1E-C271-44F4-B7A3-DCA94ADC69E9}"/>
                </a:ext>
              </a:extLst>
            </p:cNvPr>
            <p:cNvSpPr/>
            <p:nvPr/>
          </p:nvSpPr>
          <p:spPr>
            <a:xfrm>
              <a:off x="2751950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Freeform: Shape 505">
              <a:extLst>
                <a:ext uri="{FF2B5EF4-FFF2-40B4-BE49-F238E27FC236}">
                  <a16:creationId xmlns:a16="http://schemas.microsoft.com/office/drawing/2014/main" id="{7A6B60F8-F93D-4D2E-A634-82E704193DD2}"/>
                </a:ext>
              </a:extLst>
            </p:cNvPr>
            <p:cNvSpPr/>
            <p:nvPr/>
          </p:nvSpPr>
          <p:spPr>
            <a:xfrm>
              <a:off x="26759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Freeform: Shape 506">
              <a:extLst>
                <a:ext uri="{FF2B5EF4-FFF2-40B4-BE49-F238E27FC236}">
                  <a16:creationId xmlns:a16="http://schemas.microsoft.com/office/drawing/2014/main" id="{AC4C343B-4ABB-4071-8CF8-4EF78EEC0081}"/>
                </a:ext>
              </a:extLst>
            </p:cNvPr>
            <p:cNvSpPr/>
            <p:nvPr/>
          </p:nvSpPr>
          <p:spPr>
            <a:xfrm>
              <a:off x="26759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Freeform: Shape 507">
              <a:extLst>
                <a:ext uri="{FF2B5EF4-FFF2-40B4-BE49-F238E27FC236}">
                  <a16:creationId xmlns:a16="http://schemas.microsoft.com/office/drawing/2014/main" id="{4426BFC0-6EA0-4143-AC6E-5773C9B9B7A8}"/>
                </a:ext>
              </a:extLst>
            </p:cNvPr>
            <p:cNvSpPr/>
            <p:nvPr/>
          </p:nvSpPr>
          <p:spPr>
            <a:xfrm>
              <a:off x="26759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Freeform: Shape 508">
              <a:extLst>
                <a:ext uri="{FF2B5EF4-FFF2-40B4-BE49-F238E27FC236}">
                  <a16:creationId xmlns:a16="http://schemas.microsoft.com/office/drawing/2014/main" id="{E55A340B-72E4-450A-9870-F60FF697CD8A}"/>
                </a:ext>
              </a:extLst>
            </p:cNvPr>
            <p:cNvSpPr/>
            <p:nvPr/>
          </p:nvSpPr>
          <p:spPr>
            <a:xfrm>
              <a:off x="26759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Freeform: Shape 509">
              <a:extLst>
                <a:ext uri="{FF2B5EF4-FFF2-40B4-BE49-F238E27FC236}">
                  <a16:creationId xmlns:a16="http://schemas.microsoft.com/office/drawing/2014/main" id="{F0F469AD-8255-4A39-A2DD-B17127AEE23C}"/>
                </a:ext>
              </a:extLst>
            </p:cNvPr>
            <p:cNvSpPr/>
            <p:nvPr/>
          </p:nvSpPr>
          <p:spPr>
            <a:xfrm>
              <a:off x="267592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Freeform: Shape 510">
              <a:extLst>
                <a:ext uri="{FF2B5EF4-FFF2-40B4-BE49-F238E27FC236}">
                  <a16:creationId xmlns:a16="http://schemas.microsoft.com/office/drawing/2014/main" id="{AF04F884-77D9-42EA-8932-113F4CB3C7E9}"/>
                </a:ext>
              </a:extLst>
            </p:cNvPr>
            <p:cNvSpPr/>
            <p:nvPr/>
          </p:nvSpPr>
          <p:spPr>
            <a:xfrm>
              <a:off x="267592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Freeform: Shape 511">
              <a:extLst>
                <a:ext uri="{FF2B5EF4-FFF2-40B4-BE49-F238E27FC236}">
                  <a16:creationId xmlns:a16="http://schemas.microsoft.com/office/drawing/2014/main" id="{5FD5727B-C78B-4BD2-9A3D-25BE9CEA1FE5}"/>
                </a:ext>
              </a:extLst>
            </p:cNvPr>
            <p:cNvSpPr/>
            <p:nvPr/>
          </p:nvSpPr>
          <p:spPr>
            <a:xfrm>
              <a:off x="26759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Freeform: Shape 512">
              <a:extLst>
                <a:ext uri="{FF2B5EF4-FFF2-40B4-BE49-F238E27FC236}">
                  <a16:creationId xmlns:a16="http://schemas.microsoft.com/office/drawing/2014/main" id="{64776D88-B872-44EF-9D2F-3F7D7D838B7E}"/>
                </a:ext>
              </a:extLst>
            </p:cNvPr>
            <p:cNvSpPr/>
            <p:nvPr/>
          </p:nvSpPr>
          <p:spPr>
            <a:xfrm>
              <a:off x="267592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Freeform: Shape 513">
              <a:extLst>
                <a:ext uri="{FF2B5EF4-FFF2-40B4-BE49-F238E27FC236}">
                  <a16:creationId xmlns:a16="http://schemas.microsoft.com/office/drawing/2014/main" id="{4445A062-B2DF-4A26-93A3-1F3C529A73F9}"/>
                </a:ext>
              </a:extLst>
            </p:cNvPr>
            <p:cNvSpPr/>
            <p:nvPr/>
          </p:nvSpPr>
          <p:spPr>
            <a:xfrm>
              <a:off x="25997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Freeform: Shape 514">
              <a:extLst>
                <a:ext uri="{FF2B5EF4-FFF2-40B4-BE49-F238E27FC236}">
                  <a16:creationId xmlns:a16="http://schemas.microsoft.com/office/drawing/2014/main" id="{104B5CF6-A607-44DE-B4DE-0EC09CBF72F3}"/>
                </a:ext>
              </a:extLst>
            </p:cNvPr>
            <p:cNvSpPr/>
            <p:nvPr/>
          </p:nvSpPr>
          <p:spPr>
            <a:xfrm>
              <a:off x="25997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Freeform: Shape 515">
              <a:extLst>
                <a:ext uri="{FF2B5EF4-FFF2-40B4-BE49-F238E27FC236}">
                  <a16:creationId xmlns:a16="http://schemas.microsoft.com/office/drawing/2014/main" id="{7D635F17-36FB-4A11-8EC7-8C0DCB100A40}"/>
                </a:ext>
              </a:extLst>
            </p:cNvPr>
            <p:cNvSpPr/>
            <p:nvPr/>
          </p:nvSpPr>
          <p:spPr>
            <a:xfrm>
              <a:off x="25997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Freeform: Shape 516">
              <a:extLst>
                <a:ext uri="{FF2B5EF4-FFF2-40B4-BE49-F238E27FC236}">
                  <a16:creationId xmlns:a16="http://schemas.microsoft.com/office/drawing/2014/main" id="{B233C3C3-8AF1-4EB5-BFB8-245050707245}"/>
                </a:ext>
              </a:extLst>
            </p:cNvPr>
            <p:cNvSpPr/>
            <p:nvPr/>
          </p:nvSpPr>
          <p:spPr>
            <a:xfrm>
              <a:off x="25997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Freeform: Shape 517">
              <a:extLst>
                <a:ext uri="{FF2B5EF4-FFF2-40B4-BE49-F238E27FC236}">
                  <a16:creationId xmlns:a16="http://schemas.microsoft.com/office/drawing/2014/main" id="{C02A3CDC-E5F7-4347-B1DE-5E1CE8FF9646}"/>
                </a:ext>
              </a:extLst>
            </p:cNvPr>
            <p:cNvSpPr/>
            <p:nvPr/>
          </p:nvSpPr>
          <p:spPr>
            <a:xfrm>
              <a:off x="25997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Freeform: Shape 518">
              <a:extLst>
                <a:ext uri="{FF2B5EF4-FFF2-40B4-BE49-F238E27FC236}">
                  <a16:creationId xmlns:a16="http://schemas.microsoft.com/office/drawing/2014/main" id="{91B6D485-1D8F-4D17-A3B0-03A424841257}"/>
                </a:ext>
              </a:extLst>
            </p:cNvPr>
            <p:cNvSpPr/>
            <p:nvPr/>
          </p:nvSpPr>
          <p:spPr>
            <a:xfrm>
              <a:off x="25997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Freeform: Shape 519">
              <a:extLst>
                <a:ext uri="{FF2B5EF4-FFF2-40B4-BE49-F238E27FC236}">
                  <a16:creationId xmlns:a16="http://schemas.microsoft.com/office/drawing/2014/main" id="{6510E040-2431-4995-BF1B-4781D42E568D}"/>
                </a:ext>
              </a:extLst>
            </p:cNvPr>
            <p:cNvSpPr/>
            <p:nvPr/>
          </p:nvSpPr>
          <p:spPr>
            <a:xfrm>
              <a:off x="259972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Freeform: Shape 520">
              <a:extLst>
                <a:ext uri="{FF2B5EF4-FFF2-40B4-BE49-F238E27FC236}">
                  <a16:creationId xmlns:a16="http://schemas.microsoft.com/office/drawing/2014/main" id="{96B87DB8-BF83-4CA8-A794-7FD6B5C59580}"/>
                </a:ext>
              </a:extLst>
            </p:cNvPr>
            <p:cNvSpPr/>
            <p:nvPr/>
          </p:nvSpPr>
          <p:spPr>
            <a:xfrm>
              <a:off x="259972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Freeform: Shape 521">
              <a:extLst>
                <a:ext uri="{FF2B5EF4-FFF2-40B4-BE49-F238E27FC236}">
                  <a16:creationId xmlns:a16="http://schemas.microsoft.com/office/drawing/2014/main" id="{18A2E2DD-6D3C-4FC8-A5AE-AF29468E1338}"/>
                </a:ext>
              </a:extLst>
            </p:cNvPr>
            <p:cNvSpPr/>
            <p:nvPr/>
          </p:nvSpPr>
          <p:spPr>
            <a:xfrm>
              <a:off x="259972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Freeform: Shape 522">
              <a:extLst>
                <a:ext uri="{FF2B5EF4-FFF2-40B4-BE49-F238E27FC236}">
                  <a16:creationId xmlns:a16="http://schemas.microsoft.com/office/drawing/2014/main" id="{E1EC5919-8F46-4B98-BE52-5AF4608424CF}"/>
                </a:ext>
              </a:extLst>
            </p:cNvPr>
            <p:cNvSpPr/>
            <p:nvPr/>
          </p:nvSpPr>
          <p:spPr>
            <a:xfrm>
              <a:off x="25235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Freeform: Shape 523">
              <a:extLst>
                <a:ext uri="{FF2B5EF4-FFF2-40B4-BE49-F238E27FC236}">
                  <a16:creationId xmlns:a16="http://schemas.microsoft.com/office/drawing/2014/main" id="{DB3C1DBF-CB2C-4AB2-818B-C40BE2ECB970}"/>
                </a:ext>
              </a:extLst>
            </p:cNvPr>
            <p:cNvSpPr/>
            <p:nvPr/>
          </p:nvSpPr>
          <p:spPr>
            <a:xfrm>
              <a:off x="25235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Freeform: Shape 524">
              <a:extLst>
                <a:ext uri="{FF2B5EF4-FFF2-40B4-BE49-F238E27FC236}">
                  <a16:creationId xmlns:a16="http://schemas.microsoft.com/office/drawing/2014/main" id="{6306E50A-4721-45F7-A676-20681F1C952F}"/>
                </a:ext>
              </a:extLst>
            </p:cNvPr>
            <p:cNvSpPr/>
            <p:nvPr/>
          </p:nvSpPr>
          <p:spPr>
            <a:xfrm>
              <a:off x="25235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Freeform: Shape 525">
              <a:extLst>
                <a:ext uri="{FF2B5EF4-FFF2-40B4-BE49-F238E27FC236}">
                  <a16:creationId xmlns:a16="http://schemas.microsoft.com/office/drawing/2014/main" id="{20A67664-2804-4ECB-AA6C-6E14D727C799}"/>
                </a:ext>
              </a:extLst>
            </p:cNvPr>
            <p:cNvSpPr/>
            <p:nvPr/>
          </p:nvSpPr>
          <p:spPr>
            <a:xfrm>
              <a:off x="25235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Freeform: Shape 526">
              <a:extLst>
                <a:ext uri="{FF2B5EF4-FFF2-40B4-BE49-F238E27FC236}">
                  <a16:creationId xmlns:a16="http://schemas.microsoft.com/office/drawing/2014/main" id="{F10012C5-CB3F-4FDE-8BA8-EC6C4A7E916F}"/>
                </a:ext>
              </a:extLst>
            </p:cNvPr>
            <p:cNvSpPr/>
            <p:nvPr/>
          </p:nvSpPr>
          <p:spPr>
            <a:xfrm>
              <a:off x="25235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Freeform: Shape 527">
              <a:extLst>
                <a:ext uri="{FF2B5EF4-FFF2-40B4-BE49-F238E27FC236}">
                  <a16:creationId xmlns:a16="http://schemas.microsoft.com/office/drawing/2014/main" id="{78B637D2-D51C-471C-AD1B-56D5E208B62B}"/>
                </a:ext>
              </a:extLst>
            </p:cNvPr>
            <p:cNvSpPr/>
            <p:nvPr/>
          </p:nvSpPr>
          <p:spPr>
            <a:xfrm>
              <a:off x="25235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Freeform: Shape 528">
              <a:extLst>
                <a:ext uri="{FF2B5EF4-FFF2-40B4-BE49-F238E27FC236}">
                  <a16:creationId xmlns:a16="http://schemas.microsoft.com/office/drawing/2014/main" id="{8F35D5B3-66E1-4E40-ACBF-01CE47F45711}"/>
                </a:ext>
              </a:extLst>
            </p:cNvPr>
            <p:cNvSpPr/>
            <p:nvPr/>
          </p:nvSpPr>
          <p:spPr>
            <a:xfrm>
              <a:off x="252350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Freeform: Shape 529">
              <a:extLst>
                <a:ext uri="{FF2B5EF4-FFF2-40B4-BE49-F238E27FC236}">
                  <a16:creationId xmlns:a16="http://schemas.microsoft.com/office/drawing/2014/main" id="{DE697B89-2BF8-4066-BCC6-92680AAA2DCA}"/>
                </a:ext>
              </a:extLst>
            </p:cNvPr>
            <p:cNvSpPr/>
            <p:nvPr/>
          </p:nvSpPr>
          <p:spPr>
            <a:xfrm>
              <a:off x="2523500" y="11905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Freeform: Shape 530">
              <a:extLst>
                <a:ext uri="{FF2B5EF4-FFF2-40B4-BE49-F238E27FC236}">
                  <a16:creationId xmlns:a16="http://schemas.microsoft.com/office/drawing/2014/main" id="{A6344D52-6BB5-4A3E-B690-942887F55B85}"/>
                </a:ext>
              </a:extLst>
            </p:cNvPr>
            <p:cNvSpPr/>
            <p:nvPr/>
          </p:nvSpPr>
          <p:spPr>
            <a:xfrm>
              <a:off x="25235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Freeform: Shape 531">
              <a:extLst>
                <a:ext uri="{FF2B5EF4-FFF2-40B4-BE49-F238E27FC236}">
                  <a16:creationId xmlns:a16="http://schemas.microsoft.com/office/drawing/2014/main" id="{83EB2988-124D-4117-80D3-8842F835E8D6}"/>
                </a:ext>
              </a:extLst>
            </p:cNvPr>
            <p:cNvSpPr/>
            <p:nvPr/>
          </p:nvSpPr>
          <p:spPr>
            <a:xfrm>
              <a:off x="252350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Freeform: Shape 532">
              <a:extLst>
                <a:ext uri="{FF2B5EF4-FFF2-40B4-BE49-F238E27FC236}">
                  <a16:creationId xmlns:a16="http://schemas.microsoft.com/office/drawing/2014/main" id="{9F23938A-86F1-4D09-AA8E-22E5C1B25BB0}"/>
                </a:ext>
              </a:extLst>
            </p:cNvPr>
            <p:cNvSpPr/>
            <p:nvPr/>
          </p:nvSpPr>
          <p:spPr>
            <a:xfrm>
              <a:off x="244730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Freeform: Shape 533">
              <a:extLst>
                <a:ext uri="{FF2B5EF4-FFF2-40B4-BE49-F238E27FC236}">
                  <a16:creationId xmlns:a16="http://schemas.microsoft.com/office/drawing/2014/main" id="{B006D5E9-6A2D-4BA6-8522-86F2217E4828}"/>
                </a:ext>
              </a:extLst>
            </p:cNvPr>
            <p:cNvSpPr/>
            <p:nvPr/>
          </p:nvSpPr>
          <p:spPr>
            <a:xfrm>
              <a:off x="244730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Freeform: Shape 534">
              <a:extLst>
                <a:ext uri="{FF2B5EF4-FFF2-40B4-BE49-F238E27FC236}">
                  <a16:creationId xmlns:a16="http://schemas.microsoft.com/office/drawing/2014/main" id="{BC625CA3-9B63-4E15-B965-EAF14CB8F2A0}"/>
                </a:ext>
              </a:extLst>
            </p:cNvPr>
            <p:cNvSpPr/>
            <p:nvPr/>
          </p:nvSpPr>
          <p:spPr>
            <a:xfrm>
              <a:off x="244730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Freeform: Shape 535">
              <a:extLst>
                <a:ext uri="{FF2B5EF4-FFF2-40B4-BE49-F238E27FC236}">
                  <a16:creationId xmlns:a16="http://schemas.microsoft.com/office/drawing/2014/main" id="{ADC7B072-995E-40FD-9DCD-1E60BAD62C1A}"/>
                </a:ext>
              </a:extLst>
            </p:cNvPr>
            <p:cNvSpPr/>
            <p:nvPr/>
          </p:nvSpPr>
          <p:spPr>
            <a:xfrm>
              <a:off x="244730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Freeform: Shape 536">
              <a:extLst>
                <a:ext uri="{FF2B5EF4-FFF2-40B4-BE49-F238E27FC236}">
                  <a16:creationId xmlns:a16="http://schemas.microsoft.com/office/drawing/2014/main" id="{4D694C69-7E46-472B-8CCE-1774E15645AD}"/>
                </a:ext>
              </a:extLst>
            </p:cNvPr>
            <p:cNvSpPr/>
            <p:nvPr/>
          </p:nvSpPr>
          <p:spPr>
            <a:xfrm>
              <a:off x="244730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Freeform: Shape 537">
              <a:extLst>
                <a:ext uri="{FF2B5EF4-FFF2-40B4-BE49-F238E27FC236}">
                  <a16:creationId xmlns:a16="http://schemas.microsoft.com/office/drawing/2014/main" id="{0960CE95-FBB8-4A54-B28E-A31C65A68D1A}"/>
                </a:ext>
              </a:extLst>
            </p:cNvPr>
            <p:cNvSpPr/>
            <p:nvPr/>
          </p:nvSpPr>
          <p:spPr>
            <a:xfrm>
              <a:off x="244730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Freeform: Shape 538">
              <a:extLst>
                <a:ext uri="{FF2B5EF4-FFF2-40B4-BE49-F238E27FC236}">
                  <a16:creationId xmlns:a16="http://schemas.microsoft.com/office/drawing/2014/main" id="{46044F4A-C517-47F8-8132-7EE0367BFCDC}"/>
                </a:ext>
              </a:extLst>
            </p:cNvPr>
            <p:cNvSpPr/>
            <p:nvPr/>
          </p:nvSpPr>
          <p:spPr>
            <a:xfrm>
              <a:off x="2447300" y="12665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0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Freeform: Shape 539">
              <a:extLst>
                <a:ext uri="{FF2B5EF4-FFF2-40B4-BE49-F238E27FC236}">
                  <a16:creationId xmlns:a16="http://schemas.microsoft.com/office/drawing/2014/main" id="{425E748C-0ACA-4ABF-B0C3-7C41AAE4B653}"/>
                </a:ext>
              </a:extLst>
            </p:cNvPr>
            <p:cNvSpPr/>
            <p:nvPr/>
          </p:nvSpPr>
          <p:spPr>
            <a:xfrm>
              <a:off x="2447300" y="11905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Freeform: Shape 540">
              <a:extLst>
                <a:ext uri="{FF2B5EF4-FFF2-40B4-BE49-F238E27FC236}">
                  <a16:creationId xmlns:a16="http://schemas.microsoft.com/office/drawing/2014/main" id="{48FAABA3-5066-4D28-AC43-DEC406F5FA0B}"/>
                </a:ext>
              </a:extLst>
            </p:cNvPr>
            <p:cNvSpPr/>
            <p:nvPr/>
          </p:nvSpPr>
          <p:spPr>
            <a:xfrm>
              <a:off x="2447300" y="11143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Freeform: Shape 541">
              <a:extLst>
                <a:ext uri="{FF2B5EF4-FFF2-40B4-BE49-F238E27FC236}">
                  <a16:creationId xmlns:a16="http://schemas.microsoft.com/office/drawing/2014/main" id="{13A47491-710B-4067-A813-67CE2EC313E4}"/>
                </a:ext>
              </a:extLst>
            </p:cNvPr>
            <p:cNvSpPr/>
            <p:nvPr/>
          </p:nvSpPr>
          <p:spPr>
            <a:xfrm>
              <a:off x="2447300" y="1038125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Freeform: Shape 542">
              <a:extLst>
                <a:ext uri="{FF2B5EF4-FFF2-40B4-BE49-F238E27FC236}">
                  <a16:creationId xmlns:a16="http://schemas.microsoft.com/office/drawing/2014/main" id="{B85DB73F-C602-462E-B275-4DD99ED7FC46}"/>
                </a:ext>
              </a:extLst>
            </p:cNvPr>
            <p:cNvSpPr/>
            <p:nvPr/>
          </p:nvSpPr>
          <p:spPr>
            <a:xfrm>
              <a:off x="23712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Freeform: Shape 543">
              <a:extLst>
                <a:ext uri="{FF2B5EF4-FFF2-40B4-BE49-F238E27FC236}">
                  <a16:creationId xmlns:a16="http://schemas.microsoft.com/office/drawing/2014/main" id="{F8D723C3-450F-412A-9F74-1D4B34E88638}"/>
                </a:ext>
              </a:extLst>
            </p:cNvPr>
            <p:cNvSpPr/>
            <p:nvPr/>
          </p:nvSpPr>
          <p:spPr>
            <a:xfrm>
              <a:off x="23712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4B4820FF-2C8C-479F-92DF-B075512755CD}"/>
                </a:ext>
              </a:extLst>
            </p:cNvPr>
            <p:cNvSpPr/>
            <p:nvPr/>
          </p:nvSpPr>
          <p:spPr>
            <a:xfrm>
              <a:off x="23712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B0104BB4-4DAE-4C00-ACC7-42996970A8A7}"/>
                </a:ext>
              </a:extLst>
            </p:cNvPr>
            <p:cNvSpPr/>
            <p:nvPr/>
          </p:nvSpPr>
          <p:spPr>
            <a:xfrm>
              <a:off x="23712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Freeform: Shape 546">
              <a:extLst>
                <a:ext uri="{FF2B5EF4-FFF2-40B4-BE49-F238E27FC236}">
                  <a16:creationId xmlns:a16="http://schemas.microsoft.com/office/drawing/2014/main" id="{C1FBB59B-19A7-48F6-874D-2CC8EBE34F5E}"/>
                </a:ext>
              </a:extLst>
            </p:cNvPr>
            <p:cNvSpPr/>
            <p:nvPr/>
          </p:nvSpPr>
          <p:spPr>
            <a:xfrm>
              <a:off x="23712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Freeform: Shape 547">
              <a:extLst>
                <a:ext uri="{FF2B5EF4-FFF2-40B4-BE49-F238E27FC236}">
                  <a16:creationId xmlns:a16="http://schemas.microsoft.com/office/drawing/2014/main" id="{C9EC06CE-E913-4162-BB9A-6F3849970C57}"/>
                </a:ext>
              </a:extLst>
            </p:cNvPr>
            <p:cNvSpPr/>
            <p:nvPr/>
          </p:nvSpPr>
          <p:spPr>
            <a:xfrm>
              <a:off x="23712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Freeform: Shape 548">
              <a:extLst>
                <a:ext uri="{FF2B5EF4-FFF2-40B4-BE49-F238E27FC236}">
                  <a16:creationId xmlns:a16="http://schemas.microsoft.com/office/drawing/2014/main" id="{CB812816-CB46-4FE9-879A-18CB581AE74D}"/>
                </a:ext>
              </a:extLst>
            </p:cNvPr>
            <p:cNvSpPr/>
            <p:nvPr/>
          </p:nvSpPr>
          <p:spPr>
            <a:xfrm>
              <a:off x="23712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Freeform: Shape 549">
              <a:extLst>
                <a:ext uri="{FF2B5EF4-FFF2-40B4-BE49-F238E27FC236}">
                  <a16:creationId xmlns:a16="http://schemas.microsoft.com/office/drawing/2014/main" id="{A42F3FD5-5AF7-40F7-AFB0-2149FEC31329}"/>
                </a:ext>
              </a:extLst>
            </p:cNvPr>
            <p:cNvSpPr/>
            <p:nvPr/>
          </p:nvSpPr>
          <p:spPr>
            <a:xfrm>
              <a:off x="23712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Freeform: Shape 550">
              <a:extLst>
                <a:ext uri="{FF2B5EF4-FFF2-40B4-BE49-F238E27FC236}">
                  <a16:creationId xmlns:a16="http://schemas.microsoft.com/office/drawing/2014/main" id="{B1763495-17AA-4E30-BEB8-69F771CE5A1E}"/>
                </a:ext>
              </a:extLst>
            </p:cNvPr>
            <p:cNvSpPr/>
            <p:nvPr/>
          </p:nvSpPr>
          <p:spPr>
            <a:xfrm>
              <a:off x="237127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Freeform: Shape 551">
              <a:extLst>
                <a:ext uri="{FF2B5EF4-FFF2-40B4-BE49-F238E27FC236}">
                  <a16:creationId xmlns:a16="http://schemas.microsoft.com/office/drawing/2014/main" id="{70CB0EF5-E2FD-4EB3-8F9C-FD3C779F2426}"/>
                </a:ext>
              </a:extLst>
            </p:cNvPr>
            <p:cNvSpPr/>
            <p:nvPr/>
          </p:nvSpPr>
          <p:spPr>
            <a:xfrm>
              <a:off x="22950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Freeform: Shape 552">
              <a:extLst>
                <a:ext uri="{FF2B5EF4-FFF2-40B4-BE49-F238E27FC236}">
                  <a16:creationId xmlns:a16="http://schemas.microsoft.com/office/drawing/2014/main" id="{E44AA81A-B2BB-49BF-87C6-5D545E377F2E}"/>
                </a:ext>
              </a:extLst>
            </p:cNvPr>
            <p:cNvSpPr/>
            <p:nvPr/>
          </p:nvSpPr>
          <p:spPr>
            <a:xfrm>
              <a:off x="22950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Freeform: Shape 553">
              <a:extLst>
                <a:ext uri="{FF2B5EF4-FFF2-40B4-BE49-F238E27FC236}">
                  <a16:creationId xmlns:a16="http://schemas.microsoft.com/office/drawing/2014/main" id="{AADD80B2-0395-4458-8030-6D6E28E07C85}"/>
                </a:ext>
              </a:extLst>
            </p:cNvPr>
            <p:cNvSpPr/>
            <p:nvPr/>
          </p:nvSpPr>
          <p:spPr>
            <a:xfrm>
              <a:off x="229507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Freeform: Shape 554">
              <a:extLst>
                <a:ext uri="{FF2B5EF4-FFF2-40B4-BE49-F238E27FC236}">
                  <a16:creationId xmlns:a16="http://schemas.microsoft.com/office/drawing/2014/main" id="{84233B0C-4F2E-41D1-AAEF-A9A19980E6B8}"/>
                </a:ext>
              </a:extLst>
            </p:cNvPr>
            <p:cNvSpPr/>
            <p:nvPr/>
          </p:nvSpPr>
          <p:spPr>
            <a:xfrm>
              <a:off x="229507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Freeform: Shape 555">
              <a:extLst>
                <a:ext uri="{FF2B5EF4-FFF2-40B4-BE49-F238E27FC236}">
                  <a16:creationId xmlns:a16="http://schemas.microsoft.com/office/drawing/2014/main" id="{4BB9D7E7-8E5B-4E3E-833E-4E6E5EB5EF8D}"/>
                </a:ext>
              </a:extLst>
            </p:cNvPr>
            <p:cNvSpPr/>
            <p:nvPr/>
          </p:nvSpPr>
          <p:spPr>
            <a:xfrm>
              <a:off x="22186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7" y="9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Freeform: Shape 556">
              <a:extLst>
                <a:ext uri="{FF2B5EF4-FFF2-40B4-BE49-F238E27FC236}">
                  <a16:creationId xmlns:a16="http://schemas.microsoft.com/office/drawing/2014/main" id="{AB8E2BF8-D0B8-47FD-9E77-AC5F830582E0}"/>
                </a:ext>
              </a:extLst>
            </p:cNvPr>
            <p:cNvSpPr/>
            <p:nvPr/>
          </p:nvSpPr>
          <p:spPr>
            <a:xfrm>
              <a:off x="221865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Freeform: Shape 557">
              <a:extLst>
                <a:ext uri="{FF2B5EF4-FFF2-40B4-BE49-F238E27FC236}">
                  <a16:creationId xmlns:a16="http://schemas.microsoft.com/office/drawing/2014/main" id="{9B00AF59-03F5-4D84-BABA-775D6426B623}"/>
                </a:ext>
              </a:extLst>
            </p:cNvPr>
            <p:cNvSpPr/>
            <p:nvPr/>
          </p:nvSpPr>
          <p:spPr>
            <a:xfrm>
              <a:off x="22186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Freeform: Shape 558">
              <a:extLst>
                <a:ext uri="{FF2B5EF4-FFF2-40B4-BE49-F238E27FC236}">
                  <a16:creationId xmlns:a16="http://schemas.microsoft.com/office/drawing/2014/main" id="{21981256-64D5-452C-A69E-98736D53716C}"/>
                </a:ext>
              </a:extLst>
            </p:cNvPr>
            <p:cNvSpPr/>
            <p:nvPr/>
          </p:nvSpPr>
          <p:spPr>
            <a:xfrm>
              <a:off x="214242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Freeform: Shape 559">
              <a:extLst>
                <a:ext uri="{FF2B5EF4-FFF2-40B4-BE49-F238E27FC236}">
                  <a16:creationId xmlns:a16="http://schemas.microsoft.com/office/drawing/2014/main" id="{B689184C-A12A-44E5-ACEE-72762A629943}"/>
                </a:ext>
              </a:extLst>
            </p:cNvPr>
            <p:cNvSpPr/>
            <p:nvPr/>
          </p:nvSpPr>
          <p:spPr>
            <a:xfrm>
              <a:off x="214242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Freeform: Shape 560">
              <a:extLst>
                <a:ext uri="{FF2B5EF4-FFF2-40B4-BE49-F238E27FC236}">
                  <a16:creationId xmlns:a16="http://schemas.microsoft.com/office/drawing/2014/main" id="{D159841C-1702-44AA-A9F8-072102F2EBA7}"/>
                </a:ext>
              </a:extLst>
            </p:cNvPr>
            <p:cNvSpPr/>
            <p:nvPr/>
          </p:nvSpPr>
          <p:spPr>
            <a:xfrm>
              <a:off x="275195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Freeform: Shape 561">
              <a:extLst>
                <a:ext uri="{FF2B5EF4-FFF2-40B4-BE49-F238E27FC236}">
                  <a16:creationId xmlns:a16="http://schemas.microsoft.com/office/drawing/2014/main" id="{65ACF300-071D-409A-95D0-79F8FD0BB1CA}"/>
                </a:ext>
              </a:extLst>
            </p:cNvPr>
            <p:cNvSpPr/>
            <p:nvPr/>
          </p:nvSpPr>
          <p:spPr>
            <a:xfrm>
              <a:off x="2751950" y="3551925"/>
              <a:ext cx="62350" cy="53300"/>
            </a:xfrm>
            <a:custGeom>
              <a:avLst/>
              <a:gdLst/>
              <a:ahLst/>
              <a:cxnLst/>
              <a:rect l="l" t="t" r="r" b="b"/>
              <a:pathLst>
                <a:path w="2494" h="2132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0"/>
                    <a:pt x="0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4" y="2033"/>
                    <a:pt x="1821" y="1814"/>
                  </a:cubicBezTo>
                  <a:cubicBezTo>
                    <a:pt x="2493" y="1141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Freeform: Shape 562">
              <a:extLst>
                <a:ext uri="{FF2B5EF4-FFF2-40B4-BE49-F238E27FC236}">
                  <a16:creationId xmlns:a16="http://schemas.microsoft.com/office/drawing/2014/main" id="{2A8D7E5A-EE5D-43E8-BBCB-3D2F059C99B6}"/>
                </a:ext>
              </a:extLst>
            </p:cNvPr>
            <p:cNvSpPr/>
            <p:nvPr/>
          </p:nvSpPr>
          <p:spPr>
            <a:xfrm>
              <a:off x="2751950" y="3475725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4" y="2032"/>
                    <a:pt x="1821" y="1813"/>
                  </a:cubicBezTo>
                  <a:cubicBezTo>
                    <a:pt x="2493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Freeform: Shape 563">
              <a:extLst>
                <a:ext uri="{FF2B5EF4-FFF2-40B4-BE49-F238E27FC236}">
                  <a16:creationId xmlns:a16="http://schemas.microsoft.com/office/drawing/2014/main" id="{8EA40B38-6B0F-460E-9218-111E65F2BC2F}"/>
                </a:ext>
              </a:extLst>
            </p:cNvPr>
            <p:cNvSpPr/>
            <p:nvPr/>
          </p:nvSpPr>
          <p:spPr>
            <a:xfrm>
              <a:off x="2675925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Freeform: Shape 564">
              <a:extLst>
                <a:ext uri="{FF2B5EF4-FFF2-40B4-BE49-F238E27FC236}">
                  <a16:creationId xmlns:a16="http://schemas.microsoft.com/office/drawing/2014/main" id="{F3D6A982-6B0E-4A6A-929B-176A4D02072A}"/>
                </a:ext>
              </a:extLst>
            </p:cNvPr>
            <p:cNvSpPr/>
            <p:nvPr/>
          </p:nvSpPr>
          <p:spPr>
            <a:xfrm>
              <a:off x="267572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9" y="1073"/>
                  </a:cubicBezTo>
                  <a:cubicBezTo>
                    <a:pt x="9" y="1715"/>
                    <a:pt x="535" y="2139"/>
                    <a:pt x="1081" y="2139"/>
                  </a:cubicBezTo>
                  <a:cubicBezTo>
                    <a:pt x="1345" y="2139"/>
                    <a:pt x="1613" y="2040"/>
                    <a:pt x="1830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Freeform: Shape 565">
              <a:extLst>
                <a:ext uri="{FF2B5EF4-FFF2-40B4-BE49-F238E27FC236}">
                  <a16:creationId xmlns:a16="http://schemas.microsoft.com/office/drawing/2014/main" id="{B9BAD415-C51B-4872-BBB4-9B0B429E77EB}"/>
                </a:ext>
              </a:extLst>
            </p:cNvPr>
            <p:cNvSpPr/>
            <p:nvPr/>
          </p:nvSpPr>
          <p:spPr>
            <a:xfrm>
              <a:off x="26759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5F75481A-025C-4A09-9FCA-B4B4CEA1B18E}"/>
                </a:ext>
              </a:extLst>
            </p:cNvPr>
            <p:cNvSpPr/>
            <p:nvPr/>
          </p:nvSpPr>
          <p:spPr>
            <a:xfrm>
              <a:off x="26759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F9FA8969-41A4-4CAD-BCDA-8AE26FE1EAAC}"/>
                </a:ext>
              </a:extLst>
            </p:cNvPr>
            <p:cNvSpPr/>
            <p:nvPr/>
          </p:nvSpPr>
          <p:spPr>
            <a:xfrm>
              <a:off x="2675925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C8A508AB-EF8A-48BD-B7E7-A1477A326EC3}"/>
                </a:ext>
              </a:extLst>
            </p:cNvPr>
            <p:cNvSpPr/>
            <p:nvPr/>
          </p:nvSpPr>
          <p:spPr>
            <a:xfrm>
              <a:off x="26759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A64018A4-5EC7-444B-A6DF-0A7AC02A4E6F}"/>
                </a:ext>
              </a:extLst>
            </p:cNvPr>
            <p:cNvSpPr/>
            <p:nvPr/>
          </p:nvSpPr>
          <p:spPr>
            <a:xfrm>
              <a:off x="2599725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Freeform: Shape 570">
              <a:extLst>
                <a:ext uri="{FF2B5EF4-FFF2-40B4-BE49-F238E27FC236}">
                  <a16:creationId xmlns:a16="http://schemas.microsoft.com/office/drawing/2014/main" id="{F8F06114-5BDA-4D19-9D85-80EF13038F4D}"/>
                </a:ext>
              </a:extLst>
            </p:cNvPr>
            <p:cNvSpPr/>
            <p:nvPr/>
          </p:nvSpPr>
          <p:spPr>
            <a:xfrm>
              <a:off x="2599725" y="3780375"/>
              <a:ext cx="62400" cy="53475"/>
            </a:xfrm>
            <a:custGeom>
              <a:avLst/>
              <a:gdLst/>
              <a:ahLst/>
              <a:cxnLst/>
              <a:rect l="l" t="t" r="r" b="b"/>
              <a:pathLst>
                <a:path w="2496" h="2139" extrusionOk="0">
                  <a:moveTo>
                    <a:pt x="1065" y="0"/>
                  </a:moveTo>
                  <a:cubicBezTo>
                    <a:pt x="472" y="0"/>
                    <a:pt x="0" y="480"/>
                    <a:pt x="0" y="1073"/>
                  </a:cubicBezTo>
                  <a:cubicBezTo>
                    <a:pt x="0" y="1715"/>
                    <a:pt x="526" y="2139"/>
                    <a:pt x="1073" y="2139"/>
                  </a:cubicBezTo>
                  <a:cubicBezTo>
                    <a:pt x="1336" y="2139"/>
                    <a:pt x="1604" y="2040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Freeform: Shape 571">
              <a:extLst>
                <a:ext uri="{FF2B5EF4-FFF2-40B4-BE49-F238E27FC236}">
                  <a16:creationId xmlns:a16="http://schemas.microsoft.com/office/drawing/2014/main" id="{541D896A-9082-402A-9462-795898F695B2}"/>
                </a:ext>
              </a:extLst>
            </p:cNvPr>
            <p:cNvSpPr/>
            <p:nvPr/>
          </p:nvSpPr>
          <p:spPr>
            <a:xfrm>
              <a:off x="2599725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Freeform: Shape 572">
              <a:extLst>
                <a:ext uri="{FF2B5EF4-FFF2-40B4-BE49-F238E27FC236}">
                  <a16:creationId xmlns:a16="http://schemas.microsoft.com/office/drawing/2014/main" id="{8E6336C7-8366-46B6-8332-F3E7A7E8E559}"/>
                </a:ext>
              </a:extLst>
            </p:cNvPr>
            <p:cNvSpPr/>
            <p:nvPr/>
          </p:nvSpPr>
          <p:spPr>
            <a:xfrm>
              <a:off x="2599725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Freeform: Shape 573">
              <a:extLst>
                <a:ext uri="{FF2B5EF4-FFF2-40B4-BE49-F238E27FC236}">
                  <a16:creationId xmlns:a16="http://schemas.microsoft.com/office/drawing/2014/main" id="{E1BBC12D-1DA4-47CD-A9D0-FE29C6F9B63F}"/>
                </a:ext>
              </a:extLst>
            </p:cNvPr>
            <p:cNvSpPr/>
            <p:nvPr/>
          </p:nvSpPr>
          <p:spPr>
            <a:xfrm>
              <a:off x="2599725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Freeform: Shape 574">
              <a:extLst>
                <a:ext uri="{FF2B5EF4-FFF2-40B4-BE49-F238E27FC236}">
                  <a16:creationId xmlns:a16="http://schemas.microsoft.com/office/drawing/2014/main" id="{1C1B73CB-CAE7-49BC-9533-4415EDA57591}"/>
                </a:ext>
              </a:extLst>
            </p:cNvPr>
            <p:cNvSpPr/>
            <p:nvPr/>
          </p:nvSpPr>
          <p:spPr>
            <a:xfrm>
              <a:off x="2599725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Freeform: Shape 575">
              <a:extLst>
                <a:ext uri="{FF2B5EF4-FFF2-40B4-BE49-F238E27FC236}">
                  <a16:creationId xmlns:a16="http://schemas.microsoft.com/office/drawing/2014/main" id="{F439FD9D-0D43-4C9A-8026-B78224DDD56A}"/>
                </a:ext>
              </a:extLst>
            </p:cNvPr>
            <p:cNvSpPr/>
            <p:nvPr/>
          </p:nvSpPr>
          <p:spPr>
            <a:xfrm>
              <a:off x="2523500" y="393280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Freeform: Shape 576">
              <a:extLst>
                <a:ext uri="{FF2B5EF4-FFF2-40B4-BE49-F238E27FC236}">
                  <a16:creationId xmlns:a16="http://schemas.microsoft.com/office/drawing/2014/main" id="{DFF64F64-29AE-4CF0-8964-5FE9C971E573}"/>
                </a:ext>
              </a:extLst>
            </p:cNvPr>
            <p:cNvSpPr/>
            <p:nvPr/>
          </p:nvSpPr>
          <p:spPr>
            <a:xfrm>
              <a:off x="2523500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Freeform: Shape 577">
              <a:extLst>
                <a:ext uri="{FF2B5EF4-FFF2-40B4-BE49-F238E27FC236}">
                  <a16:creationId xmlns:a16="http://schemas.microsoft.com/office/drawing/2014/main" id="{71ED91EF-2721-4F71-A650-D144C37F2EB8}"/>
                </a:ext>
              </a:extLst>
            </p:cNvPr>
            <p:cNvSpPr/>
            <p:nvPr/>
          </p:nvSpPr>
          <p:spPr>
            <a:xfrm>
              <a:off x="252350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Freeform: Shape 578">
              <a:extLst>
                <a:ext uri="{FF2B5EF4-FFF2-40B4-BE49-F238E27FC236}">
                  <a16:creationId xmlns:a16="http://schemas.microsoft.com/office/drawing/2014/main" id="{2A1CBA9E-9057-43DB-886C-3EEE082627B1}"/>
                </a:ext>
              </a:extLst>
            </p:cNvPr>
            <p:cNvSpPr/>
            <p:nvPr/>
          </p:nvSpPr>
          <p:spPr>
            <a:xfrm>
              <a:off x="25235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Freeform: Shape 579">
              <a:extLst>
                <a:ext uri="{FF2B5EF4-FFF2-40B4-BE49-F238E27FC236}">
                  <a16:creationId xmlns:a16="http://schemas.microsoft.com/office/drawing/2014/main" id="{E43BAC3B-AFEB-445D-8340-2212349F75E4}"/>
                </a:ext>
              </a:extLst>
            </p:cNvPr>
            <p:cNvSpPr/>
            <p:nvPr/>
          </p:nvSpPr>
          <p:spPr>
            <a:xfrm>
              <a:off x="2523500" y="362795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66" y="0"/>
                  </a:moveTo>
                  <a:cubicBezTo>
                    <a:pt x="480" y="8"/>
                    <a:pt x="1" y="488"/>
                    <a:pt x="1" y="1073"/>
                  </a:cubicBezTo>
                  <a:cubicBezTo>
                    <a:pt x="1" y="1715"/>
                    <a:pt x="527" y="2139"/>
                    <a:pt x="1073" y="2139"/>
                  </a:cubicBezTo>
                  <a:cubicBezTo>
                    <a:pt x="1337" y="2139"/>
                    <a:pt x="1605" y="2040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Freeform: Shape 580">
              <a:extLst>
                <a:ext uri="{FF2B5EF4-FFF2-40B4-BE49-F238E27FC236}">
                  <a16:creationId xmlns:a16="http://schemas.microsoft.com/office/drawing/2014/main" id="{0D5D9AAD-1350-46D5-9CB1-DD54377A00B5}"/>
                </a:ext>
              </a:extLst>
            </p:cNvPr>
            <p:cNvSpPr/>
            <p:nvPr/>
          </p:nvSpPr>
          <p:spPr>
            <a:xfrm>
              <a:off x="25235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Freeform: Shape 581">
              <a:extLst>
                <a:ext uri="{FF2B5EF4-FFF2-40B4-BE49-F238E27FC236}">
                  <a16:creationId xmlns:a16="http://schemas.microsoft.com/office/drawing/2014/main" id="{B698D381-B36A-464E-B7AF-FC1431EE7025}"/>
                </a:ext>
              </a:extLst>
            </p:cNvPr>
            <p:cNvSpPr/>
            <p:nvPr/>
          </p:nvSpPr>
          <p:spPr>
            <a:xfrm>
              <a:off x="25235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Freeform: Shape 582">
              <a:extLst>
                <a:ext uri="{FF2B5EF4-FFF2-40B4-BE49-F238E27FC236}">
                  <a16:creationId xmlns:a16="http://schemas.microsoft.com/office/drawing/2014/main" id="{50207E28-5366-4AA7-A343-3F23ECBF7DA6}"/>
                </a:ext>
              </a:extLst>
            </p:cNvPr>
            <p:cNvSpPr/>
            <p:nvPr/>
          </p:nvSpPr>
          <p:spPr>
            <a:xfrm>
              <a:off x="25235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Freeform: Shape 583">
              <a:extLst>
                <a:ext uri="{FF2B5EF4-FFF2-40B4-BE49-F238E27FC236}">
                  <a16:creationId xmlns:a16="http://schemas.microsoft.com/office/drawing/2014/main" id="{CA79B12F-2BA0-45AF-A245-9F9D5B1DB824}"/>
                </a:ext>
              </a:extLst>
            </p:cNvPr>
            <p:cNvSpPr/>
            <p:nvPr/>
          </p:nvSpPr>
          <p:spPr>
            <a:xfrm>
              <a:off x="2447300" y="40852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96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Freeform: Shape 584">
              <a:extLst>
                <a:ext uri="{FF2B5EF4-FFF2-40B4-BE49-F238E27FC236}">
                  <a16:creationId xmlns:a16="http://schemas.microsoft.com/office/drawing/2014/main" id="{B425C56B-256E-4453-B93D-F8A6C0F06E61}"/>
                </a:ext>
              </a:extLst>
            </p:cNvPr>
            <p:cNvSpPr/>
            <p:nvPr/>
          </p:nvSpPr>
          <p:spPr>
            <a:xfrm>
              <a:off x="2447300" y="40090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9" y="2134"/>
                    <a:pt x="1078" y="2134"/>
                  </a:cubicBezTo>
                  <a:cubicBezTo>
                    <a:pt x="1339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Freeform: Shape 585">
              <a:extLst>
                <a:ext uri="{FF2B5EF4-FFF2-40B4-BE49-F238E27FC236}">
                  <a16:creationId xmlns:a16="http://schemas.microsoft.com/office/drawing/2014/main" id="{7B68F067-5F53-4F9A-8A4B-486A546CBA2D}"/>
                </a:ext>
              </a:extLst>
            </p:cNvPr>
            <p:cNvSpPr/>
            <p:nvPr/>
          </p:nvSpPr>
          <p:spPr>
            <a:xfrm>
              <a:off x="2447300" y="3932800"/>
              <a:ext cx="62200" cy="53475"/>
            </a:xfrm>
            <a:custGeom>
              <a:avLst/>
              <a:gdLst/>
              <a:ahLst/>
              <a:cxnLst/>
              <a:rect l="l" t="t" r="r" b="b"/>
              <a:pathLst>
                <a:path w="2488" h="2139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4" y="2041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Freeform: Shape 586">
              <a:extLst>
                <a:ext uri="{FF2B5EF4-FFF2-40B4-BE49-F238E27FC236}">
                  <a16:creationId xmlns:a16="http://schemas.microsoft.com/office/drawing/2014/main" id="{F06F2A43-E36B-4462-92D0-BF81E4FE5E7D}"/>
                </a:ext>
              </a:extLst>
            </p:cNvPr>
            <p:cNvSpPr/>
            <p:nvPr/>
          </p:nvSpPr>
          <p:spPr>
            <a:xfrm>
              <a:off x="2447300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Freeform: Shape 587">
              <a:extLst>
                <a:ext uri="{FF2B5EF4-FFF2-40B4-BE49-F238E27FC236}">
                  <a16:creationId xmlns:a16="http://schemas.microsoft.com/office/drawing/2014/main" id="{5015F0FB-8E8C-4957-9A05-EC30D1DB4374}"/>
                </a:ext>
              </a:extLst>
            </p:cNvPr>
            <p:cNvSpPr/>
            <p:nvPr/>
          </p:nvSpPr>
          <p:spPr>
            <a:xfrm>
              <a:off x="2447300" y="3780375"/>
              <a:ext cx="62400" cy="53475"/>
            </a:xfrm>
            <a:custGeom>
              <a:avLst/>
              <a:gdLst/>
              <a:ahLst/>
              <a:cxnLst/>
              <a:rect l="l" t="t" r="r" b="b"/>
              <a:pathLst>
                <a:path w="2496" h="2139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7" y="2139"/>
                  </a:cubicBezTo>
                  <a:cubicBezTo>
                    <a:pt x="1341" y="2139"/>
                    <a:pt x="1610" y="2040"/>
                    <a:pt x="1829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Freeform: Shape 588">
              <a:extLst>
                <a:ext uri="{FF2B5EF4-FFF2-40B4-BE49-F238E27FC236}">
                  <a16:creationId xmlns:a16="http://schemas.microsoft.com/office/drawing/2014/main" id="{69BE69E9-ED26-4C47-B29B-DE854F662043}"/>
                </a:ext>
              </a:extLst>
            </p:cNvPr>
            <p:cNvSpPr/>
            <p:nvPr/>
          </p:nvSpPr>
          <p:spPr>
            <a:xfrm>
              <a:off x="2447300" y="37041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Freeform: Shape 589">
              <a:extLst>
                <a:ext uri="{FF2B5EF4-FFF2-40B4-BE49-F238E27FC236}">
                  <a16:creationId xmlns:a16="http://schemas.microsoft.com/office/drawing/2014/main" id="{95D3BDC8-E222-41CF-8688-8E1AE54DC5EA}"/>
                </a:ext>
              </a:extLst>
            </p:cNvPr>
            <p:cNvSpPr/>
            <p:nvPr/>
          </p:nvSpPr>
          <p:spPr>
            <a:xfrm>
              <a:off x="2447300" y="362795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8" y="2137"/>
                    <a:pt x="1076" y="2137"/>
                  </a:cubicBezTo>
                  <a:cubicBezTo>
                    <a:pt x="1339" y="2137"/>
                    <a:pt x="1605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Freeform: Shape 590">
              <a:extLst>
                <a:ext uri="{FF2B5EF4-FFF2-40B4-BE49-F238E27FC236}">
                  <a16:creationId xmlns:a16="http://schemas.microsoft.com/office/drawing/2014/main" id="{10C4612D-A7DD-4A1B-AD5F-C3633AA067E7}"/>
                </a:ext>
              </a:extLst>
            </p:cNvPr>
            <p:cNvSpPr/>
            <p:nvPr/>
          </p:nvSpPr>
          <p:spPr>
            <a:xfrm>
              <a:off x="2447300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Freeform: Shape 591">
              <a:extLst>
                <a:ext uri="{FF2B5EF4-FFF2-40B4-BE49-F238E27FC236}">
                  <a16:creationId xmlns:a16="http://schemas.microsoft.com/office/drawing/2014/main" id="{8350C129-AFE6-4A82-A421-39A8A8747050}"/>
                </a:ext>
              </a:extLst>
            </p:cNvPr>
            <p:cNvSpPr/>
            <p:nvPr/>
          </p:nvSpPr>
          <p:spPr>
            <a:xfrm>
              <a:off x="2447300" y="34757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Freeform: Shape 592">
              <a:extLst>
                <a:ext uri="{FF2B5EF4-FFF2-40B4-BE49-F238E27FC236}">
                  <a16:creationId xmlns:a16="http://schemas.microsoft.com/office/drawing/2014/main" id="{5E66CEDE-0C3A-493B-9077-DAFF894E8B6C}"/>
                </a:ext>
              </a:extLst>
            </p:cNvPr>
            <p:cNvSpPr/>
            <p:nvPr/>
          </p:nvSpPr>
          <p:spPr>
            <a:xfrm>
              <a:off x="2447300" y="33995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Freeform: Shape 593">
              <a:extLst>
                <a:ext uri="{FF2B5EF4-FFF2-40B4-BE49-F238E27FC236}">
                  <a16:creationId xmlns:a16="http://schemas.microsoft.com/office/drawing/2014/main" id="{C50B052E-A827-4B2C-B5A6-379041C1BE82}"/>
                </a:ext>
              </a:extLst>
            </p:cNvPr>
            <p:cNvSpPr/>
            <p:nvPr/>
          </p:nvSpPr>
          <p:spPr>
            <a:xfrm>
              <a:off x="2447300" y="332330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Freeform: Shape 594">
              <a:extLst>
                <a:ext uri="{FF2B5EF4-FFF2-40B4-BE49-F238E27FC236}">
                  <a16:creationId xmlns:a16="http://schemas.microsoft.com/office/drawing/2014/main" id="{B680B392-41B5-4491-9B36-BD029226ABDD}"/>
                </a:ext>
              </a:extLst>
            </p:cNvPr>
            <p:cNvSpPr/>
            <p:nvPr/>
          </p:nvSpPr>
          <p:spPr>
            <a:xfrm>
              <a:off x="2371275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Freeform: Shape 595">
              <a:extLst>
                <a:ext uri="{FF2B5EF4-FFF2-40B4-BE49-F238E27FC236}">
                  <a16:creationId xmlns:a16="http://schemas.microsoft.com/office/drawing/2014/main" id="{EF9C4F77-5536-4FBC-B4C4-BAC721F13563}"/>
                </a:ext>
              </a:extLst>
            </p:cNvPr>
            <p:cNvSpPr/>
            <p:nvPr/>
          </p:nvSpPr>
          <p:spPr>
            <a:xfrm>
              <a:off x="2371275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Freeform: Shape 596">
              <a:extLst>
                <a:ext uri="{FF2B5EF4-FFF2-40B4-BE49-F238E27FC236}">
                  <a16:creationId xmlns:a16="http://schemas.microsoft.com/office/drawing/2014/main" id="{D18FC7BC-ADE4-403B-82D5-F539844919AC}"/>
                </a:ext>
              </a:extLst>
            </p:cNvPr>
            <p:cNvSpPr/>
            <p:nvPr/>
          </p:nvSpPr>
          <p:spPr>
            <a:xfrm>
              <a:off x="23712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7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Freeform: Shape 597">
              <a:extLst>
                <a:ext uri="{FF2B5EF4-FFF2-40B4-BE49-F238E27FC236}">
                  <a16:creationId xmlns:a16="http://schemas.microsoft.com/office/drawing/2014/main" id="{E97C8D3E-2759-40D4-94B3-C59E0828F8EA}"/>
                </a:ext>
              </a:extLst>
            </p:cNvPr>
            <p:cNvSpPr/>
            <p:nvPr/>
          </p:nvSpPr>
          <p:spPr>
            <a:xfrm>
              <a:off x="23712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Freeform: Shape 598">
              <a:extLst>
                <a:ext uri="{FF2B5EF4-FFF2-40B4-BE49-F238E27FC236}">
                  <a16:creationId xmlns:a16="http://schemas.microsoft.com/office/drawing/2014/main" id="{8293318C-84BC-4307-B34C-B1F185934B1E}"/>
                </a:ext>
              </a:extLst>
            </p:cNvPr>
            <p:cNvSpPr/>
            <p:nvPr/>
          </p:nvSpPr>
          <p:spPr>
            <a:xfrm>
              <a:off x="2371075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5" y="2041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Freeform: Shape 599">
              <a:extLst>
                <a:ext uri="{FF2B5EF4-FFF2-40B4-BE49-F238E27FC236}">
                  <a16:creationId xmlns:a16="http://schemas.microsoft.com/office/drawing/2014/main" id="{700C27FD-4B04-411A-B983-C4B9A78D2F0E}"/>
                </a:ext>
              </a:extLst>
            </p:cNvPr>
            <p:cNvSpPr/>
            <p:nvPr/>
          </p:nvSpPr>
          <p:spPr>
            <a:xfrm>
              <a:off x="2371075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Freeform: Shape 600">
              <a:extLst>
                <a:ext uri="{FF2B5EF4-FFF2-40B4-BE49-F238E27FC236}">
                  <a16:creationId xmlns:a16="http://schemas.microsoft.com/office/drawing/2014/main" id="{028FFEA0-6667-4EAC-922F-442F9A49763E}"/>
                </a:ext>
              </a:extLst>
            </p:cNvPr>
            <p:cNvSpPr/>
            <p:nvPr/>
          </p:nvSpPr>
          <p:spPr>
            <a:xfrm>
              <a:off x="237107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Freeform: Shape 601">
              <a:extLst>
                <a:ext uri="{FF2B5EF4-FFF2-40B4-BE49-F238E27FC236}">
                  <a16:creationId xmlns:a16="http://schemas.microsoft.com/office/drawing/2014/main" id="{6D7A7854-7409-4D15-8ED6-08D5AE574B90}"/>
                </a:ext>
              </a:extLst>
            </p:cNvPr>
            <p:cNvSpPr/>
            <p:nvPr/>
          </p:nvSpPr>
          <p:spPr>
            <a:xfrm>
              <a:off x="237127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Freeform: Shape 602">
              <a:extLst>
                <a:ext uri="{FF2B5EF4-FFF2-40B4-BE49-F238E27FC236}">
                  <a16:creationId xmlns:a16="http://schemas.microsoft.com/office/drawing/2014/main" id="{C6D9B01C-3C96-48C2-8125-7EC656EC6827}"/>
                </a:ext>
              </a:extLst>
            </p:cNvPr>
            <p:cNvSpPr/>
            <p:nvPr/>
          </p:nvSpPr>
          <p:spPr>
            <a:xfrm>
              <a:off x="237127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Freeform: Shape 603">
              <a:extLst>
                <a:ext uri="{FF2B5EF4-FFF2-40B4-BE49-F238E27FC236}">
                  <a16:creationId xmlns:a16="http://schemas.microsoft.com/office/drawing/2014/main" id="{F2491DF2-52D6-4491-8452-3D8E73A38DF8}"/>
                </a:ext>
              </a:extLst>
            </p:cNvPr>
            <p:cNvSpPr/>
            <p:nvPr/>
          </p:nvSpPr>
          <p:spPr>
            <a:xfrm>
              <a:off x="2371075" y="35519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Freeform: Shape 604">
              <a:extLst>
                <a:ext uri="{FF2B5EF4-FFF2-40B4-BE49-F238E27FC236}">
                  <a16:creationId xmlns:a16="http://schemas.microsoft.com/office/drawing/2014/main" id="{A0ED107D-43F4-4527-B3A4-5B3FEB64AB74}"/>
                </a:ext>
              </a:extLst>
            </p:cNvPr>
            <p:cNvSpPr/>
            <p:nvPr/>
          </p:nvSpPr>
          <p:spPr>
            <a:xfrm>
              <a:off x="23710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Freeform: Shape 605">
              <a:extLst>
                <a:ext uri="{FF2B5EF4-FFF2-40B4-BE49-F238E27FC236}">
                  <a16:creationId xmlns:a16="http://schemas.microsoft.com/office/drawing/2014/main" id="{9C8A8398-69A0-45DC-8EAC-1F0C19134A27}"/>
                </a:ext>
              </a:extLst>
            </p:cNvPr>
            <p:cNvSpPr/>
            <p:nvPr/>
          </p:nvSpPr>
          <p:spPr>
            <a:xfrm>
              <a:off x="237107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Freeform: Shape 606">
              <a:extLst>
                <a:ext uri="{FF2B5EF4-FFF2-40B4-BE49-F238E27FC236}">
                  <a16:creationId xmlns:a16="http://schemas.microsoft.com/office/drawing/2014/main" id="{E0CE854B-3614-4F9F-BC8E-86E4CB9EED19}"/>
                </a:ext>
              </a:extLst>
            </p:cNvPr>
            <p:cNvSpPr/>
            <p:nvPr/>
          </p:nvSpPr>
          <p:spPr>
            <a:xfrm>
              <a:off x="237107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54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Freeform: Shape 607">
              <a:extLst>
                <a:ext uri="{FF2B5EF4-FFF2-40B4-BE49-F238E27FC236}">
                  <a16:creationId xmlns:a16="http://schemas.microsoft.com/office/drawing/2014/main" id="{60A04AC3-8C0A-45BE-8E7E-80EA5D620BC2}"/>
                </a:ext>
              </a:extLst>
            </p:cNvPr>
            <p:cNvSpPr/>
            <p:nvPr/>
          </p:nvSpPr>
          <p:spPr>
            <a:xfrm>
              <a:off x="23710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55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Freeform: Shape 608">
              <a:extLst>
                <a:ext uri="{FF2B5EF4-FFF2-40B4-BE49-F238E27FC236}">
                  <a16:creationId xmlns:a16="http://schemas.microsoft.com/office/drawing/2014/main" id="{1D141906-6D37-46BF-A258-C9AF7BE1E6F2}"/>
                </a:ext>
              </a:extLst>
            </p:cNvPr>
            <p:cNvSpPr/>
            <p:nvPr/>
          </p:nvSpPr>
          <p:spPr>
            <a:xfrm>
              <a:off x="2295075" y="43136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Freeform: Shape 609">
              <a:extLst>
                <a:ext uri="{FF2B5EF4-FFF2-40B4-BE49-F238E27FC236}">
                  <a16:creationId xmlns:a16="http://schemas.microsoft.com/office/drawing/2014/main" id="{13F610C5-F433-4A67-BF3B-F62BA6B35844}"/>
                </a:ext>
              </a:extLst>
            </p:cNvPr>
            <p:cNvSpPr/>
            <p:nvPr/>
          </p:nvSpPr>
          <p:spPr>
            <a:xfrm>
              <a:off x="2295075" y="42374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Freeform: Shape 610">
              <a:extLst>
                <a:ext uri="{FF2B5EF4-FFF2-40B4-BE49-F238E27FC236}">
                  <a16:creationId xmlns:a16="http://schemas.microsoft.com/office/drawing/2014/main" id="{1A5E28C6-8309-4288-BB5C-D8A87759D818}"/>
                </a:ext>
              </a:extLst>
            </p:cNvPr>
            <p:cNvSpPr/>
            <p:nvPr/>
          </p:nvSpPr>
          <p:spPr>
            <a:xfrm>
              <a:off x="2295075" y="41614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Freeform: Shape 611">
              <a:extLst>
                <a:ext uri="{FF2B5EF4-FFF2-40B4-BE49-F238E27FC236}">
                  <a16:creationId xmlns:a16="http://schemas.microsoft.com/office/drawing/2014/main" id="{1AFF4A77-5DF9-406C-A87D-15A17B069016}"/>
                </a:ext>
              </a:extLst>
            </p:cNvPr>
            <p:cNvSpPr/>
            <p:nvPr/>
          </p:nvSpPr>
          <p:spPr>
            <a:xfrm>
              <a:off x="2295075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Freeform: Shape 612">
              <a:extLst>
                <a:ext uri="{FF2B5EF4-FFF2-40B4-BE49-F238E27FC236}">
                  <a16:creationId xmlns:a16="http://schemas.microsoft.com/office/drawing/2014/main" id="{F3A29534-3ED2-4B47-860A-877568B4115D}"/>
                </a:ext>
              </a:extLst>
            </p:cNvPr>
            <p:cNvSpPr/>
            <p:nvPr/>
          </p:nvSpPr>
          <p:spPr>
            <a:xfrm>
              <a:off x="2295075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Freeform: Shape 613">
              <a:extLst>
                <a:ext uri="{FF2B5EF4-FFF2-40B4-BE49-F238E27FC236}">
                  <a16:creationId xmlns:a16="http://schemas.microsoft.com/office/drawing/2014/main" id="{16A8E0B4-AC93-4E1F-AED9-ED06E350DC84}"/>
                </a:ext>
              </a:extLst>
            </p:cNvPr>
            <p:cNvSpPr/>
            <p:nvPr/>
          </p:nvSpPr>
          <p:spPr>
            <a:xfrm>
              <a:off x="2294850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9" y="1073"/>
                  </a:cubicBezTo>
                  <a:cubicBezTo>
                    <a:pt x="9" y="1715"/>
                    <a:pt x="531" y="2139"/>
                    <a:pt x="1078" y="2139"/>
                  </a:cubicBezTo>
                  <a:cubicBezTo>
                    <a:pt x="1342" y="2139"/>
                    <a:pt x="1611" y="2041"/>
                    <a:pt x="1830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Freeform: Shape 614">
              <a:extLst>
                <a:ext uri="{FF2B5EF4-FFF2-40B4-BE49-F238E27FC236}">
                  <a16:creationId xmlns:a16="http://schemas.microsoft.com/office/drawing/2014/main" id="{05D991E0-0F4B-4DE2-B544-A659DE5EC45F}"/>
                </a:ext>
              </a:extLst>
            </p:cNvPr>
            <p:cNvSpPr/>
            <p:nvPr/>
          </p:nvSpPr>
          <p:spPr>
            <a:xfrm>
              <a:off x="2295075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Freeform: Shape 615">
              <a:extLst>
                <a:ext uri="{FF2B5EF4-FFF2-40B4-BE49-F238E27FC236}">
                  <a16:creationId xmlns:a16="http://schemas.microsoft.com/office/drawing/2014/main" id="{6F8C017C-6049-4FCC-A564-894EEC2277E2}"/>
                </a:ext>
              </a:extLst>
            </p:cNvPr>
            <p:cNvSpPr/>
            <p:nvPr/>
          </p:nvSpPr>
          <p:spPr>
            <a:xfrm>
              <a:off x="2294850" y="3780375"/>
              <a:ext cx="62625" cy="53475"/>
            </a:xfrm>
            <a:custGeom>
              <a:avLst/>
              <a:gdLst/>
              <a:ahLst/>
              <a:cxnLst/>
              <a:rect l="l" t="t" r="r" b="b"/>
              <a:pathLst>
                <a:path w="2505" h="2139" extrusionOk="0">
                  <a:moveTo>
                    <a:pt x="1074" y="0"/>
                  </a:moveTo>
                  <a:cubicBezTo>
                    <a:pt x="481" y="0"/>
                    <a:pt x="1" y="480"/>
                    <a:pt x="9" y="1073"/>
                  </a:cubicBezTo>
                  <a:cubicBezTo>
                    <a:pt x="9" y="1715"/>
                    <a:pt x="535" y="2139"/>
                    <a:pt x="1082" y="2139"/>
                  </a:cubicBezTo>
                  <a:cubicBezTo>
                    <a:pt x="1345" y="2139"/>
                    <a:pt x="1613" y="2040"/>
                    <a:pt x="1830" y="1821"/>
                  </a:cubicBezTo>
                  <a:cubicBezTo>
                    <a:pt x="2505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Freeform: Shape 616">
              <a:extLst>
                <a:ext uri="{FF2B5EF4-FFF2-40B4-BE49-F238E27FC236}">
                  <a16:creationId xmlns:a16="http://schemas.microsoft.com/office/drawing/2014/main" id="{06FF7BC6-EAA1-4F05-BE17-05AEE8FC2EFC}"/>
                </a:ext>
              </a:extLst>
            </p:cNvPr>
            <p:cNvSpPr/>
            <p:nvPr/>
          </p:nvSpPr>
          <p:spPr>
            <a:xfrm>
              <a:off x="2295075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Freeform: Shape 617">
              <a:extLst>
                <a:ext uri="{FF2B5EF4-FFF2-40B4-BE49-F238E27FC236}">
                  <a16:creationId xmlns:a16="http://schemas.microsoft.com/office/drawing/2014/main" id="{0C6D9D48-8D33-4954-8B35-7D3EF45CF68E}"/>
                </a:ext>
              </a:extLst>
            </p:cNvPr>
            <p:cNvSpPr/>
            <p:nvPr/>
          </p:nvSpPr>
          <p:spPr>
            <a:xfrm>
              <a:off x="2295075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Freeform: Shape 618">
              <a:extLst>
                <a:ext uri="{FF2B5EF4-FFF2-40B4-BE49-F238E27FC236}">
                  <a16:creationId xmlns:a16="http://schemas.microsoft.com/office/drawing/2014/main" id="{82429271-7796-41C5-A6A8-748CC9DA4E66}"/>
                </a:ext>
              </a:extLst>
            </p:cNvPr>
            <p:cNvSpPr/>
            <p:nvPr/>
          </p:nvSpPr>
          <p:spPr>
            <a:xfrm>
              <a:off x="2295075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Freeform: Shape 619">
              <a:extLst>
                <a:ext uri="{FF2B5EF4-FFF2-40B4-BE49-F238E27FC236}">
                  <a16:creationId xmlns:a16="http://schemas.microsoft.com/office/drawing/2014/main" id="{7F7F79A7-73AC-4E11-A15C-A9DFB754D78E}"/>
                </a:ext>
              </a:extLst>
            </p:cNvPr>
            <p:cNvSpPr/>
            <p:nvPr/>
          </p:nvSpPr>
          <p:spPr>
            <a:xfrm>
              <a:off x="2295075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Freeform: Shape 620">
              <a:extLst>
                <a:ext uri="{FF2B5EF4-FFF2-40B4-BE49-F238E27FC236}">
                  <a16:creationId xmlns:a16="http://schemas.microsoft.com/office/drawing/2014/main" id="{08F26F6C-8774-4B94-8973-15FEEAC5D462}"/>
                </a:ext>
              </a:extLst>
            </p:cNvPr>
            <p:cNvSpPr/>
            <p:nvPr/>
          </p:nvSpPr>
          <p:spPr>
            <a:xfrm>
              <a:off x="2295075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Freeform: Shape 621">
              <a:extLst>
                <a:ext uri="{FF2B5EF4-FFF2-40B4-BE49-F238E27FC236}">
                  <a16:creationId xmlns:a16="http://schemas.microsoft.com/office/drawing/2014/main" id="{A855F105-EA3E-4A2F-98BE-12B3EA58540F}"/>
                </a:ext>
              </a:extLst>
            </p:cNvPr>
            <p:cNvSpPr/>
            <p:nvPr/>
          </p:nvSpPr>
          <p:spPr>
            <a:xfrm>
              <a:off x="229492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4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Freeform: Shape 622">
              <a:extLst>
                <a:ext uri="{FF2B5EF4-FFF2-40B4-BE49-F238E27FC236}">
                  <a16:creationId xmlns:a16="http://schemas.microsoft.com/office/drawing/2014/main" id="{AD8E53DC-7427-4D42-8F97-E0A46187DF83}"/>
                </a:ext>
              </a:extLst>
            </p:cNvPr>
            <p:cNvSpPr/>
            <p:nvPr/>
          </p:nvSpPr>
          <p:spPr>
            <a:xfrm>
              <a:off x="2294925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Freeform: Shape 623">
              <a:extLst>
                <a:ext uri="{FF2B5EF4-FFF2-40B4-BE49-F238E27FC236}">
                  <a16:creationId xmlns:a16="http://schemas.microsoft.com/office/drawing/2014/main" id="{AD30AC64-C0BE-46F6-81EB-1374A024694A}"/>
                </a:ext>
              </a:extLst>
            </p:cNvPr>
            <p:cNvSpPr/>
            <p:nvPr/>
          </p:nvSpPr>
          <p:spPr>
            <a:xfrm>
              <a:off x="2295075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2"/>
                    <a:pt x="1813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Freeform: Shape 624">
              <a:extLst>
                <a:ext uri="{FF2B5EF4-FFF2-40B4-BE49-F238E27FC236}">
                  <a16:creationId xmlns:a16="http://schemas.microsoft.com/office/drawing/2014/main" id="{6A809BAE-3C62-43D4-9EAC-F32896EC5EE1}"/>
                </a:ext>
              </a:extLst>
            </p:cNvPr>
            <p:cNvSpPr/>
            <p:nvPr/>
          </p:nvSpPr>
          <p:spPr>
            <a:xfrm>
              <a:off x="22950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Freeform: Shape 625">
              <a:extLst>
                <a:ext uri="{FF2B5EF4-FFF2-40B4-BE49-F238E27FC236}">
                  <a16:creationId xmlns:a16="http://schemas.microsoft.com/office/drawing/2014/main" id="{8F518D9C-C3BB-4A8C-AB55-9E20E0D04B5F}"/>
                </a:ext>
              </a:extLst>
            </p:cNvPr>
            <p:cNvSpPr/>
            <p:nvPr/>
          </p:nvSpPr>
          <p:spPr>
            <a:xfrm>
              <a:off x="221865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Freeform: Shape 626">
              <a:extLst>
                <a:ext uri="{FF2B5EF4-FFF2-40B4-BE49-F238E27FC236}">
                  <a16:creationId xmlns:a16="http://schemas.microsoft.com/office/drawing/2014/main" id="{715E68E8-9379-4809-8E69-A97DD1150E59}"/>
                </a:ext>
              </a:extLst>
            </p:cNvPr>
            <p:cNvSpPr/>
            <p:nvPr/>
          </p:nvSpPr>
          <p:spPr>
            <a:xfrm>
              <a:off x="2218650" y="43136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Freeform: Shape 627">
              <a:extLst>
                <a:ext uri="{FF2B5EF4-FFF2-40B4-BE49-F238E27FC236}">
                  <a16:creationId xmlns:a16="http://schemas.microsoft.com/office/drawing/2014/main" id="{15C8421B-7085-4DE8-9548-214085203271}"/>
                </a:ext>
              </a:extLst>
            </p:cNvPr>
            <p:cNvSpPr/>
            <p:nvPr/>
          </p:nvSpPr>
          <p:spPr>
            <a:xfrm>
              <a:off x="2218650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74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Freeform: Shape 628">
              <a:extLst>
                <a:ext uri="{FF2B5EF4-FFF2-40B4-BE49-F238E27FC236}">
                  <a16:creationId xmlns:a16="http://schemas.microsoft.com/office/drawing/2014/main" id="{7D37B5F0-D834-47B7-8A6A-0D6D366F3181}"/>
                </a:ext>
              </a:extLst>
            </p:cNvPr>
            <p:cNvSpPr/>
            <p:nvPr/>
          </p:nvSpPr>
          <p:spPr>
            <a:xfrm>
              <a:off x="2218650" y="41614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Freeform: Shape 629">
              <a:extLst>
                <a:ext uri="{FF2B5EF4-FFF2-40B4-BE49-F238E27FC236}">
                  <a16:creationId xmlns:a16="http://schemas.microsoft.com/office/drawing/2014/main" id="{45911F58-9B1F-49FD-B63F-DDF32FEC0BF0}"/>
                </a:ext>
              </a:extLst>
            </p:cNvPr>
            <p:cNvSpPr/>
            <p:nvPr/>
          </p:nvSpPr>
          <p:spPr>
            <a:xfrm>
              <a:off x="22186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Freeform: Shape 630">
              <a:extLst>
                <a:ext uri="{FF2B5EF4-FFF2-40B4-BE49-F238E27FC236}">
                  <a16:creationId xmlns:a16="http://schemas.microsoft.com/office/drawing/2014/main" id="{83E60853-38CA-40BB-86C7-86F4B406ABC6}"/>
                </a:ext>
              </a:extLst>
            </p:cNvPr>
            <p:cNvSpPr/>
            <p:nvPr/>
          </p:nvSpPr>
          <p:spPr>
            <a:xfrm>
              <a:off x="22186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Freeform: Shape 631">
              <a:extLst>
                <a:ext uri="{FF2B5EF4-FFF2-40B4-BE49-F238E27FC236}">
                  <a16:creationId xmlns:a16="http://schemas.microsoft.com/office/drawing/2014/main" id="{69D1A87F-88BF-4710-B0E3-FFE5F99ABD4B}"/>
                </a:ext>
              </a:extLst>
            </p:cNvPr>
            <p:cNvSpPr/>
            <p:nvPr/>
          </p:nvSpPr>
          <p:spPr>
            <a:xfrm>
              <a:off x="2218650" y="393280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74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5" y="2041"/>
                    <a:pt x="1821" y="1821"/>
                  </a:cubicBezTo>
                  <a:cubicBezTo>
                    <a:pt x="2488" y="1146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Freeform: Shape 632">
              <a:extLst>
                <a:ext uri="{FF2B5EF4-FFF2-40B4-BE49-F238E27FC236}">
                  <a16:creationId xmlns:a16="http://schemas.microsoft.com/office/drawing/2014/main" id="{3F6FBE46-CE22-45B6-934C-DF875EEF14CA}"/>
                </a:ext>
              </a:extLst>
            </p:cNvPr>
            <p:cNvSpPr/>
            <p:nvPr/>
          </p:nvSpPr>
          <p:spPr>
            <a:xfrm>
              <a:off x="2218650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Freeform: Shape 633">
              <a:extLst>
                <a:ext uri="{FF2B5EF4-FFF2-40B4-BE49-F238E27FC236}">
                  <a16:creationId xmlns:a16="http://schemas.microsoft.com/office/drawing/2014/main" id="{97078ED3-7642-473A-80EF-5E1C134918BD}"/>
                </a:ext>
              </a:extLst>
            </p:cNvPr>
            <p:cNvSpPr/>
            <p:nvPr/>
          </p:nvSpPr>
          <p:spPr>
            <a:xfrm>
              <a:off x="221865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7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Freeform: Shape 634">
              <a:extLst>
                <a:ext uri="{FF2B5EF4-FFF2-40B4-BE49-F238E27FC236}">
                  <a16:creationId xmlns:a16="http://schemas.microsoft.com/office/drawing/2014/main" id="{D17097ED-5C95-4568-BDC6-B7BE7F09C681}"/>
                </a:ext>
              </a:extLst>
            </p:cNvPr>
            <p:cNvSpPr/>
            <p:nvPr/>
          </p:nvSpPr>
          <p:spPr>
            <a:xfrm>
              <a:off x="22186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Freeform: Shape 635">
              <a:extLst>
                <a:ext uri="{FF2B5EF4-FFF2-40B4-BE49-F238E27FC236}">
                  <a16:creationId xmlns:a16="http://schemas.microsoft.com/office/drawing/2014/main" id="{7E7244E6-FA2F-463E-951E-FC82A588894C}"/>
                </a:ext>
              </a:extLst>
            </p:cNvPr>
            <p:cNvSpPr/>
            <p:nvPr/>
          </p:nvSpPr>
          <p:spPr>
            <a:xfrm>
              <a:off x="221865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74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Freeform: Shape 636">
              <a:extLst>
                <a:ext uri="{FF2B5EF4-FFF2-40B4-BE49-F238E27FC236}">
                  <a16:creationId xmlns:a16="http://schemas.microsoft.com/office/drawing/2014/main" id="{C4889F3C-6F8F-4C45-B5F8-7B15F59E4A2B}"/>
                </a:ext>
              </a:extLst>
            </p:cNvPr>
            <p:cNvSpPr/>
            <p:nvPr/>
          </p:nvSpPr>
          <p:spPr>
            <a:xfrm>
              <a:off x="221865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Freeform: Shape 637">
              <a:extLst>
                <a:ext uri="{FF2B5EF4-FFF2-40B4-BE49-F238E27FC236}">
                  <a16:creationId xmlns:a16="http://schemas.microsoft.com/office/drawing/2014/main" id="{ACAF0A3F-DC07-400F-BC61-B14932C3171C}"/>
                </a:ext>
              </a:extLst>
            </p:cNvPr>
            <p:cNvSpPr/>
            <p:nvPr/>
          </p:nvSpPr>
          <p:spPr>
            <a:xfrm>
              <a:off x="22186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Freeform: Shape 638">
              <a:extLst>
                <a:ext uri="{FF2B5EF4-FFF2-40B4-BE49-F238E27FC236}">
                  <a16:creationId xmlns:a16="http://schemas.microsoft.com/office/drawing/2014/main" id="{F9E5C1CF-28D1-4800-A2BA-A9190103ED27}"/>
                </a:ext>
              </a:extLst>
            </p:cNvPr>
            <p:cNvSpPr/>
            <p:nvPr/>
          </p:nvSpPr>
          <p:spPr>
            <a:xfrm>
              <a:off x="221865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Freeform: Shape 639">
              <a:extLst>
                <a:ext uri="{FF2B5EF4-FFF2-40B4-BE49-F238E27FC236}">
                  <a16:creationId xmlns:a16="http://schemas.microsoft.com/office/drawing/2014/main" id="{4F6547C3-EB95-4367-A329-22B08668446C}"/>
                </a:ext>
              </a:extLst>
            </p:cNvPr>
            <p:cNvSpPr/>
            <p:nvPr/>
          </p:nvSpPr>
          <p:spPr>
            <a:xfrm>
              <a:off x="221865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Freeform: Shape 640">
              <a:extLst>
                <a:ext uri="{FF2B5EF4-FFF2-40B4-BE49-F238E27FC236}">
                  <a16:creationId xmlns:a16="http://schemas.microsoft.com/office/drawing/2014/main" id="{7C5EA67D-0297-4F40-BFAA-C4E83CAD6F3E}"/>
                </a:ext>
              </a:extLst>
            </p:cNvPr>
            <p:cNvSpPr/>
            <p:nvPr/>
          </p:nvSpPr>
          <p:spPr>
            <a:xfrm>
              <a:off x="2218650" y="3247075"/>
              <a:ext cx="62425" cy="53500"/>
            </a:xfrm>
            <a:custGeom>
              <a:avLst/>
              <a:gdLst/>
              <a:ahLst/>
              <a:cxnLst/>
              <a:rect l="l" t="t" r="r" b="b"/>
              <a:pathLst>
                <a:path w="2497" h="2140" extrusionOk="0">
                  <a:moveTo>
                    <a:pt x="1074" y="1"/>
                  </a:moveTo>
                  <a:cubicBezTo>
                    <a:pt x="480" y="9"/>
                    <a:pt x="9" y="480"/>
                    <a:pt x="0" y="1066"/>
                  </a:cubicBezTo>
                  <a:cubicBezTo>
                    <a:pt x="0" y="1711"/>
                    <a:pt x="529" y="2140"/>
                    <a:pt x="1079" y="2140"/>
                  </a:cubicBezTo>
                  <a:cubicBezTo>
                    <a:pt x="1339" y="2140"/>
                    <a:pt x="1605" y="2044"/>
                    <a:pt x="1821" y="1830"/>
                  </a:cubicBezTo>
                  <a:cubicBezTo>
                    <a:pt x="2496" y="1155"/>
                    <a:pt x="2017" y="9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Freeform: Shape 641">
              <a:extLst>
                <a:ext uri="{FF2B5EF4-FFF2-40B4-BE49-F238E27FC236}">
                  <a16:creationId xmlns:a16="http://schemas.microsoft.com/office/drawing/2014/main" id="{F6D75723-74D9-4D18-9F11-91A28A863C07}"/>
                </a:ext>
              </a:extLst>
            </p:cNvPr>
            <p:cNvSpPr/>
            <p:nvPr/>
          </p:nvSpPr>
          <p:spPr>
            <a:xfrm>
              <a:off x="2218650" y="3171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5"/>
                    <a:pt x="528" y="2131"/>
                    <a:pt x="1078" y="2131"/>
                  </a:cubicBezTo>
                  <a:cubicBezTo>
                    <a:pt x="1339" y="2131"/>
                    <a:pt x="1604" y="2036"/>
                    <a:pt x="1821" y="1821"/>
                  </a:cubicBezTo>
                  <a:cubicBezTo>
                    <a:pt x="2488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Freeform: Shape 642">
              <a:extLst>
                <a:ext uri="{FF2B5EF4-FFF2-40B4-BE49-F238E27FC236}">
                  <a16:creationId xmlns:a16="http://schemas.microsoft.com/office/drawing/2014/main" id="{5AEE9C0A-6C96-4F0E-868B-CF1A711F9C64}"/>
                </a:ext>
              </a:extLst>
            </p:cNvPr>
            <p:cNvSpPr/>
            <p:nvPr/>
          </p:nvSpPr>
          <p:spPr>
            <a:xfrm>
              <a:off x="22186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Freeform: Shape 643">
              <a:extLst>
                <a:ext uri="{FF2B5EF4-FFF2-40B4-BE49-F238E27FC236}">
                  <a16:creationId xmlns:a16="http://schemas.microsoft.com/office/drawing/2014/main" id="{A6D2FAF7-B89F-4996-A12D-788E77999E70}"/>
                </a:ext>
              </a:extLst>
            </p:cNvPr>
            <p:cNvSpPr/>
            <p:nvPr/>
          </p:nvSpPr>
          <p:spPr>
            <a:xfrm>
              <a:off x="22186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Freeform: Shape 644">
              <a:extLst>
                <a:ext uri="{FF2B5EF4-FFF2-40B4-BE49-F238E27FC236}">
                  <a16:creationId xmlns:a16="http://schemas.microsoft.com/office/drawing/2014/main" id="{1927F41F-A633-4BE1-A65E-F1CDA7127D8E}"/>
                </a:ext>
              </a:extLst>
            </p:cNvPr>
            <p:cNvSpPr/>
            <p:nvPr/>
          </p:nvSpPr>
          <p:spPr>
            <a:xfrm>
              <a:off x="22186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9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Freeform: Shape 645">
              <a:extLst>
                <a:ext uri="{FF2B5EF4-FFF2-40B4-BE49-F238E27FC236}">
                  <a16:creationId xmlns:a16="http://schemas.microsoft.com/office/drawing/2014/main" id="{458FDEFF-7137-40BD-85FB-CD3D900D8A35}"/>
                </a:ext>
              </a:extLst>
            </p:cNvPr>
            <p:cNvSpPr/>
            <p:nvPr/>
          </p:nvSpPr>
          <p:spPr>
            <a:xfrm>
              <a:off x="2142425" y="46183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Freeform: Shape 646">
              <a:extLst>
                <a:ext uri="{FF2B5EF4-FFF2-40B4-BE49-F238E27FC236}">
                  <a16:creationId xmlns:a16="http://schemas.microsoft.com/office/drawing/2014/main" id="{9A75B3CC-D5FE-4717-8F62-D01900CAE093}"/>
                </a:ext>
              </a:extLst>
            </p:cNvPr>
            <p:cNvSpPr/>
            <p:nvPr/>
          </p:nvSpPr>
          <p:spPr>
            <a:xfrm>
              <a:off x="2142425" y="43898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Freeform: Shape 647">
              <a:extLst>
                <a:ext uri="{FF2B5EF4-FFF2-40B4-BE49-F238E27FC236}">
                  <a16:creationId xmlns:a16="http://schemas.microsoft.com/office/drawing/2014/main" id="{132F550E-9E03-4199-B77A-2EC41426FD91}"/>
                </a:ext>
              </a:extLst>
            </p:cNvPr>
            <p:cNvSpPr/>
            <p:nvPr/>
          </p:nvSpPr>
          <p:spPr>
            <a:xfrm>
              <a:off x="2142425" y="43136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Freeform: Shape 648">
              <a:extLst>
                <a:ext uri="{FF2B5EF4-FFF2-40B4-BE49-F238E27FC236}">
                  <a16:creationId xmlns:a16="http://schemas.microsoft.com/office/drawing/2014/main" id="{BFB31310-E3FD-4A61-9CFF-103E1C44C456}"/>
                </a:ext>
              </a:extLst>
            </p:cNvPr>
            <p:cNvSpPr/>
            <p:nvPr/>
          </p:nvSpPr>
          <p:spPr>
            <a:xfrm>
              <a:off x="214242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Freeform: Shape 649">
              <a:extLst>
                <a:ext uri="{FF2B5EF4-FFF2-40B4-BE49-F238E27FC236}">
                  <a16:creationId xmlns:a16="http://schemas.microsoft.com/office/drawing/2014/main" id="{92F1ED68-7F45-478F-904A-2E0AB01A9B40}"/>
                </a:ext>
              </a:extLst>
            </p:cNvPr>
            <p:cNvSpPr/>
            <p:nvPr/>
          </p:nvSpPr>
          <p:spPr>
            <a:xfrm>
              <a:off x="214242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Freeform: Shape 650">
              <a:extLst>
                <a:ext uri="{FF2B5EF4-FFF2-40B4-BE49-F238E27FC236}">
                  <a16:creationId xmlns:a16="http://schemas.microsoft.com/office/drawing/2014/main" id="{C569B267-BC60-44A9-9076-8183A3A4305B}"/>
                </a:ext>
              </a:extLst>
            </p:cNvPr>
            <p:cNvSpPr/>
            <p:nvPr/>
          </p:nvSpPr>
          <p:spPr>
            <a:xfrm>
              <a:off x="214242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Freeform: Shape 651">
              <a:extLst>
                <a:ext uri="{FF2B5EF4-FFF2-40B4-BE49-F238E27FC236}">
                  <a16:creationId xmlns:a16="http://schemas.microsoft.com/office/drawing/2014/main" id="{5EE8DC24-9C41-4013-B7D4-21492B65B8E0}"/>
                </a:ext>
              </a:extLst>
            </p:cNvPr>
            <p:cNvSpPr/>
            <p:nvPr/>
          </p:nvSpPr>
          <p:spPr>
            <a:xfrm>
              <a:off x="214242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Freeform: Shape 652">
              <a:extLst>
                <a:ext uri="{FF2B5EF4-FFF2-40B4-BE49-F238E27FC236}">
                  <a16:creationId xmlns:a16="http://schemas.microsoft.com/office/drawing/2014/main" id="{16671B15-A964-4452-9661-B66473914FB7}"/>
                </a:ext>
              </a:extLst>
            </p:cNvPr>
            <p:cNvSpPr/>
            <p:nvPr/>
          </p:nvSpPr>
          <p:spPr>
            <a:xfrm>
              <a:off x="2142425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Freeform: Shape 653">
              <a:extLst>
                <a:ext uri="{FF2B5EF4-FFF2-40B4-BE49-F238E27FC236}">
                  <a16:creationId xmlns:a16="http://schemas.microsoft.com/office/drawing/2014/main" id="{C081E2AA-D9DB-40ED-B732-A28BE10666D5}"/>
                </a:ext>
              </a:extLst>
            </p:cNvPr>
            <p:cNvSpPr/>
            <p:nvPr/>
          </p:nvSpPr>
          <p:spPr>
            <a:xfrm>
              <a:off x="2142425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Freeform: Shape 654">
              <a:extLst>
                <a:ext uri="{FF2B5EF4-FFF2-40B4-BE49-F238E27FC236}">
                  <a16:creationId xmlns:a16="http://schemas.microsoft.com/office/drawing/2014/main" id="{22473FDD-094C-4C14-9E92-237F72893074}"/>
                </a:ext>
              </a:extLst>
            </p:cNvPr>
            <p:cNvSpPr/>
            <p:nvPr/>
          </p:nvSpPr>
          <p:spPr>
            <a:xfrm>
              <a:off x="214242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2" y="2139"/>
                    <a:pt x="1611" y="2040"/>
                    <a:pt x="1830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Freeform: Shape 655">
              <a:extLst>
                <a:ext uri="{FF2B5EF4-FFF2-40B4-BE49-F238E27FC236}">
                  <a16:creationId xmlns:a16="http://schemas.microsoft.com/office/drawing/2014/main" id="{241BAE43-DAE7-429A-A405-0BB88107B26A}"/>
                </a:ext>
              </a:extLst>
            </p:cNvPr>
            <p:cNvSpPr/>
            <p:nvPr/>
          </p:nvSpPr>
          <p:spPr>
            <a:xfrm>
              <a:off x="214242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Freeform: Shape 656">
              <a:extLst>
                <a:ext uri="{FF2B5EF4-FFF2-40B4-BE49-F238E27FC236}">
                  <a16:creationId xmlns:a16="http://schemas.microsoft.com/office/drawing/2014/main" id="{43B98BF3-4DAD-4CF6-85A6-CC590242B14D}"/>
                </a:ext>
              </a:extLst>
            </p:cNvPr>
            <p:cNvSpPr/>
            <p:nvPr/>
          </p:nvSpPr>
          <p:spPr>
            <a:xfrm>
              <a:off x="214242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Freeform: Shape 657">
              <a:extLst>
                <a:ext uri="{FF2B5EF4-FFF2-40B4-BE49-F238E27FC236}">
                  <a16:creationId xmlns:a16="http://schemas.microsoft.com/office/drawing/2014/main" id="{C44E0C70-357C-4877-BF66-BC46577BCFC1}"/>
                </a:ext>
              </a:extLst>
            </p:cNvPr>
            <p:cNvSpPr/>
            <p:nvPr/>
          </p:nvSpPr>
          <p:spPr>
            <a:xfrm>
              <a:off x="2142425" y="35519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Freeform: Shape 658">
              <a:extLst>
                <a:ext uri="{FF2B5EF4-FFF2-40B4-BE49-F238E27FC236}">
                  <a16:creationId xmlns:a16="http://schemas.microsoft.com/office/drawing/2014/main" id="{92554ECD-0AC5-4B64-818E-044F6ED92809}"/>
                </a:ext>
              </a:extLst>
            </p:cNvPr>
            <p:cNvSpPr/>
            <p:nvPr/>
          </p:nvSpPr>
          <p:spPr>
            <a:xfrm>
              <a:off x="214242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Freeform: Shape 659">
              <a:extLst>
                <a:ext uri="{FF2B5EF4-FFF2-40B4-BE49-F238E27FC236}">
                  <a16:creationId xmlns:a16="http://schemas.microsoft.com/office/drawing/2014/main" id="{EEC482EC-8F28-481A-B972-9E788DDA251B}"/>
                </a:ext>
              </a:extLst>
            </p:cNvPr>
            <p:cNvSpPr/>
            <p:nvPr/>
          </p:nvSpPr>
          <p:spPr>
            <a:xfrm>
              <a:off x="214242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Freeform: Shape 660">
              <a:extLst>
                <a:ext uri="{FF2B5EF4-FFF2-40B4-BE49-F238E27FC236}">
                  <a16:creationId xmlns:a16="http://schemas.microsoft.com/office/drawing/2014/main" id="{8B8A2FF6-F042-41E7-83EA-E379E7A0BDD1}"/>
                </a:ext>
              </a:extLst>
            </p:cNvPr>
            <p:cNvSpPr/>
            <p:nvPr/>
          </p:nvSpPr>
          <p:spPr>
            <a:xfrm>
              <a:off x="214242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Freeform: Shape 661">
              <a:extLst>
                <a:ext uri="{FF2B5EF4-FFF2-40B4-BE49-F238E27FC236}">
                  <a16:creationId xmlns:a16="http://schemas.microsoft.com/office/drawing/2014/main" id="{EE60A9EF-3F4E-40B6-8C6C-FBADB38ABD35}"/>
                </a:ext>
              </a:extLst>
            </p:cNvPr>
            <p:cNvSpPr/>
            <p:nvPr/>
          </p:nvSpPr>
          <p:spPr>
            <a:xfrm>
              <a:off x="214242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Freeform: Shape 662">
              <a:extLst>
                <a:ext uri="{FF2B5EF4-FFF2-40B4-BE49-F238E27FC236}">
                  <a16:creationId xmlns:a16="http://schemas.microsoft.com/office/drawing/2014/main" id="{A09EA2AD-008E-48DC-9D0F-C92151C548CD}"/>
                </a:ext>
              </a:extLst>
            </p:cNvPr>
            <p:cNvSpPr/>
            <p:nvPr/>
          </p:nvSpPr>
          <p:spPr>
            <a:xfrm>
              <a:off x="214242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Freeform: Shape 663">
              <a:extLst>
                <a:ext uri="{FF2B5EF4-FFF2-40B4-BE49-F238E27FC236}">
                  <a16:creationId xmlns:a16="http://schemas.microsoft.com/office/drawing/2014/main" id="{0BAD6DAC-95D9-4947-AA22-9C6A1B260CC6}"/>
                </a:ext>
              </a:extLst>
            </p:cNvPr>
            <p:cNvSpPr/>
            <p:nvPr/>
          </p:nvSpPr>
          <p:spPr>
            <a:xfrm>
              <a:off x="21424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Freeform: Shape 664">
              <a:extLst>
                <a:ext uri="{FF2B5EF4-FFF2-40B4-BE49-F238E27FC236}">
                  <a16:creationId xmlns:a16="http://schemas.microsoft.com/office/drawing/2014/main" id="{2160D01A-133B-49A5-8BE5-FA47F4E86F88}"/>
                </a:ext>
              </a:extLst>
            </p:cNvPr>
            <p:cNvSpPr/>
            <p:nvPr/>
          </p:nvSpPr>
          <p:spPr>
            <a:xfrm>
              <a:off x="21424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Freeform: Shape 665">
              <a:extLst>
                <a:ext uri="{FF2B5EF4-FFF2-40B4-BE49-F238E27FC236}">
                  <a16:creationId xmlns:a16="http://schemas.microsoft.com/office/drawing/2014/main" id="{4CDF9A55-973C-4450-BE21-37374911DC65}"/>
                </a:ext>
              </a:extLst>
            </p:cNvPr>
            <p:cNvSpPr/>
            <p:nvPr/>
          </p:nvSpPr>
          <p:spPr>
            <a:xfrm>
              <a:off x="21424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Freeform: Shape 666">
              <a:extLst>
                <a:ext uri="{FF2B5EF4-FFF2-40B4-BE49-F238E27FC236}">
                  <a16:creationId xmlns:a16="http://schemas.microsoft.com/office/drawing/2014/main" id="{49E99D15-9806-4B4D-9FCA-2F524A51771C}"/>
                </a:ext>
              </a:extLst>
            </p:cNvPr>
            <p:cNvSpPr/>
            <p:nvPr/>
          </p:nvSpPr>
          <p:spPr>
            <a:xfrm>
              <a:off x="21424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Freeform: Shape 667">
              <a:extLst>
                <a:ext uri="{FF2B5EF4-FFF2-40B4-BE49-F238E27FC236}">
                  <a16:creationId xmlns:a16="http://schemas.microsoft.com/office/drawing/2014/main" id="{385765C6-3C77-48A8-B7AE-50072D13D095}"/>
                </a:ext>
              </a:extLst>
            </p:cNvPr>
            <p:cNvSpPr/>
            <p:nvPr/>
          </p:nvSpPr>
          <p:spPr>
            <a:xfrm>
              <a:off x="21424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Freeform: Shape 668">
              <a:extLst>
                <a:ext uri="{FF2B5EF4-FFF2-40B4-BE49-F238E27FC236}">
                  <a16:creationId xmlns:a16="http://schemas.microsoft.com/office/drawing/2014/main" id="{1C6DDD27-F851-4458-8487-0663710078E1}"/>
                </a:ext>
              </a:extLst>
            </p:cNvPr>
            <p:cNvSpPr/>
            <p:nvPr/>
          </p:nvSpPr>
          <p:spPr>
            <a:xfrm>
              <a:off x="21424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Freeform: Shape 669">
              <a:extLst>
                <a:ext uri="{FF2B5EF4-FFF2-40B4-BE49-F238E27FC236}">
                  <a16:creationId xmlns:a16="http://schemas.microsoft.com/office/drawing/2014/main" id="{44A5CD1B-4F9A-4CAE-9F45-51435BC11534}"/>
                </a:ext>
              </a:extLst>
            </p:cNvPr>
            <p:cNvSpPr/>
            <p:nvPr/>
          </p:nvSpPr>
          <p:spPr>
            <a:xfrm>
              <a:off x="214242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Freeform: Shape 670">
              <a:extLst>
                <a:ext uri="{FF2B5EF4-FFF2-40B4-BE49-F238E27FC236}">
                  <a16:creationId xmlns:a16="http://schemas.microsoft.com/office/drawing/2014/main" id="{AF572266-B70A-4BEC-AB7E-8FC9102ECFD7}"/>
                </a:ext>
              </a:extLst>
            </p:cNvPr>
            <p:cNvSpPr/>
            <p:nvPr/>
          </p:nvSpPr>
          <p:spPr>
            <a:xfrm>
              <a:off x="2142425" y="1038125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Freeform: Shape 671">
              <a:extLst>
                <a:ext uri="{FF2B5EF4-FFF2-40B4-BE49-F238E27FC236}">
                  <a16:creationId xmlns:a16="http://schemas.microsoft.com/office/drawing/2014/main" id="{B913128A-73F3-4D89-8EB6-5DAB1C8CC6C1}"/>
                </a:ext>
              </a:extLst>
            </p:cNvPr>
            <p:cNvSpPr/>
            <p:nvPr/>
          </p:nvSpPr>
          <p:spPr>
            <a:xfrm>
              <a:off x="2066425" y="46183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Freeform: Shape 672">
              <a:extLst>
                <a:ext uri="{FF2B5EF4-FFF2-40B4-BE49-F238E27FC236}">
                  <a16:creationId xmlns:a16="http://schemas.microsoft.com/office/drawing/2014/main" id="{282BA5DE-C025-4B24-A49B-4BE9B1A40EF4}"/>
                </a:ext>
              </a:extLst>
            </p:cNvPr>
            <p:cNvSpPr/>
            <p:nvPr/>
          </p:nvSpPr>
          <p:spPr>
            <a:xfrm>
              <a:off x="2066425" y="454230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Freeform: Shape 673">
              <a:extLst>
                <a:ext uri="{FF2B5EF4-FFF2-40B4-BE49-F238E27FC236}">
                  <a16:creationId xmlns:a16="http://schemas.microsoft.com/office/drawing/2014/main" id="{2333C070-8685-4A23-A8A9-97477EE5A25E}"/>
                </a:ext>
              </a:extLst>
            </p:cNvPr>
            <p:cNvSpPr/>
            <p:nvPr/>
          </p:nvSpPr>
          <p:spPr>
            <a:xfrm>
              <a:off x="2066425" y="4466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Freeform: Shape 674">
              <a:extLst>
                <a:ext uri="{FF2B5EF4-FFF2-40B4-BE49-F238E27FC236}">
                  <a16:creationId xmlns:a16="http://schemas.microsoft.com/office/drawing/2014/main" id="{1520BE8C-D2BA-41C9-BEC6-549336BDD467}"/>
                </a:ext>
              </a:extLst>
            </p:cNvPr>
            <p:cNvSpPr/>
            <p:nvPr/>
          </p:nvSpPr>
          <p:spPr>
            <a:xfrm>
              <a:off x="2066425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Freeform: Shape 675">
              <a:extLst>
                <a:ext uri="{FF2B5EF4-FFF2-40B4-BE49-F238E27FC236}">
                  <a16:creationId xmlns:a16="http://schemas.microsoft.com/office/drawing/2014/main" id="{5C138119-9B3B-4289-89FC-B3393FAF6CBC}"/>
                </a:ext>
              </a:extLst>
            </p:cNvPr>
            <p:cNvSpPr/>
            <p:nvPr/>
          </p:nvSpPr>
          <p:spPr>
            <a:xfrm>
              <a:off x="2066425" y="43136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Freeform: Shape 676">
              <a:extLst>
                <a:ext uri="{FF2B5EF4-FFF2-40B4-BE49-F238E27FC236}">
                  <a16:creationId xmlns:a16="http://schemas.microsoft.com/office/drawing/2014/main" id="{424B7DD5-57C7-489B-B864-57918BE0BD84}"/>
                </a:ext>
              </a:extLst>
            </p:cNvPr>
            <p:cNvSpPr/>
            <p:nvPr/>
          </p:nvSpPr>
          <p:spPr>
            <a:xfrm>
              <a:off x="2066425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Freeform: Shape 677">
              <a:extLst>
                <a:ext uri="{FF2B5EF4-FFF2-40B4-BE49-F238E27FC236}">
                  <a16:creationId xmlns:a16="http://schemas.microsoft.com/office/drawing/2014/main" id="{04C4C889-3F39-4EAA-A230-3A052E342BB0}"/>
                </a:ext>
              </a:extLst>
            </p:cNvPr>
            <p:cNvSpPr/>
            <p:nvPr/>
          </p:nvSpPr>
          <p:spPr>
            <a:xfrm>
              <a:off x="2066425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Freeform: Shape 678">
              <a:extLst>
                <a:ext uri="{FF2B5EF4-FFF2-40B4-BE49-F238E27FC236}">
                  <a16:creationId xmlns:a16="http://schemas.microsoft.com/office/drawing/2014/main" id="{E526A038-9669-4053-91C6-25E526AB0BE4}"/>
                </a:ext>
              </a:extLst>
            </p:cNvPr>
            <p:cNvSpPr/>
            <p:nvPr/>
          </p:nvSpPr>
          <p:spPr>
            <a:xfrm>
              <a:off x="20664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Freeform: Shape 679">
              <a:extLst>
                <a:ext uri="{FF2B5EF4-FFF2-40B4-BE49-F238E27FC236}">
                  <a16:creationId xmlns:a16="http://schemas.microsoft.com/office/drawing/2014/main" id="{9CCB0552-A7B0-4CCC-ABDF-546D683324C1}"/>
                </a:ext>
              </a:extLst>
            </p:cNvPr>
            <p:cNvSpPr/>
            <p:nvPr/>
          </p:nvSpPr>
          <p:spPr>
            <a:xfrm>
              <a:off x="20664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Freeform: Shape 680">
              <a:extLst>
                <a:ext uri="{FF2B5EF4-FFF2-40B4-BE49-F238E27FC236}">
                  <a16:creationId xmlns:a16="http://schemas.microsoft.com/office/drawing/2014/main" id="{C461FBC5-2E14-4D40-9CD9-D43127EDBE5B}"/>
                </a:ext>
              </a:extLst>
            </p:cNvPr>
            <p:cNvSpPr/>
            <p:nvPr/>
          </p:nvSpPr>
          <p:spPr>
            <a:xfrm>
              <a:off x="2066425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Freeform: Shape 681">
              <a:extLst>
                <a:ext uri="{FF2B5EF4-FFF2-40B4-BE49-F238E27FC236}">
                  <a16:creationId xmlns:a16="http://schemas.microsoft.com/office/drawing/2014/main" id="{DFE07EA4-6B9C-429E-93F2-FBF0BCF6932F}"/>
                </a:ext>
              </a:extLst>
            </p:cNvPr>
            <p:cNvSpPr/>
            <p:nvPr/>
          </p:nvSpPr>
          <p:spPr>
            <a:xfrm>
              <a:off x="20664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Freeform: Shape 682">
              <a:extLst>
                <a:ext uri="{FF2B5EF4-FFF2-40B4-BE49-F238E27FC236}">
                  <a16:creationId xmlns:a16="http://schemas.microsoft.com/office/drawing/2014/main" id="{3E915F9E-24D7-46C4-B838-8AF70D5FB94B}"/>
                </a:ext>
              </a:extLst>
            </p:cNvPr>
            <p:cNvSpPr/>
            <p:nvPr/>
          </p:nvSpPr>
          <p:spPr>
            <a:xfrm>
              <a:off x="2066275" y="3399500"/>
              <a:ext cx="62375" cy="53350"/>
            </a:xfrm>
            <a:custGeom>
              <a:avLst/>
              <a:gdLst/>
              <a:ahLst/>
              <a:cxnLst/>
              <a:rect l="l" t="t" r="r" b="b"/>
              <a:pathLst>
                <a:path w="2495" h="2134" extrusionOk="0">
                  <a:moveTo>
                    <a:pt x="1071" y="1"/>
                  </a:moveTo>
                  <a:cubicBezTo>
                    <a:pt x="478" y="1"/>
                    <a:pt x="6" y="480"/>
                    <a:pt x="6" y="1066"/>
                  </a:cubicBezTo>
                  <a:cubicBezTo>
                    <a:pt x="1" y="1709"/>
                    <a:pt x="528" y="2134"/>
                    <a:pt x="1076" y="2134"/>
                  </a:cubicBezTo>
                  <a:cubicBezTo>
                    <a:pt x="1338" y="2134"/>
                    <a:pt x="1604" y="2037"/>
                    <a:pt x="1819" y="1822"/>
                  </a:cubicBezTo>
                  <a:cubicBezTo>
                    <a:pt x="2494" y="1147"/>
                    <a:pt x="2014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Freeform: Shape 683">
              <a:extLst>
                <a:ext uri="{FF2B5EF4-FFF2-40B4-BE49-F238E27FC236}">
                  <a16:creationId xmlns:a16="http://schemas.microsoft.com/office/drawing/2014/main" id="{28E8CB56-490A-4B52-A426-68CA4CEEBA9D}"/>
                </a:ext>
              </a:extLst>
            </p:cNvPr>
            <p:cNvSpPr/>
            <p:nvPr/>
          </p:nvSpPr>
          <p:spPr>
            <a:xfrm>
              <a:off x="2066275" y="3323300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1" y="0"/>
                  </a:moveTo>
                  <a:cubicBezTo>
                    <a:pt x="478" y="8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3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Freeform: Shape 684">
              <a:extLst>
                <a:ext uri="{FF2B5EF4-FFF2-40B4-BE49-F238E27FC236}">
                  <a16:creationId xmlns:a16="http://schemas.microsoft.com/office/drawing/2014/main" id="{86298409-AA4D-40F8-8B61-2E76F56F0449}"/>
                </a:ext>
              </a:extLst>
            </p:cNvPr>
            <p:cNvSpPr/>
            <p:nvPr/>
          </p:nvSpPr>
          <p:spPr>
            <a:xfrm>
              <a:off x="2066275" y="3247075"/>
              <a:ext cx="62375" cy="53450"/>
            </a:xfrm>
            <a:custGeom>
              <a:avLst/>
              <a:gdLst/>
              <a:ahLst/>
              <a:cxnLst/>
              <a:rect l="l" t="t" r="r" b="b"/>
              <a:pathLst>
                <a:path w="2495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40"/>
                    <a:pt x="1819" y="1822"/>
                  </a:cubicBezTo>
                  <a:cubicBezTo>
                    <a:pt x="2494" y="1155"/>
                    <a:pt x="2023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Freeform: Shape 685">
              <a:extLst>
                <a:ext uri="{FF2B5EF4-FFF2-40B4-BE49-F238E27FC236}">
                  <a16:creationId xmlns:a16="http://schemas.microsoft.com/office/drawing/2014/main" id="{29C7C84C-250A-48BE-A5FB-94B465A72773}"/>
                </a:ext>
              </a:extLst>
            </p:cNvPr>
            <p:cNvSpPr/>
            <p:nvPr/>
          </p:nvSpPr>
          <p:spPr>
            <a:xfrm>
              <a:off x="20664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Freeform: Shape 686">
              <a:extLst>
                <a:ext uri="{FF2B5EF4-FFF2-40B4-BE49-F238E27FC236}">
                  <a16:creationId xmlns:a16="http://schemas.microsoft.com/office/drawing/2014/main" id="{A7F0FB85-CF68-48BF-88BC-1D1DEBAFFB95}"/>
                </a:ext>
              </a:extLst>
            </p:cNvPr>
            <p:cNvSpPr/>
            <p:nvPr/>
          </p:nvSpPr>
          <p:spPr>
            <a:xfrm>
              <a:off x="20664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Freeform: Shape 687">
              <a:extLst>
                <a:ext uri="{FF2B5EF4-FFF2-40B4-BE49-F238E27FC236}">
                  <a16:creationId xmlns:a16="http://schemas.microsoft.com/office/drawing/2014/main" id="{3E6A15F7-C32D-4108-B167-951C50503538}"/>
                </a:ext>
              </a:extLst>
            </p:cNvPr>
            <p:cNvSpPr/>
            <p:nvPr/>
          </p:nvSpPr>
          <p:spPr>
            <a:xfrm>
              <a:off x="20664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Freeform: Shape 688">
              <a:extLst>
                <a:ext uri="{FF2B5EF4-FFF2-40B4-BE49-F238E27FC236}">
                  <a16:creationId xmlns:a16="http://schemas.microsoft.com/office/drawing/2014/main" id="{DD2854F6-ED19-4E18-8ADF-86CED5A672C7}"/>
                </a:ext>
              </a:extLst>
            </p:cNvPr>
            <p:cNvSpPr/>
            <p:nvPr/>
          </p:nvSpPr>
          <p:spPr>
            <a:xfrm>
              <a:off x="20664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Freeform: Shape 689">
              <a:extLst>
                <a:ext uri="{FF2B5EF4-FFF2-40B4-BE49-F238E27FC236}">
                  <a16:creationId xmlns:a16="http://schemas.microsoft.com/office/drawing/2014/main" id="{08294EE3-D71D-4205-8CB1-A3D4D1272431}"/>
                </a:ext>
              </a:extLst>
            </p:cNvPr>
            <p:cNvSpPr/>
            <p:nvPr/>
          </p:nvSpPr>
          <p:spPr>
            <a:xfrm>
              <a:off x="20664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Freeform: Shape 690">
              <a:extLst>
                <a:ext uri="{FF2B5EF4-FFF2-40B4-BE49-F238E27FC236}">
                  <a16:creationId xmlns:a16="http://schemas.microsoft.com/office/drawing/2014/main" id="{C9C86153-5E15-4A3F-8D4E-0E72C58FDB84}"/>
                </a:ext>
              </a:extLst>
            </p:cNvPr>
            <p:cNvSpPr/>
            <p:nvPr/>
          </p:nvSpPr>
          <p:spPr>
            <a:xfrm>
              <a:off x="20664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Freeform: Shape 691">
              <a:extLst>
                <a:ext uri="{FF2B5EF4-FFF2-40B4-BE49-F238E27FC236}">
                  <a16:creationId xmlns:a16="http://schemas.microsoft.com/office/drawing/2014/main" id="{E64B5155-92B7-4FDB-8696-D66DE2D3E9E2}"/>
                </a:ext>
              </a:extLst>
            </p:cNvPr>
            <p:cNvSpPr/>
            <p:nvPr/>
          </p:nvSpPr>
          <p:spPr>
            <a:xfrm>
              <a:off x="20664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Freeform: Shape 692">
              <a:extLst>
                <a:ext uri="{FF2B5EF4-FFF2-40B4-BE49-F238E27FC236}">
                  <a16:creationId xmlns:a16="http://schemas.microsoft.com/office/drawing/2014/main" id="{9396817B-1EE2-403B-AAE0-376E5D1536FC}"/>
                </a:ext>
              </a:extLst>
            </p:cNvPr>
            <p:cNvSpPr/>
            <p:nvPr/>
          </p:nvSpPr>
          <p:spPr>
            <a:xfrm>
              <a:off x="20664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Freeform: Shape 693">
              <a:extLst>
                <a:ext uri="{FF2B5EF4-FFF2-40B4-BE49-F238E27FC236}">
                  <a16:creationId xmlns:a16="http://schemas.microsoft.com/office/drawing/2014/main" id="{8761CE25-CC83-4528-95D8-CCBD5DFEABAE}"/>
                </a:ext>
              </a:extLst>
            </p:cNvPr>
            <p:cNvSpPr/>
            <p:nvPr/>
          </p:nvSpPr>
          <p:spPr>
            <a:xfrm>
              <a:off x="20664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Freeform: Shape 694">
              <a:extLst>
                <a:ext uri="{FF2B5EF4-FFF2-40B4-BE49-F238E27FC236}">
                  <a16:creationId xmlns:a16="http://schemas.microsoft.com/office/drawing/2014/main" id="{ADEDBE40-E1E4-4BB2-9B07-41D0915E758D}"/>
                </a:ext>
              </a:extLst>
            </p:cNvPr>
            <p:cNvSpPr/>
            <p:nvPr/>
          </p:nvSpPr>
          <p:spPr>
            <a:xfrm>
              <a:off x="20664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Freeform: Shape 695">
              <a:extLst>
                <a:ext uri="{FF2B5EF4-FFF2-40B4-BE49-F238E27FC236}">
                  <a16:creationId xmlns:a16="http://schemas.microsoft.com/office/drawing/2014/main" id="{21C4B025-DB22-4A60-950C-C56DB3AE786A}"/>
                </a:ext>
              </a:extLst>
            </p:cNvPr>
            <p:cNvSpPr/>
            <p:nvPr/>
          </p:nvSpPr>
          <p:spPr>
            <a:xfrm>
              <a:off x="20664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Freeform: Shape 696">
              <a:extLst>
                <a:ext uri="{FF2B5EF4-FFF2-40B4-BE49-F238E27FC236}">
                  <a16:creationId xmlns:a16="http://schemas.microsoft.com/office/drawing/2014/main" id="{E625776F-FE0E-42EF-9D1F-CCD00090935E}"/>
                </a:ext>
              </a:extLst>
            </p:cNvPr>
            <p:cNvSpPr/>
            <p:nvPr/>
          </p:nvSpPr>
          <p:spPr>
            <a:xfrm>
              <a:off x="20664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Freeform: Shape 697">
              <a:extLst>
                <a:ext uri="{FF2B5EF4-FFF2-40B4-BE49-F238E27FC236}">
                  <a16:creationId xmlns:a16="http://schemas.microsoft.com/office/drawing/2014/main" id="{BE2AD888-FE35-4F9A-BD91-04636B15736A}"/>
                </a:ext>
              </a:extLst>
            </p:cNvPr>
            <p:cNvSpPr/>
            <p:nvPr/>
          </p:nvSpPr>
          <p:spPr>
            <a:xfrm>
              <a:off x="20664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Freeform: Shape 698">
              <a:extLst>
                <a:ext uri="{FF2B5EF4-FFF2-40B4-BE49-F238E27FC236}">
                  <a16:creationId xmlns:a16="http://schemas.microsoft.com/office/drawing/2014/main" id="{867F8B53-2CEB-4752-825C-3EF4694A0CDD}"/>
                </a:ext>
              </a:extLst>
            </p:cNvPr>
            <p:cNvSpPr/>
            <p:nvPr/>
          </p:nvSpPr>
          <p:spPr>
            <a:xfrm>
              <a:off x="206642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Freeform: Shape 699">
              <a:extLst>
                <a:ext uri="{FF2B5EF4-FFF2-40B4-BE49-F238E27FC236}">
                  <a16:creationId xmlns:a16="http://schemas.microsoft.com/office/drawing/2014/main" id="{9C3C85CC-2236-4D3E-A624-13B629C45619}"/>
                </a:ext>
              </a:extLst>
            </p:cNvPr>
            <p:cNvSpPr/>
            <p:nvPr/>
          </p:nvSpPr>
          <p:spPr>
            <a:xfrm>
              <a:off x="1990200" y="454230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Freeform: Shape 700">
              <a:extLst>
                <a:ext uri="{FF2B5EF4-FFF2-40B4-BE49-F238E27FC236}">
                  <a16:creationId xmlns:a16="http://schemas.microsoft.com/office/drawing/2014/main" id="{CB4D9C4C-4481-42C9-81AC-2BAA5A5F75B7}"/>
                </a:ext>
              </a:extLst>
            </p:cNvPr>
            <p:cNvSpPr/>
            <p:nvPr/>
          </p:nvSpPr>
          <p:spPr>
            <a:xfrm>
              <a:off x="1990200" y="4466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Freeform: Shape 701">
              <a:extLst>
                <a:ext uri="{FF2B5EF4-FFF2-40B4-BE49-F238E27FC236}">
                  <a16:creationId xmlns:a16="http://schemas.microsoft.com/office/drawing/2014/main" id="{906B6035-4539-4B7E-BBA5-D10FD68CFBBB}"/>
                </a:ext>
              </a:extLst>
            </p:cNvPr>
            <p:cNvSpPr/>
            <p:nvPr/>
          </p:nvSpPr>
          <p:spPr>
            <a:xfrm>
              <a:off x="199020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Freeform: Shape 702">
              <a:extLst>
                <a:ext uri="{FF2B5EF4-FFF2-40B4-BE49-F238E27FC236}">
                  <a16:creationId xmlns:a16="http://schemas.microsoft.com/office/drawing/2014/main" id="{CB7BDF4A-0F6A-4B81-AE4C-E06C27C7A362}"/>
                </a:ext>
              </a:extLst>
            </p:cNvPr>
            <p:cNvSpPr/>
            <p:nvPr/>
          </p:nvSpPr>
          <p:spPr>
            <a:xfrm>
              <a:off x="199020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Freeform: Shape 703">
              <a:extLst>
                <a:ext uri="{FF2B5EF4-FFF2-40B4-BE49-F238E27FC236}">
                  <a16:creationId xmlns:a16="http://schemas.microsoft.com/office/drawing/2014/main" id="{F34F2D5A-CBE7-417D-955A-CBD8F2A16142}"/>
                </a:ext>
              </a:extLst>
            </p:cNvPr>
            <p:cNvSpPr/>
            <p:nvPr/>
          </p:nvSpPr>
          <p:spPr>
            <a:xfrm>
              <a:off x="19902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Freeform: Shape 704">
              <a:extLst>
                <a:ext uri="{FF2B5EF4-FFF2-40B4-BE49-F238E27FC236}">
                  <a16:creationId xmlns:a16="http://schemas.microsoft.com/office/drawing/2014/main" id="{2F3B0705-F619-43C7-9596-D89AA87194EE}"/>
                </a:ext>
              </a:extLst>
            </p:cNvPr>
            <p:cNvSpPr/>
            <p:nvPr/>
          </p:nvSpPr>
          <p:spPr>
            <a:xfrm>
              <a:off x="19902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Freeform: Shape 705">
              <a:extLst>
                <a:ext uri="{FF2B5EF4-FFF2-40B4-BE49-F238E27FC236}">
                  <a16:creationId xmlns:a16="http://schemas.microsoft.com/office/drawing/2014/main" id="{3CD792A7-56B1-4D5C-BE62-B303B5346D98}"/>
                </a:ext>
              </a:extLst>
            </p:cNvPr>
            <p:cNvSpPr/>
            <p:nvPr/>
          </p:nvSpPr>
          <p:spPr>
            <a:xfrm>
              <a:off x="19902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Freeform: Shape 706">
              <a:extLst>
                <a:ext uri="{FF2B5EF4-FFF2-40B4-BE49-F238E27FC236}">
                  <a16:creationId xmlns:a16="http://schemas.microsoft.com/office/drawing/2014/main" id="{D4ABB296-5DA7-4BCA-9E65-1E37EF11A44F}"/>
                </a:ext>
              </a:extLst>
            </p:cNvPr>
            <p:cNvSpPr/>
            <p:nvPr/>
          </p:nvSpPr>
          <p:spPr>
            <a:xfrm>
              <a:off x="19900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0" y="1709"/>
                    <a:pt x="528" y="2137"/>
                    <a:pt x="1075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Freeform: Shape 707">
              <a:extLst>
                <a:ext uri="{FF2B5EF4-FFF2-40B4-BE49-F238E27FC236}">
                  <a16:creationId xmlns:a16="http://schemas.microsoft.com/office/drawing/2014/main" id="{26AFAD66-DDC6-4BBE-8DFE-24D4188AD98F}"/>
                </a:ext>
              </a:extLst>
            </p:cNvPr>
            <p:cNvSpPr/>
            <p:nvPr/>
          </p:nvSpPr>
          <p:spPr>
            <a:xfrm>
              <a:off x="1990075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0" y="1709"/>
                    <a:pt x="528" y="2137"/>
                    <a:pt x="1075" y="2137"/>
                  </a:cubicBezTo>
                  <a:cubicBezTo>
                    <a:pt x="1337" y="2137"/>
                    <a:pt x="1603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Freeform: Shape 708">
              <a:extLst>
                <a:ext uri="{FF2B5EF4-FFF2-40B4-BE49-F238E27FC236}">
                  <a16:creationId xmlns:a16="http://schemas.microsoft.com/office/drawing/2014/main" id="{C1660BE3-435F-4557-89BD-F91338DFD58A}"/>
                </a:ext>
              </a:extLst>
            </p:cNvPr>
            <p:cNvSpPr/>
            <p:nvPr/>
          </p:nvSpPr>
          <p:spPr>
            <a:xfrm>
              <a:off x="19902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Freeform: Shape 709">
              <a:extLst>
                <a:ext uri="{FF2B5EF4-FFF2-40B4-BE49-F238E27FC236}">
                  <a16:creationId xmlns:a16="http://schemas.microsoft.com/office/drawing/2014/main" id="{54E815A4-06C3-4B2D-9414-8761C7BAEF2E}"/>
                </a:ext>
              </a:extLst>
            </p:cNvPr>
            <p:cNvSpPr/>
            <p:nvPr/>
          </p:nvSpPr>
          <p:spPr>
            <a:xfrm>
              <a:off x="19902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Freeform: Shape 710">
              <a:extLst>
                <a:ext uri="{FF2B5EF4-FFF2-40B4-BE49-F238E27FC236}">
                  <a16:creationId xmlns:a16="http://schemas.microsoft.com/office/drawing/2014/main" id="{038543FF-FC91-4AA9-8402-D17D8041D63A}"/>
                </a:ext>
              </a:extLst>
            </p:cNvPr>
            <p:cNvSpPr/>
            <p:nvPr/>
          </p:nvSpPr>
          <p:spPr>
            <a:xfrm>
              <a:off x="19902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Freeform: Shape 711">
              <a:extLst>
                <a:ext uri="{FF2B5EF4-FFF2-40B4-BE49-F238E27FC236}">
                  <a16:creationId xmlns:a16="http://schemas.microsoft.com/office/drawing/2014/main" id="{E61A5A3F-30B7-49D0-845D-B5A55FC9608A}"/>
                </a:ext>
              </a:extLst>
            </p:cNvPr>
            <p:cNvSpPr/>
            <p:nvPr/>
          </p:nvSpPr>
          <p:spPr>
            <a:xfrm>
              <a:off x="19902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Freeform: Shape 712">
              <a:extLst>
                <a:ext uri="{FF2B5EF4-FFF2-40B4-BE49-F238E27FC236}">
                  <a16:creationId xmlns:a16="http://schemas.microsoft.com/office/drawing/2014/main" id="{3435461A-6885-47F0-80EB-FF13F8D7E133}"/>
                </a:ext>
              </a:extLst>
            </p:cNvPr>
            <p:cNvSpPr/>
            <p:nvPr/>
          </p:nvSpPr>
          <p:spPr>
            <a:xfrm>
              <a:off x="19902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Freeform: Shape 713">
              <a:extLst>
                <a:ext uri="{FF2B5EF4-FFF2-40B4-BE49-F238E27FC236}">
                  <a16:creationId xmlns:a16="http://schemas.microsoft.com/office/drawing/2014/main" id="{A9C6C019-7689-4C7E-93FD-EFAF25BE848C}"/>
                </a:ext>
              </a:extLst>
            </p:cNvPr>
            <p:cNvSpPr/>
            <p:nvPr/>
          </p:nvSpPr>
          <p:spPr>
            <a:xfrm>
              <a:off x="19902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Freeform: Shape 714">
              <a:extLst>
                <a:ext uri="{FF2B5EF4-FFF2-40B4-BE49-F238E27FC236}">
                  <a16:creationId xmlns:a16="http://schemas.microsoft.com/office/drawing/2014/main" id="{7F828D21-05BB-46E9-A830-03DE8B26E575}"/>
                </a:ext>
              </a:extLst>
            </p:cNvPr>
            <p:cNvSpPr/>
            <p:nvPr/>
          </p:nvSpPr>
          <p:spPr>
            <a:xfrm>
              <a:off x="19902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Freeform: Shape 715">
              <a:extLst>
                <a:ext uri="{FF2B5EF4-FFF2-40B4-BE49-F238E27FC236}">
                  <a16:creationId xmlns:a16="http://schemas.microsoft.com/office/drawing/2014/main" id="{58D9462B-E118-45DD-8052-B84D57D0131D}"/>
                </a:ext>
              </a:extLst>
            </p:cNvPr>
            <p:cNvSpPr/>
            <p:nvPr/>
          </p:nvSpPr>
          <p:spPr>
            <a:xfrm>
              <a:off x="19902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Freeform: Shape 716">
              <a:extLst>
                <a:ext uri="{FF2B5EF4-FFF2-40B4-BE49-F238E27FC236}">
                  <a16:creationId xmlns:a16="http://schemas.microsoft.com/office/drawing/2014/main" id="{BCC72EA7-DA31-4945-B12B-512A84EA65D2}"/>
                </a:ext>
              </a:extLst>
            </p:cNvPr>
            <p:cNvSpPr/>
            <p:nvPr/>
          </p:nvSpPr>
          <p:spPr>
            <a:xfrm>
              <a:off x="19902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Freeform: Shape 717">
              <a:extLst>
                <a:ext uri="{FF2B5EF4-FFF2-40B4-BE49-F238E27FC236}">
                  <a16:creationId xmlns:a16="http://schemas.microsoft.com/office/drawing/2014/main" id="{877D36D1-AEFD-4282-9C26-F3E687C8F178}"/>
                </a:ext>
              </a:extLst>
            </p:cNvPr>
            <p:cNvSpPr/>
            <p:nvPr/>
          </p:nvSpPr>
          <p:spPr>
            <a:xfrm>
              <a:off x="19902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Freeform: Shape 718">
              <a:extLst>
                <a:ext uri="{FF2B5EF4-FFF2-40B4-BE49-F238E27FC236}">
                  <a16:creationId xmlns:a16="http://schemas.microsoft.com/office/drawing/2014/main" id="{2AD891A5-94E2-4FDE-B46E-FFA4CCDDFC5D}"/>
                </a:ext>
              </a:extLst>
            </p:cNvPr>
            <p:cNvSpPr/>
            <p:nvPr/>
          </p:nvSpPr>
          <p:spPr>
            <a:xfrm>
              <a:off x="19902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Freeform: Shape 719">
              <a:extLst>
                <a:ext uri="{FF2B5EF4-FFF2-40B4-BE49-F238E27FC236}">
                  <a16:creationId xmlns:a16="http://schemas.microsoft.com/office/drawing/2014/main" id="{27C51390-F61C-4FBE-90FD-C1FF5D3AC729}"/>
                </a:ext>
              </a:extLst>
            </p:cNvPr>
            <p:cNvSpPr/>
            <p:nvPr/>
          </p:nvSpPr>
          <p:spPr>
            <a:xfrm>
              <a:off x="19902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Freeform: Shape 720">
              <a:extLst>
                <a:ext uri="{FF2B5EF4-FFF2-40B4-BE49-F238E27FC236}">
                  <a16:creationId xmlns:a16="http://schemas.microsoft.com/office/drawing/2014/main" id="{ECF58001-6A16-45FB-9B43-E18AE0A46186}"/>
                </a:ext>
              </a:extLst>
            </p:cNvPr>
            <p:cNvSpPr/>
            <p:nvPr/>
          </p:nvSpPr>
          <p:spPr>
            <a:xfrm>
              <a:off x="19902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Freeform: Shape 721">
              <a:extLst>
                <a:ext uri="{FF2B5EF4-FFF2-40B4-BE49-F238E27FC236}">
                  <a16:creationId xmlns:a16="http://schemas.microsoft.com/office/drawing/2014/main" id="{2AE27613-6ACA-4E6E-BD5E-DC8784DFE1E5}"/>
                </a:ext>
              </a:extLst>
            </p:cNvPr>
            <p:cNvSpPr/>
            <p:nvPr/>
          </p:nvSpPr>
          <p:spPr>
            <a:xfrm>
              <a:off x="19902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Freeform: Shape 722">
              <a:extLst>
                <a:ext uri="{FF2B5EF4-FFF2-40B4-BE49-F238E27FC236}">
                  <a16:creationId xmlns:a16="http://schemas.microsoft.com/office/drawing/2014/main" id="{394BA2D1-2A77-45F3-AF0A-EF0EE9AE5623}"/>
                </a:ext>
              </a:extLst>
            </p:cNvPr>
            <p:cNvSpPr/>
            <p:nvPr/>
          </p:nvSpPr>
          <p:spPr>
            <a:xfrm>
              <a:off x="19902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Freeform: Shape 723">
              <a:extLst>
                <a:ext uri="{FF2B5EF4-FFF2-40B4-BE49-F238E27FC236}">
                  <a16:creationId xmlns:a16="http://schemas.microsoft.com/office/drawing/2014/main" id="{C1477DB5-1EA0-457E-A49A-24FD215C9D38}"/>
                </a:ext>
              </a:extLst>
            </p:cNvPr>
            <p:cNvSpPr/>
            <p:nvPr/>
          </p:nvSpPr>
          <p:spPr>
            <a:xfrm>
              <a:off x="19902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Freeform: Shape 724">
              <a:extLst>
                <a:ext uri="{FF2B5EF4-FFF2-40B4-BE49-F238E27FC236}">
                  <a16:creationId xmlns:a16="http://schemas.microsoft.com/office/drawing/2014/main" id="{57943649-1027-4BCE-896C-66BB2EEFA4D5}"/>
                </a:ext>
              </a:extLst>
            </p:cNvPr>
            <p:cNvSpPr/>
            <p:nvPr/>
          </p:nvSpPr>
          <p:spPr>
            <a:xfrm>
              <a:off x="199020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Freeform: Shape 725">
              <a:extLst>
                <a:ext uri="{FF2B5EF4-FFF2-40B4-BE49-F238E27FC236}">
                  <a16:creationId xmlns:a16="http://schemas.microsoft.com/office/drawing/2014/main" id="{5F11CACF-454F-4BAF-A10E-3672447C0DE6}"/>
                </a:ext>
              </a:extLst>
            </p:cNvPr>
            <p:cNvSpPr/>
            <p:nvPr/>
          </p:nvSpPr>
          <p:spPr>
            <a:xfrm>
              <a:off x="19140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Freeform: Shape 726">
              <a:extLst>
                <a:ext uri="{FF2B5EF4-FFF2-40B4-BE49-F238E27FC236}">
                  <a16:creationId xmlns:a16="http://schemas.microsoft.com/office/drawing/2014/main" id="{5B92C5AB-DD54-49D5-BD58-694DC8789B71}"/>
                </a:ext>
              </a:extLst>
            </p:cNvPr>
            <p:cNvSpPr/>
            <p:nvPr/>
          </p:nvSpPr>
          <p:spPr>
            <a:xfrm>
              <a:off x="19140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Freeform: Shape 727">
              <a:extLst>
                <a:ext uri="{FF2B5EF4-FFF2-40B4-BE49-F238E27FC236}">
                  <a16:creationId xmlns:a16="http://schemas.microsoft.com/office/drawing/2014/main" id="{18DF4BAE-2A6D-4222-805A-C637DF952EC5}"/>
                </a:ext>
              </a:extLst>
            </p:cNvPr>
            <p:cNvSpPr/>
            <p:nvPr/>
          </p:nvSpPr>
          <p:spPr>
            <a:xfrm>
              <a:off x="19140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Freeform: Shape 728">
              <a:extLst>
                <a:ext uri="{FF2B5EF4-FFF2-40B4-BE49-F238E27FC236}">
                  <a16:creationId xmlns:a16="http://schemas.microsoft.com/office/drawing/2014/main" id="{8D9FF73A-7480-402D-A3EB-503630238700}"/>
                </a:ext>
              </a:extLst>
            </p:cNvPr>
            <p:cNvSpPr/>
            <p:nvPr/>
          </p:nvSpPr>
          <p:spPr>
            <a:xfrm>
              <a:off x="1914000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Freeform: Shape 729">
              <a:extLst>
                <a:ext uri="{FF2B5EF4-FFF2-40B4-BE49-F238E27FC236}">
                  <a16:creationId xmlns:a16="http://schemas.microsoft.com/office/drawing/2014/main" id="{5AADA57D-69DE-41DF-A253-B97F8CB4CCFC}"/>
                </a:ext>
              </a:extLst>
            </p:cNvPr>
            <p:cNvSpPr/>
            <p:nvPr/>
          </p:nvSpPr>
          <p:spPr>
            <a:xfrm>
              <a:off x="191400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Freeform: Shape 730">
              <a:extLst>
                <a:ext uri="{FF2B5EF4-FFF2-40B4-BE49-F238E27FC236}">
                  <a16:creationId xmlns:a16="http://schemas.microsoft.com/office/drawing/2014/main" id="{89EFBB7D-59DB-4555-9EC3-9FD636CD5B71}"/>
                </a:ext>
              </a:extLst>
            </p:cNvPr>
            <p:cNvSpPr/>
            <p:nvPr/>
          </p:nvSpPr>
          <p:spPr>
            <a:xfrm>
              <a:off x="19140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Freeform: Shape 731">
              <a:extLst>
                <a:ext uri="{FF2B5EF4-FFF2-40B4-BE49-F238E27FC236}">
                  <a16:creationId xmlns:a16="http://schemas.microsoft.com/office/drawing/2014/main" id="{A2A87C77-5C2C-4B1F-8E96-F192686B564A}"/>
                </a:ext>
              </a:extLst>
            </p:cNvPr>
            <p:cNvSpPr/>
            <p:nvPr/>
          </p:nvSpPr>
          <p:spPr>
            <a:xfrm>
              <a:off x="19140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Freeform: Shape 732">
              <a:extLst>
                <a:ext uri="{FF2B5EF4-FFF2-40B4-BE49-F238E27FC236}">
                  <a16:creationId xmlns:a16="http://schemas.microsoft.com/office/drawing/2014/main" id="{6BC6C883-E26D-419A-8565-CE5EC1C46F7E}"/>
                </a:ext>
              </a:extLst>
            </p:cNvPr>
            <p:cNvSpPr/>
            <p:nvPr/>
          </p:nvSpPr>
          <p:spPr>
            <a:xfrm>
              <a:off x="19140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Freeform: Shape 733">
              <a:extLst>
                <a:ext uri="{FF2B5EF4-FFF2-40B4-BE49-F238E27FC236}">
                  <a16:creationId xmlns:a16="http://schemas.microsoft.com/office/drawing/2014/main" id="{06316537-942F-413A-89DA-39DDA1BFBFE0}"/>
                </a:ext>
              </a:extLst>
            </p:cNvPr>
            <p:cNvSpPr/>
            <p:nvPr/>
          </p:nvSpPr>
          <p:spPr>
            <a:xfrm>
              <a:off x="19140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Freeform: Shape 734">
              <a:extLst>
                <a:ext uri="{FF2B5EF4-FFF2-40B4-BE49-F238E27FC236}">
                  <a16:creationId xmlns:a16="http://schemas.microsoft.com/office/drawing/2014/main" id="{6B9BA450-A58D-4E72-B117-B570C3A89DA2}"/>
                </a:ext>
              </a:extLst>
            </p:cNvPr>
            <p:cNvSpPr/>
            <p:nvPr/>
          </p:nvSpPr>
          <p:spPr>
            <a:xfrm>
              <a:off x="19140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Freeform: Shape 735">
              <a:extLst>
                <a:ext uri="{FF2B5EF4-FFF2-40B4-BE49-F238E27FC236}">
                  <a16:creationId xmlns:a16="http://schemas.microsoft.com/office/drawing/2014/main" id="{639FCBA3-4EB0-4F1B-9F16-EF1116924F99}"/>
                </a:ext>
              </a:extLst>
            </p:cNvPr>
            <p:cNvSpPr/>
            <p:nvPr/>
          </p:nvSpPr>
          <p:spPr>
            <a:xfrm>
              <a:off x="19140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30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Freeform: Shape 736">
              <a:extLst>
                <a:ext uri="{FF2B5EF4-FFF2-40B4-BE49-F238E27FC236}">
                  <a16:creationId xmlns:a16="http://schemas.microsoft.com/office/drawing/2014/main" id="{F85BB5E1-2B04-4B74-A6E3-10D75DFD5D54}"/>
                </a:ext>
              </a:extLst>
            </p:cNvPr>
            <p:cNvSpPr/>
            <p:nvPr/>
          </p:nvSpPr>
          <p:spPr>
            <a:xfrm>
              <a:off x="19140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Freeform: Shape 737">
              <a:extLst>
                <a:ext uri="{FF2B5EF4-FFF2-40B4-BE49-F238E27FC236}">
                  <a16:creationId xmlns:a16="http://schemas.microsoft.com/office/drawing/2014/main" id="{D6B622D2-FE68-4458-9165-33E9D1BB9C7E}"/>
                </a:ext>
              </a:extLst>
            </p:cNvPr>
            <p:cNvSpPr/>
            <p:nvPr/>
          </p:nvSpPr>
          <p:spPr>
            <a:xfrm>
              <a:off x="19140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Freeform: Shape 738">
              <a:extLst>
                <a:ext uri="{FF2B5EF4-FFF2-40B4-BE49-F238E27FC236}">
                  <a16:creationId xmlns:a16="http://schemas.microsoft.com/office/drawing/2014/main" id="{E79EA5C5-B18F-4DCE-9BC0-3E0E1BF8F467}"/>
                </a:ext>
              </a:extLst>
            </p:cNvPr>
            <p:cNvSpPr/>
            <p:nvPr/>
          </p:nvSpPr>
          <p:spPr>
            <a:xfrm>
              <a:off x="19140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Freeform: Shape 739">
              <a:extLst>
                <a:ext uri="{FF2B5EF4-FFF2-40B4-BE49-F238E27FC236}">
                  <a16:creationId xmlns:a16="http://schemas.microsoft.com/office/drawing/2014/main" id="{BA6ADEF0-02B0-4505-A3BD-3478AD01B9B6}"/>
                </a:ext>
              </a:extLst>
            </p:cNvPr>
            <p:cNvSpPr/>
            <p:nvPr/>
          </p:nvSpPr>
          <p:spPr>
            <a:xfrm>
              <a:off x="19140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Freeform: Shape 740">
              <a:extLst>
                <a:ext uri="{FF2B5EF4-FFF2-40B4-BE49-F238E27FC236}">
                  <a16:creationId xmlns:a16="http://schemas.microsoft.com/office/drawing/2014/main" id="{D145EE41-2408-4C99-864F-C93E328D0AF1}"/>
                </a:ext>
              </a:extLst>
            </p:cNvPr>
            <p:cNvSpPr/>
            <p:nvPr/>
          </p:nvSpPr>
          <p:spPr>
            <a:xfrm>
              <a:off x="19140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Freeform: Shape 741">
              <a:extLst>
                <a:ext uri="{FF2B5EF4-FFF2-40B4-BE49-F238E27FC236}">
                  <a16:creationId xmlns:a16="http://schemas.microsoft.com/office/drawing/2014/main" id="{AB22FAE8-2361-42D9-9D45-43250CE6EC3E}"/>
                </a:ext>
              </a:extLst>
            </p:cNvPr>
            <p:cNvSpPr/>
            <p:nvPr/>
          </p:nvSpPr>
          <p:spPr>
            <a:xfrm>
              <a:off x="191400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Freeform: Shape 742">
              <a:extLst>
                <a:ext uri="{FF2B5EF4-FFF2-40B4-BE49-F238E27FC236}">
                  <a16:creationId xmlns:a16="http://schemas.microsoft.com/office/drawing/2014/main" id="{705A1448-1B38-4D19-8A3E-C2C01DF4D838}"/>
                </a:ext>
              </a:extLst>
            </p:cNvPr>
            <p:cNvSpPr/>
            <p:nvPr/>
          </p:nvSpPr>
          <p:spPr>
            <a:xfrm>
              <a:off x="19140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Freeform: Shape 743">
              <a:extLst>
                <a:ext uri="{FF2B5EF4-FFF2-40B4-BE49-F238E27FC236}">
                  <a16:creationId xmlns:a16="http://schemas.microsoft.com/office/drawing/2014/main" id="{114A9DFD-AAC5-45B7-8944-D48E22CF8236}"/>
                </a:ext>
              </a:extLst>
            </p:cNvPr>
            <p:cNvSpPr/>
            <p:nvPr/>
          </p:nvSpPr>
          <p:spPr>
            <a:xfrm>
              <a:off x="183777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Freeform: Shape 744">
              <a:extLst>
                <a:ext uri="{FF2B5EF4-FFF2-40B4-BE49-F238E27FC236}">
                  <a16:creationId xmlns:a16="http://schemas.microsoft.com/office/drawing/2014/main" id="{D9BB280C-C8F9-4A69-8AB9-824BFF75804E}"/>
                </a:ext>
              </a:extLst>
            </p:cNvPr>
            <p:cNvSpPr/>
            <p:nvPr/>
          </p:nvSpPr>
          <p:spPr>
            <a:xfrm>
              <a:off x="18377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Freeform: Shape 745">
              <a:extLst>
                <a:ext uri="{FF2B5EF4-FFF2-40B4-BE49-F238E27FC236}">
                  <a16:creationId xmlns:a16="http://schemas.microsoft.com/office/drawing/2014/main" id="{3843AB4F-B6E4-41F3-9FAF-081211C45214}"/>
                </a:ext>
              </a:extLst>
            </p:cNvPr>
            <p:cNvSpPr/>
            <p:nvPr/>
          </p:nvSpPr>
          <p:spPr>
            <a:xfrm>
              <a:off x="18377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Freeform: Shape 746">
              <a:extLst>
                <a:ext uri="{FF2B5EF4-FFF2-40B4-BE49-F238E27FC236}">
                  <a16:creationId xmlns:a16="http://schemas.microsoft.com/office/drawing/2014/main" id="{1CF10785-6972-469F-87AE-BA58E3B42BDA}"/>
                </a:ext>
              </a:extLst>
            </p:cNvPr>
            <p:cNvSpPr/>
            <p:nvPr/>
          </p:nvSpPr>
          <p:spPr>
            <a:xfrm>
              <a:off x="18377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Freeform: Shape 747">
              <a:extLst>
                <a:ext uri="{FF2B5EF4-FFF2-40B4-BE49-F238E27FC236}">
                  <a16:creationId xmlns:a16="http://schemas.microsoft.com/office/drawing/2014/main" id="{4BC549C3-9263-494E-8F4B-582DF4E4F49D}"/>
                </a:ext>
              </a:extLst>
            </p:cNvPr>
            <p:cNvSpPr/>
            <p:nvPr/>
          </p:nvSpPr>
          <p:spPr>
            <a:xfrm>
              <a:off x="18377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Freeform: Shape 748">
              <a:extLst>
                <a:ext uri="{FF2B5EF4-FFF2-40B4-BE49-F238E27FC236}">
                  <a16:creationId xmlns:a16="http://schemas.microsoft.com/office/drawing/2014/main" id="{8116A020-5268-46BF-B5ED-23D1E5459CDE}"/>
                </a:ext>
              </a:extLst>
            </p:cNvPr>
            <p:cNvSpPr/>
            <p:nvPr/>
          </p:nvSpPr>
          <p:spPr>
            <a:xfrm>
              <a:off x="18377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Freeform: Shape 749">
              <a:extLst>
                <a:ext uri="{FF2B5EF4-FFF2-40B4-BE49-F238E27FC236}">
                  <a16:creationId xmlns:a16="http://schemas.microsoft.com/office/drawing/2014/main" id="{04751008-9895-4981-9E5E-04BFE95A22F0}"/>
                </a:ext>
              </a:extLst>
            </p:cNvPr>
            <p:cNvSpPr/>
            <p:nvPr/>
          </p:nvSpPr>
          <p:spPr>
            <a:xfrm>
              <a:off x="18377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Freeform: Shape 750">
              <a:extLst>
                <a:ext uri="{FF2B5EF4-FFF2-40B4-BE49-F238E27FC236}">
                  <a16:creationId xmlns:a16="http://schemas.microsoft.com/office/drawing/2014/main" id="{5AA1163E-3676-48C3-935D-A4A73660CA48}"/>
                </a:ext>
              </a:extLst>
            </p:cNvPr>
            <p:cNvSpPr/>
            <p:nvPr/>
          </p:nvSpPr>
          <p:spPr>
            <a:xfrm>
              <a:off x="18377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Freeform: Shape 751">
              <a:extLst>
                <a:ext uri="{FF2B5EF4-FFF2-40B4-BE49-F238E27FC236}">
                  <a16:creationId xmlns:a16="http://schemas.microsoft.com/office/drawing/2014/main" id="{97FB4F87-8438-4AE9-8A23-C380B00ECC5F}"/>
                </a:ext>
              </a:extLst>
            </p:cNvPr>
            <p:cNvSpPr/>
            <p:nvPr/>
          </p:nvSpPr>
          <p:spPr>
            <a:xfrm>
              <a:off x="18377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Freeform: Shape 752">
              <a:extLst>
                <a:ext uri="{FF2B5EF4-FFF2-40B4-BE49-F238E27FC236}">
                  <a16:creationId xmlns:a16="http://schemas.microsoft.com/office/drawing/2014/main" id="{775CEF0E-F8AB-4D37-8E16-1D0D54069BDB}"/>
                </a:ext>
              </a:extLst>
            </p:cNvPr>
            <p:cNvSpPr/>
            <p:nvPr/>
          </p:nvSpPr>
          <p:spPr>
            <a:xfrm>
              <a:off x="18377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Freeform: Shape 753">
              <a:extLst>
                <a:ext uri="{FF2B5EF4-FFF2-40B4-BE49-F238E27FC236}">
                  <a16:creationId xmlns:a16="http://schemas.microsoft.com/office/drawing/2014/main" id="{26C9EBE9-DCC1-43D1-BA8C-D36C7D883B12}"/>
                </a:ext>
              </a:extLst>
            </p:cNvPr>
            <p:cNvSpPr/>
            <p:nvPr/>
          </p:nvSpPr>
          <p:spPr>
            <a:xfrm>
              <a:off x="18377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Freeform: Shape 754">
              <a:extLst>
                <a:ext uri="{FF2B5EF4-FFF2-40B4-BE49-F238E27FC236}">
                  <a16:creationId xmlns:a16="http://schemas.microsoft.com/office/drawing/2014/main" id="{B46BAD7E-2336-4DE9-835F-804BCEDD6426}"/>
                </a:ext>
              </a:extLst>
            </p:cNvPr>
            <p:cNvSpPr/>
            <p:nvPr/>
          </p:nvSpPr>
          <p:spPr>
            <a:xfrm>
              <a:off x="18377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Freeform: Shape 755">
              <a:extLst>
                <a:ext uri="{FF2B5EF4-FFF2-40B4-BE49-F238E27FC236}">
                  <a16:creationId xmlns:a16="http://schemas.microsoft.com/office/drawing/2014/main" id="{625906ED-D873-4875-8621-28906CFE803E}"/>
                </a:ext>
              </a:extLst>
            </p:cNvPr>
            <p:cNvSpPr/>
            <p:nvPr/>
          </p:nvSpPr>
          <p:spPr>
            <a:xfrm>
              <a:off x="18377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Freeform: Shape 756">
              <a:extLst>
                <a:ext uri="{FF2B5EF4-FFF2-40B4-BE49-F238E27FC236}">
                  <a16:creationId xmlns:a16="http://schemas.microsoft.com/office/drawing/2014/main" id="{54D63A1A-220C-415F-903C-6A495D591102}"/>
                </a:ext>
              </a:extLst>
            </p:cNvPr>
            <p:cNvSpPr/>
            <p:nvPr/>
          </p:nvSpPr>
          <p:spPr>
            <a:xfrm>
              <a:off x="18377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Freeform: Shape 757">
              <a:extLst>
                <a:ext uri="{FF2B5EF4-FFF2-40B4-BE49-F238E27FC236}">
                  <a16:creationId xmlns:a16="http://schemas.microsoft.com/office/drawing/2014/main" id="{2517C46D-D3B4-4841-9DF9-12E937E26ECF}"/>
                </a:ext>
              </a:extLst>
            </p:cNvPr>
            <p:cNvSpPr/>
            <p:nvPr/>
          </p:nvSpPr>
          <p:spPr>
            <a:xfrm>
              <a:off x="18377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Freeform: Shape 758">
              <a:extLst>
                <a:ext uri="{FF2B5EF4-FFF2-40B4-BE49-F238E27FC236}">
                  <a16:creationId xmlns:a16="http://schemas.microsoft.com/office/drawing/2014/main" id="{0190EECB-F149-482E-9FF0-E18B20CE6F8B}"/>
                </a:ext>
              </a:extLst>
            </p:cNvPr>
            <p:cNvSpPr/>
            <p:nvPr/>
          </p:nvSpPr>
          <p:spPr>
            <a:xfrm>
              <a:off x="18377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Freeform: Shape 759">
              <a:extLst>
                <a:ext uri="{FF2B5EF4-FFF2-40B4-BE49-F238E27FC236}">
                  <a16:creationId xmlns:a16="http://schemas.microsoft.com/office/drawing/2014/main" id="{4C48FED5-FF33-4001-8262-56DDAD0D3681}"/>
                </a:ext>
              </a:extLst>
            </p:cNvPr>
            <p:cNvSpPr/>
            <p:nvPr/>
          </p:nvSpPr>
          <p:spPr>
            <a:xfrm>
              <a:off x="183777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Freeform: Shape 760">
              <a:extLst>
                <a:ext uri="{FF2B5EF4-FFF2-40B4-BE49-F238E27FC236}">
                  <a16:creationId xmlns:a16="http://schemas.microsoft.com/office/drawing/2014/main" id="{C426489D-467B-4674-BEEB-9D58EB03947A}"/>
                </a:ext>
              </a:extLst>
            </p:cNvPr>
            <p:cNvSpPr/>
            <p:nvPr/>
          </p:nvSpPr>
          <p:spPr>
            <a:xfrm>
              <a:off x="1837775" y="11143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Freeform: Shape 761">
              <a:extLst>
                <a:ext uri="{FF2B5EF4-FFF2-40B4-BE49-F238E27FC236}">
                  <a16:creationId xmlns:a16="http://schemas.microsoft.com/office/drawing/2014/main" id="{E96A369D-EB66-4D1A-86A8-1C09D0795B09}"/>
                </a:ext>
              </a:extLst>
            </p:cNvPr>
            <p:cNvSpPr/>
            <p:nvPr/>
          </p:nvSpPr>
          <p:spPr>
            <a:xfrm>
              <a:off x="176177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Freeform: Shape 762">
              <a:extLst>
                <a:ext uri="{FF2B5EF4-FFF2-40B4-BE49-F238E27FC236}">
                  <a16:creationId xmlns:a16="http://schemas.microsoft.com/office/drawing/2014/main" id="{EC227600-39E2-47F3-8DAA-373081CA54DC}"/>
                </a:ext>
              </a:extLst>
            </p:cNvPr>
            <p:cNvSpPr/>
            <p:nvPr/>
          </p:nvSpPr>
          <p:spPr>
            <a:xfrm>
              <a:off x="17617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Freeform: Shape 763">
              <a:extLst>
                <a:ext uri="{FF2B5EF4-FFF2-40B4-BE49-F238E27FC236}">
                  <a16:creationId xmlns:a16="http://schemas.microsoft.com/office/drawing/2014/main" id="{752675B1-D12A-4C9B-B972-6B624D8F2BF4}"/>
                </a:ext>
              </a:extLst>
            </p:cNvPr>
            <p:cNvSpPr/>
            <p:nvPr/>
          </p:nvSpPr>
          <p:spPr>
            <a:xfrm>
              <a:off x="176177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Freeform: Shape 764">
              <a:extLst>
                <a:ext uri="{FF2B5EF4-FFF2-40B4-BE49-F238E27FC236}">
                  <a16:creationId xmlns:a16="http://schemas.microsoft.com/office/drawing/2014/main" id="{1D7D4C0E-135E-4929-A24E-DD98565D9FA3}"/>
                </a:ext>
              </a:extLst>
            </p:cNvPr>
            <p:cNvSpPr/>
            <p:nvPr/>
          </p:nvSpPr>
          <p:spPr>
            <a:xfrm>
              <a:off x="17617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Freeform: Shape 765">
              <a:extLst>
                <a:ext uri="{FF2B5EF4-FFF2-40B4-BE49-F238E27FC236}">
                  <a16:creationId xmlns:a16="http://schemas.microsoft.com/office/drawing/2014/main" id="{06AADA2A-4F2B-44E0-8972-3531E8A5216F}"/>
                </a:ext>
              </a:extLst>
            </p:cNvPr>
            <p:cNvSpPr/>
            <p:nvPr/>
          </p:nvSpPr>
          <p:spPr>
            <a:xfrm>
              <a:off x="17617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Freeform: Shape 766">
              <a:extLst>
                <a:ext uri="{FF2B5EF4-FFF2-40B4-BE49-F238E27FC236}">
                  <a16:creationId xmlns:a16="http://schemas.microsoft.com/office/drawing/2014/main" id="{E555C957-C29F-4F9C-BC54-B1F3B4F20633}"/>
                </a:ext>
              </a:extLst>
            </p:cNvPr>
            <p:cNvSpPr/>
            <p:nvPr/>
          </p:nvSpPr>
          <p:spPr>
            <a:xfrm>
              <a:off x="17617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Freeform: Shape 767">
              <a:extLst>
                <a:ext uri="{FF2B5EF4-FFF2-40B4-BE49-F238E27FC236}">
                  <a16:creationId xmlns:a16="http://schemas.microsoft.com/office/drawing/2014/main" id="{301A315E-ABD2-4DA9-94B6-9C4B879E37B8}"/>
                </a:ext>
              </a:extLst>
            </p:cNvPr>
            <p:cNvSpPr/>
            <p:nvPr/>
          </p:nvSpPr>
          <p:spPr>
            <a:xfrm>
              <a:off x="17617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Freeform: Shape 768">
              <a:extLst>
                <a:ext uri="{FF2B5EF4-FFF2-40B4-BE49-F238E27FC236}">
                  <a16:creationId xmlns:a16="http://schemas.microsoft.com/office/drawing/2014/main" id="{C230B5C0-D4D6-4FA3-9FEA-89733FB86E66}"/>
                </a:ext>
              </a:extLst>
            </p:cNvPr>
            <p:cNvSpPr/>
            <p:nvPr/>
          </p:nvSpPr>
          <p:spPr>
            <a:xfrm>
              <a:off x="17617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Freeform: Shape 769">
              <a:extLst>
                <a:ext uri="{FF2B5EF4-FFF2-40B4-BE49-F238E27FC236}">
                  <a16:creationId xmlns:a16="http://schemas.microsoft.com/office/drawing/2014/main" id="{F5055C6E-D4B8-4CAA-BC52-3DF1FE0DE7B7}"/>
                </a:ext>
              </a:extLst>
            </p:cNvPr>
            <p:cNvSpPr/>
            <p:nvPr/>
          </p:nvSpPr>
          <p:spPr>
            <a:xfrm>
              <a:off x="17617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Freeform: Shape 770">
              <a:extLst>
                <a:ext uri="{FF2B5EF4-FFF2-40B4-BE49-F238E27FC236}">
                  <a16:creationId xmlns:a16="http://schemas.microsoft.com/office/drawing/2014/main" id="{7D93A716-EFA1-4681-A6BB-6F7366649E03}"/>
                </a:ext>
              </a:extLst>
            </p:cNvPr>
            <p:cNvSpPr/>
            <p:nvPr/>
          </p:nvSpPr>
          <p:spPr>
            <a:xfrm>
              <a:off x="17617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Freeform: Shape 771">
              <a:extLst>
                <a:ext uri="{FF2B5EF4-FFF2-40B4-BE49-F238E27FC236}">
                  <a16:creationId xmlns:a16="http://schemas.microsoft.com/office/drawing/2014/main" id="{31CF1E28-32A7-4E51-AE10-03B73EB9DD0C}"/>
                </a:ext>
              </a:extLst>
            </p:cNvPr>
            <p:cNvSpPr/>
            <p:nvPr/>
          </p:nvSpPr>
          <p:spPr>
            <a:xfrm>
              <a:off x="17617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Freeform: Shape 772">
              <a:extLst>
                <a:ext uri="{FF2B5EF4-FFF2-40B4-BE49-F238E27FC236}">
                  <a16:creationId xmlns:a16="http://schemas.microsoft.com/office/drawing/2014/main" id="{0269524C-077F-49F3-BCC3-D936F36FB561}"/>
                </a:ext>
              </a:extLst>
            </p:cNvPr>
            <p:cNvSpPr/>
            <p:nvPr/>
          </p:nvSpPr>
          <p:spPr>
            <a:xfrm>
              <a:off x="17617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Freeform: Shape 773">
              <a:extLst>
                <a:ext uri="{FF2B5EF4-FFF2-40B4-BE49-F238E27FC236}">
                  <a16:creationId xmlns:a16="http://schemas.microsoft.com/office/drawing/2014/main" id="{685CB7FA-E7C5-4452-AC1F-27012624F7A4}"/>
                </a:ext>
              </a:extLst>
            </p:cNvPr>
            <p:cNvSpPr/>
            <p:nvPr/>
          </p:nvSpPr>
          <p:spPr>
            <a:xfrm>
              <a:off x="17617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Freeform: Shape 774">
              <a:extLst>
                <a:ext uri="{FF2B5EF4-FFF2-40B4-BE49-F238E27FC236}">
                  <a16:creationId xmlns:a16="http://schemas.microsoft.com/office/drawing/2014/main" id="{E1096B82-FA09-4908-B81E-75BE3588B512}"/>
                </a:ext>
              </a:extLst>
            </p:cNvPr>
            <p:cNvSpPr/>
            <p:nvPr/>
          </p:nvSpPr>
          <p:spPr>
            <a:xfrm>
              <a:off x="17617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Freeform: Shape 775">
              <a:extLst>
                <a:ext uri="{FF2B5EF4-FFF2-40B4-BE49-F238E27FC236}">
                  <a16:creationId xmlns:a16="http://schemas.microsoft.com/office/drawing/2014/main" id="{2434D643-3A0F-4044-99BA-A807C54CC220}"/>
                </a:ext>
              </a:extLst>
            </p:cNvPr>
            <p:cNvSpPr/>
            <p:nvPr/>
          </p:nvSpPr>
          <p:spPr>
            <a:xfrm>
              <a:off x="17617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Freeform: Shape 776">
              <a:extLst>
                <a:ext uri="{FF2B5EF4-FFF2-40B4-BE49-F238E27FC236}">
                  <a16:creationId xmlns:a16="http://schemas.microsoft.com/office/drawing/2014/main" id="{D30CBDD3-412D-4162-9507-5989079282BA}"/>
                </a:ext>
              </a:extLst>
            </p:cNvPr>
            <p:cNvSpPr/>
            <p:nvPr/>
          </p:nvSpPr>
          <p:spPr>
            <a:xfrm>
              <a:off x="17617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Freeform: Shape 777">
              <a:extLst>
                <a:ext uri="{FF2B5EF4-FFF2-40B4-BE49-F238E27FC236}">
                  <a16:creationId xmlns:a16="http://schemas.microsoft.com/office/drawing/2014/main" id="{44F53FC9-46E8-4B63-9D6F-530A52BDD659}"/>
                </a:ext>
              </a:extLst>
            </p:cNvPr>
            <p:cNvSpPr/>
            <p:nvPr/>
          </p:nvSpPr>
          <p:spPr>
            <a:xfrm>
              <a:off x="16855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Freeform: Shape 778">
              <a:extLst>
                <a:ext uri="{FF2B5EF4-FFF2-40B4-BE49-F238E27FC236}">
                  <a16:creationId xmlns:a16="http://schemas.microsoft.com/office/drawing/2014/main" id="{D6F37EF8-475B-449B-8ACB-099005A7194C}"/>
                </a:ext>
              </a:extLst>
            </p:cNvPr>
            <p:cNvSpPr/>
            <p:nvPr/>
          </p:nvSpPr>
          <p:spPr>
            <a:xfrm>
              <a:off x="16855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Freeform: Shape 779">
              <a:extLst>
                <a:ext uri="{FF2B5EF4-FFF2-40B4-BE49-F238E27FC236}">
                  <a16:creationId xmlns:a16="http://schemas.microsoft.com/office/drawing/2014/main" id="{A951CF77-4A88-41AE-8B80-DB3BB9BA8B44}"/>
                </a:ext>
              </a:extLst>
            </p:cNvPr>
            <p:cNvSpPr/>
            <p:nvPr/>
          </p:nvSpPr>
          <p:spPr>
            <a:xfrm>
              <a:off x="16855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Freeform: Shape 780">
              <a:extLst>
                <a:ext uri="{FF2B5EF4-FFF2-40B4-BE49-F238E27FC236}">
                  <a16:creationId xmlns:a16="http://schemas.microsoft.com/office/drawing/2014/main" id="{9E821D0B-98E2-42D7-BC7F-D246AB5E7088}"/>
                </a:ext>
              </a:extLst>
            </p:cNvPr>
            <p:cNvSpPr/>
            <p:nvPr/>
          </p:nvSpPr>
          <p:spPr>
            <a:xfrm>
              <a:off x="16855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Freeform: Shape 781">
              <a:extLst>
                <a:ext uri="{FF2B5EF4-FFF2-40B4-BE49-F238E27FC236}">
                  <a16:creationId xmlns:a16="http://schemas.microsoft.com/office/drawing/2014/main" id="{F540AFB7-B6D4-46C8-BB9A-4D663123A0A4}"/>
                </a:ext>
              </a:extLst>
            </p:cNvPr>
            <p:cNvSpPr/>
            <p:nvPr/>
          </p:nvSpPr>
          <p:spPr>
            <a:xfrm>
              <a:off x="168555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Freeform: Shape 782">
              <a:extLst>
                <a:ext uri="{FF2B5EF4-FFF2-40B4-BE49-F238E27FC236}">
                  <a16:creationId xmlns:a16="http://schemas.microsoft.com/office/drawing/2014/main" id="{AD5B72EE-D5AD-4E1E-BB6A-6969013EE774}"/>
                </a:ext>
              </a:extLst>
            </p:cNvPr>
            <p:cNvSpPr/>
            <p:nvPr/>
          </p:nvSpPr>
          <p:spPr>
            <a:xfrm>
              <a:off x="16855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Freeform: Shape 783">
              <a:extLst>
                <a:ext uri="{FF2B5EF4-FFF2-40B4-BE49-F238E27FC236}">
                  <a16:creationId xmlns:a16="http://schemas.microsoft.com/office/drawing/2014/main" id="{88C66F3C-AB4A-465F-AB78-A064DC6A0162}"/>
                </a:ext>
              </a:extLst>
            </p:cNvPr>
            <p:cNvSpPr/>
            <p:nvPr/>
          </p:nvSpPr>
          <p:spPr>
            <a:xfrm>
              <a:off x="16855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Freeform: Shape 784">
              <a:extLst>
                <a:ext uri="{FF2B5EF4-FFF2-40B4-BE49-F238E27FC236}">
                  <a16:creationId xmlns:a16="http://schemas.microsoft.com/office/drawing/2014/main" id="{5B7E15B0-479E-4531-B1A1-11DEC1C3DC07}"/>
                </a:ext>
              </a:extLst>
            </p:cNvPr>
            <p:cNvSpPr/>
            <p:nvPr/>
          </p:nvSpPr>
          <p:spPr>
            <a:xfrm>
              <a:off x="168555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Freeform: Shape 785">
              <a:extLst>
                <a:ext uri="{FF2B5EF4-FFF2-40B4-BE49-F238E27FC236}">
                  <a16:creationId xmlns:a16="http://schemas.microsoft.com/office/drawing/2014/main" id="{9D560F9F-CD17-4ABF-A36B-2ABD6B7C69B9}"/>
                </a:ext>
              </a:extLst>
            </p:cNvPr>
            <p:cNvSpPr/>
            <p:nvPr/>
          </p:nvSpPr>
          <p:spPr>
            <a:xfrm>
              <a:off x="16855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Freeform: Shape 786">
              <a:extLst>
                <a:ext uri="{FF2B5EF4-FFF2-40B4-BE49-F238E27FC236}">
                  <a16:creationId xmlns:a16="http://schemas.microsoft.com/office/drawing/2014/main" id="{81A9F0A7-7E9E-43AC-9530-170E0DF41A5A}"/>
                </a:ext>
              </a:extLst>
            </p:cNvPr>
            <p:cNvSpPr/>
            <p:nvPr/>
          </p:nvSpPr>
          <p:spPr>
            <a:xfrm>
              <a:off x="16855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Freeform: Shape 787">
              <a:extLst>
                <a:ext uri="{FF2B5EF4-FFF2-40B4-BE49-F238E27FC236}">
                  <a16:creationId xmlns:a16="http://schemas.microsoft.com/office/drawing/2014/main" id="{B3C5331B-6275-498B-B3D7-54E395BDBE2D}"/>
                </a:ext>
              </a:extLst>
            </p:cNvPr>
            <p:cNvSpPr/>
            <p:nvPr/>
          </p:nvSpPr>
          <p:spPr>
            <a:xfrm>
              <a:off x="16855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Freeform: Shape 788">
              <a:extLst>
                <a:ext uri="{FF2B5EF4-FFF2-40B4-BE49-F238E27FC236}">
                  <a16:creationId xmlns:a16="http://schemas.microsoft.com/office/drawing/2014/main" id="{90E0A826-6C3E-47EA-B1B1-CBAC92434CE3}"/>
                </a:ext>
              </a:extLst>
            </p:cNvPr>
            <p:cNvSpPr/>
            <p:nvPr/>
          </p:nvSpPr>
          <p:spPr>
            <a:xfrm>
              <a:off x="16855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Freeform: Shape 789">
              <a:extLst>
                <a:ext uri="{FF2B5EF4-FFF2-40B4-BE49-F238E27FC236}">
                  <a16:creationId xmlns:a16="http://schemas.microsoft.com/office/drawing/2014/main" id="{38892440-F6EE-45DC-AE55-4DBCFBAA6F23}"/>
                </a:ext>
              </a:extLst>
            </p:cNvPr>
            <p:cNvSpPr/>
            <p:nvPr/>
          </p:nvSpPr>
          <p:spPr>
            <a:xfrm>
              <a:off x="16855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Freeform: Shape 790">
              <a:extLst>
                <a:ext uri="{FF2B5EF4-FFF2-40B4-BE49-F238E27FC236}">
                  <a16:creationId xmlns:a16="http://schemas.microsoft.com/office/drawing/2014/main" id="{47C4496A-A68D-412F-AB5F-C5D66E1DC0C6}"/>
                </a:ext>
              </a:extLst>
            </p:cNvPr>
            <p:cNvSpPr/>
            <p:nvPr/>
          </p:nvSpPr>
          <p:spPr>
            <a:xfrm>
              <a:off x="16855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Freeform: Shape 791">
              <a:extLst>
                <a:ext uri="{FF2B5EF4-FFF2-40B4-BE49-F238E27FC236}">
                  <a16:creationId xmlns:a16="http://schemas.microsoft.com/office/drawing/2014/main" id="{E8A10B0F-759E-4D48-B5E5-EC6A5505F2BA}"/>
                </a:ext>
              </a:extLst>
            </p:cNvPr>
            <p:cNvSpPr/>
            <p:nvPr/>
          </p:nvSpPr>
          <p:spPr>
            <a:xfrm>
              <a:off x="16855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Freeform: Shape 792">
              <a:extLst>
                <a:ext uri="{FF2B5EF4-FFF2-40B4-BE49-F238E27FC236}">
                  <a16:creationId xmlns:a16="http://schemas.microsoft.com/office/drawing/2014/main" id="{5C218550-5C3A-4102-B643-D83944BBB9DD}"/>
                </a:ext>
              </a:extLst>
            </p:cNvPr>
            <p:cNvSpPr/>
            <p:nvPr/>
          </p:nvSpPr>
          <p:spPr>
            <a:xfrm>
              <a:off x="16855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Freeform: Shape 793">
              <a:extLst>
                <a:ext uri="{FF2B5EF4-FFF2-40B4-BE49-F238E27FC236}">
                  <a16:creationId xmlns:a16="http://schemas.microsoft.com/office/drawing/2014/main" id="{DF1E525D-BAAC-4AA6-9627-D84CD91B11A4}"/>
                </a:ext>
              </a:extLst>
            </p:cNvPr>
            <p:cNvSpPr/>
            <p:nvPr/>
          </p:nvSpPr>
          <p:spPr>
            <a:xfrm>
              <a:off x="16093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Freeform: Shape 794">
              <a:extLst>
                <a:ext uri="{FF2B5EF4-FFF2-40B4-BE49-F238E27FC236}">
                  <a16:creationId xmlns:a16="http://schemas.microsoft.com/office/drawing/2014/main" id="{502F60D6-CCE1-4937-B081-D092D6DD8EC4}"/>
                </a:ext>
              </a:extLst>
            </p:cNvPr>
            <p:cNvSpPr/>
            <p:nvPr/>
          </p:nvSpPr>
          <p:spPr>
            <a:xfrm>
              <a:off x="16093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Freeform: Shape 795">
              <a:extLst>
                <a:ext uri="{FF2B5EF4-FFF2-40B4-BE49-F238E27FC236}">
                  <a16:creationId xmlns:a16="http://schemas.microsoft.com/office/drawing/2014/main" id="{E7D32E68-68E5-4FA1-B6CE-60549E94CD7E}"/>
                </a:ext>
              </a:extLst>
            </p:cNvPr>
            <p:cNvSpPr/>
            <p:nvPr/>
          </p:nvSpPr>
          <p:spPr>
            <a:xfrm>
              <a:off x="16093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Freeform: Shape 796">
              <a:extLst>
                <a:ext uri="{FF2B5EF4-FFF2-40B4-BE49-F238E27FC236}">
                  <a16:creationId xmlns:a16="http://schemas.microsoft.com/office/drawing/2014/main" id="{2AFAA851-2983-41E2-A58E-98F8FEF8566D}"/>
                </a:ext>
              </a:extLst>
            </p:cNvPr>
            <p:cNvSpPr/>
            <p:nvPr/>
          </p:nvSpPr>
          <p:spPr>
            <a:xfrm>
              <a:off x="16093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Freeform: Shape 797">
              <a:extLst>
                <a:ext uri="{FF2B5EF4-FFF2-40B4-BE49-F238E27FC236}">
                  <a16:creationId xmlns:a16="http://schemas.microsoft.com/office/drawing/2014/main" id="{D0B54C37-7FD2-4979-BCEB-F9A0276E56F3}"/>
                </a:ext>
              </a:extLst>
            </p:cNvPr>
            <p:cNvSpPr/>
            <p:nvPr/>
          </p:nvSpPr>
          <p:spPr>
            <a:xfrm>
              <a:off x="16093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Freeform: Shape 798">
              <a:extLst>
                <a:ext uri="{FF2B5EF4-FFF2-40B4-BE49-F238E27FC236}">
                  <a16:creationId xmlns:a16="http://schemas.microsoft.com/office/drawing/2014/main" id="{E1ED6D49-6343-44AB-A146-B5CC82D43E9E}"/>
                </a:ext>
              </a:extLst>
            </p:cNvPr>
            <p:cNvSpPr/>
            <p:nvPr/>
          </p:nvSpPr>
          <p:spPr>
            <a:xfrm>
              <a:off x="16093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Freeform: Shape 799">
              <a:extLst>
                <a:ext uri="{FF2B5EF4-FFF2-40B4-BE49-F238E27FC236}">
                  <a16:creationId xmlns:a16="http://schemas.microsoft.com/office/drawing/2014/main" id="{486ED38B-53EF-496D-86BA-E4932EC09888}"/>
                </a:ext>
              </a:extLst>
            </p:cNvPr>
            <p:cNvSpPr/>
            <p:nvPr/>
          </p:nvSpPr>
          <p:spPr>
            <a:xfrm>
              <a:off x="16093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Freeform: Shape 800">
              <a:extLst>
                <a:ext uri="{FF2B5EF4-FFF2-40B4-BE49-F238E27FC236}">
                  <a16:creationId xmlns:a16="http://schemas.microsoft.com/office/drawing/2014/main" id="{FB759B6D-DCB2-4647-9636-507E689568B4}"/>
                </a:ext>
              </a:extLst>
            </p:cNvPr>
            <p:cNvSpPr/>
            <p:nvPr/>
          </p:nvSpPr>
          <p:spPr>
            <a:xfrm>
              <a:off x="16093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Freeform: Shape 801">
              <a:extLst>
                <a:ext uri="{FF2B5EF4-FFF2-40B4-BE49-F238E27FC236}">
                  <a16:creationId xmlns:a16="http://schemas.microsoft.com/office/drawing/2014/main" id="{AA8B4A89-2DDC-415F-BC2C-E6D770E36AA6}"/>
                </a:ext>
              </a:extLst>
            </p:cNvPr>
            <p:cNvSpPr/>
            <p:nvPr/>
          </p:nvSpPr>
          <p:spPr>
            <a:xfrm>
              <a:off x="16093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Freeform: Shape 802">
              <a:extLst>
                <a:ext uri="{FF2B5EF4-FFF2-40B4-BE49-F238E27FC236}">
                  <a16:creationId xmlns:a16="http://schemas.microsoft.com/office/drawing/2014/main" id="{E321AC8D-A49E-4A98-8EBF-82FB9C0D2735}"/>
                </a:ext>
              </a:extLst>
            </p:cNvPr>
            <p:cNvSpPr/>
            <p:nvPr/>
          </p:nvSpPr>
          <p:spPr>
            <a:xfrm>
              <a:off x="16093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Freeform: Shape 803">
              <a:extLst>
                <a:ext uri="{FF2B5EF4-FFF2-40B4-BE49-F238E27FC236}">
                  <a16:creationId xmlns:a16="http://schemas.microsoft.com/office/drawing/2014/main" id="{5D5D611A-5249-4CCA-AC66-19C55159ED0B}"/>
                </a:ext>
              </a:extLst>
            </p:cNvPr>
            <p:cNvSpPr/>
            <p:nvPr/>
          </p:nvSpPr>
          <p:spPr>
            <a:xfrm>
              <a:off x="16093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Freeform: Shape 804">
              <a:extLst>
                <a:ext uri="{FF2B5EF4-FFF2-40B4-BE49-F238E27FC236}">
                  <a16:creationId xmlns:a16="http://schemas.microsoft.com/office/drawing/2014/main" id="{C59500A8-F19E-4FB2-97B5-823F6D15EE28}"/>
                </a:ext>
              </a:extLst>
            </p:cNvPr>
            <p:cNvSpPr/>
            <p:nvPr/>
          </p:nvSpPr>
          <p:spPr>
            <a:xfrm>
              <a:off x="160935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Freeform: Shape 805">
              <a:extLst>
                <a:ext uri="{FF2B5EF4-FFF2-40B4-BE49-F238E27FC236}">
                  <a16:creationId xmlns:a16="http://schemas.microsoft.com/office/drawing/2014/main" id="{2CB55362-52A7-485F-B9D2-A4E3B84B9D0F}"/>
                </a:ext>
              </a:extLst>
            </p:cNvPr>
            <p:cNvSpPr/>
            <p:nvPr/>
          </p:nvSpPr>
          <p:spPr>
            <a:xfrm>
              <a:off x="16093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Freeform: Shape 806">
              <a:extLst>
                <a:ext uri="{FF2B5EF4-FFF2-40B4-BE49-F238E27FC236}">
                  <a16:creationId xmlns:a16="http://schemas.microsoft.com/office/drawing/2014/main" id="{9ADDE6F3-3BFA-4A60-A1A1-0E02B25C5F03}"/>
                </a:ext>
              </a:extLst>
            </p:cNvPr>
            <p:cNvSpPr/>
            <p:nvPr/>
          </p:nvSpPr>
          <p:spPr>
            <a:xfrm>
              <a:off x="16093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Freeform: Shape 807">
              <a:extLst>
                <a:ext uri="{FF2B5EF4-FFF2-40B4-BE49-F238E27FC236}">
                  <a16:creationId xmlns:a16="http://schemas.microsoft.com/office/drawing/2014/main" id="{3A1EEA2D-1499-4442-A996-50A313F1DBD2}"/>
                </a:ext>
              </a:extLst>
            </p:cNvPr>
            <p:cNvSpPr/>
            <p:nvPr/>
          </p:nvSpPr>
          <p:spPr>
            <a:xfrm>
              <a:off x="16093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Freeform: Shape 808">
              <a:extLst>
                <a:ext uri="{FF2B5EF4-FFF2-40B4-BE49-F238E27FC236}">
                  <a16:creationId xmlns:a16="http://schemas.microsoft.com/office/drawing/2014/main" id="{25297ED4-14B8-4722-852E-ADA4E2B5385D}"/>
                </a:ext>
              </a:extLst>
            </p:cNvPr>
            <p:cNvSpPr/>
            <p:nvPr/>
          </p:nvSpPr>
          <p:spPr>
            <a:xfrm>
              <a:off x="16093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Freeform: Shape 809">
              <a:extLst>
                <a:ext uri="{FF2B5EF4-FFF2-40B4-BE49-F238E27FC236}">
                  <a16:creationId xmlns:a16="http://schemas.microsoft.com/office/drawing/2014/main" id="{D5451F67-6C35-406F-A011-04D921E14E85}"/>
                </a:ext>
              </a:extLst>
            </p:cNvPr>
            <p:cNvSpPr/>
            <p:nvPr/>
          </p:nvSpPr>
          <p:spPr>
            <a:xfrm>
              <a:off x="160935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Freeform: Shape 810">
              <a:extLst>
                <a:ext uri="{FF2B5EF4-FFF2-40B4-BE49-F238E27FC236}">
                  <a16:creationId xmlns:a16="http://schemas.microsoft.com/office/drawing/2014/main" id="{09D821C5-917F-4372-AAA1-62970C0A158E}"/>
                </a:ext>
              </a:extLst>
            </p:cNvPr>
            <p:cNvSpPr/>
            <p:nvPr/>
          </p:nvSpPr>
          <p:spPr>
            <a:xfrm>
              <a:off x="16093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Freeform: Shape 811">
              <a:extLst>
                <a:ext uri="{FF2B5EF4-FFF2-40B4-BE49-F238E27FC236}">
                  <a16:creationId xmlns:a16="http://schemas.microsoft.com/office/drawing/2014/main" id="{F11E0834-5FA8-4178-8518-6AB2647B1190}"/>
                </a:ext>
              </a:extLst>
            </p:cNvPr>
            <p:cNvSpPr/>
            <p:nvPr/>
          </p:nvSpPr>
          <p:spPr>
            <a:xfrm>
              <a:off x="153312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Freeform: Shape 812">
              <a:extLst>
                <a:ext uri="{FF2B5EF4-FFF2-40B4-BE49-F238E27FC236}">
                  <a16:creationId xmlns:a16="http://schemas.microsoft.com/office/drawing/2014/main" id="{8A820213-05E6-4DCB-AA0D-FCDC4647E00C}"/>
                </a:ext>
              </a:extLst>
            </p:cNvPr>
            <p:cNvSpPr/>
            <p:nvPr/>
          </p:nvSpPr>
          <p:spPr>
            <a:xfrm>
              <a:off x="15331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Freeform: Shape 813">
              <a:extLst>
                <a:ext uri="{FF2B5EF4-FFF2-40B4-BE49-F238E27FC236}">
                  <a16:creationId xmlns:a16="http://schemas.microsoft.com/office/drawing/2014/main" id="{D1384FCB-BFA2-4EF2-B083-6D0BB6ACB960}"/>
                </a:ext>
              </a:extLst>
            </p:cNvPr>
            <p:cNvSpPr/>
            <p:nvPr/>
          </p:nvSpPr>
          <p:spPr>
            <a:xfrm>
              <a:off x="15331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7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Freeform: Shape 814">
              <a:extLst>
                <a:ext uri="{FF2B5EF4-FFF2-40B4-BE49-F238E27FC236}">
                  <a16:creationId xmlns:a16="http://schemas.microsoft.com/office/drawing/2014/main" id="{20962EBC-5F18-4FF7-AB3D-5E02D5B46927}"/>
                </a:ext>
              </a:extLst>
            </p:cNvPr>
            <p:cNvSpPr/>
            <p:nvPr/>
          </p:nvSpPr>
          <p:spPr>
            <a:xfrm>
              <a:off x="15331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Freeform: Shape 815">
              <a:extLst>
                <a:ext uri="{FF2B5EF4-FFF2-40B4-BE49-F238E27FC236}">
                  <a16:creationId xmlns:a16="http://schemas.microsoft.com/office/drawing/2014/main" id="{8AA44976-350F-48B1-A7C3-DFBA45D4178A}"/>
                </a:ext>
              </a:extLst>
            </p:cNvPr>
            <p:cNvSpPr/>
            <p:nvPr/>
          </p:nvSpPr>
          <p:spPr>
            <a:xfrm>
              <a:off x="15331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Freeform: Shape 816">
              <a:extLst>
                <a:ext uri="{FF2B5EF4-FFF2-40B4-BE49-F238E27FC236}">
                  <a16:creationId xmlns:a16="http://schemas.microsoft.com/office/drawing/2014/main" id="{C6B97F75-1FD1-4C80-A31C-28B89989BC37}"/>
                </a:ext>
              </a:extLst>
            </p:cNvPr>
            <p:cNvSpPr/>
            <p:nvPr/>
          </p:nvSpPr>
          <p:spPr>
            <a:xfrm>
              <a:off x="15331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Freeform: Shape 817">
              <a:extLst>
                <a:ext uri="{FF2B5EF4-FFF2-40B4-BE49-F238E27FC236}">
                  <a16:creationId xmlns:a16="http://schemas.microsoft.com/office/drawing/2014/main" id="{87D91B7F-F2D9-4748-ACBA-62A599403C44}"/>
                </a:ext>
              </a:extLst>
            </p:cNvPr>
            <p:cNvSpPr/>
            <p:nvPr/>
          </p:nvSpPr>
          <p:spPr>
            <a:xfrm>
              <a:off x="153312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Freeform: Shape 818">
              <a:extLst>
                <a:ext uri="{FF2B5EF4-FFF2-40B4-BE49-F238E27FC236}">
                  <a16:creationId xmlns:a16="http://schemas.microsoft.com/office/drawing/2014/main" id="{99E04F92-9E1A-4051-B31D-6AEB7264F3D7}"/>
                </a:ext>
              </a:extLst>
            </p:cNvPr>
            <p:cNvSpPr/>
            <p:nvPr/>
          </p:nvSpPr>
          <p:spPr>
            <a:xfrm>
              <a:off x="15331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Freeform: Shape 819">
              <a:extLst>
                <a:ext uri="{FF2B5EF4-FFF2-40B4-BE49-F238E27FC236}">
                  <a16:creationId xmlns:a16="http://schemas.microsoft.com/office/drawing/2014/main" id="{7BA0A30D-97C6-4397-80BF-17A68C787896}"/>
                </a:ext>
              </a:extLst>
            </p:cNvPr>
            <p:cNvSpPr/>
            <p:nvPr/>
          </p:nvSpPr>
          <p:spPr>
            <a:xfrm>
              <a:off x="15331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Freeform: Shape 820">
              <a:extLst>
                <a:ext uri="{FF2B5EF4-FFF2-40B4-BE49-F238E27FC236}">
                  <a16:creationId xmlns:a16="http://schemas.microsoft.com/office/drawing/2014/main" id="{E8A3F006-5A20-4E5E-AD5E-7FF960E7DF54}"/>
                </a:ext>
              </a:extLst>
            </p:cNvPr>
            <p:cNvSpPr/>
            <p:nvPr/>
          </p:nvSpPr>
          <p:spPr>
            <a:xfrm>
              <a:off x="15331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Freeform: Shape 821">
              <a:extLst>
                <a:ext uri="{FF2B5EF4-FFF2-40B4-BE49-F238E27FC236}">
                  <a16:creationId xmlns:a16="http://schemas.microsoft.com/office/drawing/2014/main" id="{94E605E6-396F-4BAA-9846-FDA83272BC46}"/>
                </a:ext>
              </a:extLst>
            </p:cNvPr>
            <p:cNvSpPr/>
            <p:nvPr/>
          </p:nvSpPr>
          <p:spPr>
            <a:xfrm>
              <a:off x="15331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Freeform: Shape 822">
              <a:extLst>
                <a:ext uri="{FF2B5EF4-FFF2-40B4-BE49-F238E27FC236}">
                  <a16:creationId xmlns:a16="http://schemas.microsoft.com/office/drawing/2014/main" id="{19AFF1F0-553E-4548-84B8-1674C1B2B5D2}"/>
                </a:ext>
              </a:extLst>
            </p:cNvPr>
            <p:cNvSpPr/>
            <p:nvPr/>
          </p:nvSpPr>
          <p:spPr>
            <a:xfrm>
              <a:off x="15331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Freeform: Shape 823">
              <a:extLst>
                <a:ext uri="{FF2B5EF4-FFF2-40B4-BE49-F238E27FC236}">
                  <a16:creationId xmlns:a16="http://schemas.microsoft.com/office/drawing/2014/main" id="{93570173-2591-4BE8-8DD8-AED6C9D914B6}"/>
                </a:ext>
              </a:extLst>
            </p:cNvPr>
            <p:cNvSpPr/>
            <p:nvPr/>
          </p:nvSpPr>
          <p:spPr>
            <a:xfrm>
              <a:off x="15331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Freeform: Shape 824">
              <a:extLst>
                <a:ext uri="{FF2B5EF4-FFF2-40B4-BE49-F238E27FC236}">
                  <a16:creationId xmlns:a16="http://schemas.microsoft.com/office/drawing/2014/main" id="{4B9ADCC0-DC32-4ECC-8224-D7322B3D9AD9}"/>
                </a:ext>
              </a:extLst>
            </p:cNvPr>
            <p:cNvSpPr/>
            <p:nvPr/>
          </p:nvSpPr>
          <p:spPr>
            <a:xfrm>
              <a:off x="15331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Freeform: Shape 825">
              <a:extLst>
                <a:ext uri="{FF2B5EF4-FFF2-40B4-BE49-F238E27FC236}">
                  <a16:creationId xmlns:a16="http://schemas.microsoft.com/office/drawing/2014/main" id="{FE202AC7-FDB6-4A9A-AA1F-DAEA495B6C8D}"/>
                </a:ext>
              </a:extLst>
            </p:cNvPr>
            <p:cNvSpPr/>
            <p:nvPr/>
          </p:nvSpPr>
          <p:spPr>
            <a:xfrm>
              <a:off x="15331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Freeform: Shape 826">
              <a:extLst>
                <a:ext uri="{FF2B5EF4-FFF2-40B4-BE49-F238E27FC236}">
                  <a16:creationId xmlns:a16="http://schemas.microsoft.com/office/drawing/2014/main" id="{6E999266-D33A-4743-82D7-C096ED7D5769}"/>
                </a:ext>
              </a:extLst>
            </p:cNvPr>
            <p:cNvSpPr/>
            <p:nvPr/>
          </p:nvSpPr>
          <p:spPr>
            <a:xfrm>
              <a:off x="153312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Freeform: Shape 827">
              <a:extLst>
                <a:ext uri="{FF2B5EF4-FFF2-40B4-BE49-F238E27FC236}">
                  <a16:creationId xmlns:a16="http://schemas.microsoft.com/office/drawing/2014/main" id="{4FAF0ED2-B0FC-4F3A-9ED7-4049C1F3C2F8}"/>
                </a:ext>
              </a:extLst>
            </p:cNvPr>
            <p:cNvSpPr/>
            <p:nvPr/>
          </p:nvSpPr>
          <p:spPr>
            <a:xfrm>
              <a:off x="14569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5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Freeform: Shape 828">
              <a:extLst>
                <a:ext uri="{FF2B5EF4-FFF2-40B4-BE49-F238E27FC236}">
                  <a16:creationId xmlns:a16="http://schemas.microsoft.com/office/drawing/2014/main" id="{D14EE48C-9260-455B-9552-1E3422611620}"/>
                </a:ext>
              </a:extLst>
            </p:cNvPr>
            <p:cNvSpPr/>
            <p:nvPr/>
          </p:nvSpPr>
          <p:spPr>
            <a:xfrm>
              <a:off x="145692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Freeform: Shape 829">
              <a:extLst>
                <a:ext uri="{FF2B5EF4-FFF2-40B4-BE49-F238E27FC236}">
                  <a16:creationId xmlns:a16="http://schemas.microsoft.com/office/drawing/2014/main" id="{0DA27860-3100-4DE5-A4B2-7BFCF155D3ED}"/>
                </a:ext>
              </a:extLst>
            </p:cNvPr>
            <p:cNvSpPr/>
            <p:nvPr/>
          </p:nvSpPr>
          <p:spPr>
            <a:xfrm>
              <a:off x="145692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Freeform: Shape 830">
              <a:extLst>
                <a:ext uri="{FF2B5EF4-FFF2-40B4-BE49-F238E27FC236}">
                  <a16:creationId xmlns:a16="http://schemas.microsoft.com/office/drawing/2014/main" id="{12906393-9F89-42AA-BB9B-E122C1317679}"/>
                </a:ext>
              </a:extLst>
            </p:cNvPr>
            <p:cNvSpPr/>
            <p:nvPr/>
          </p:nvSpPr>
          <p:spPr>
            <a:xfrm>
              <a:off x="145692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8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Freeform: Shape 831">
              <a:extLst>
                <a:ext uri="{FF2B5EF4-FFF2-40B4-BE49-F238E27FC236}">
                  <a16:creationId xmlns:a16="http://schemas.microsoft.com/office/drawing/2014/main" id="{FAB33AF8-FF97-405F-AFC4-536592D96CF2}"/>
                </a:ext>
              </a:extLst>
            </p:cNvPr>
            <p:cNvSpPr/>
            <p:nvPr/>
          </p:nvSpPr>
          <p:spPr>
            <a:xfrm>
              <a:off x="14569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Freeform: Shape 832">
              <a:extLst>
                <a:ext uri="{FF2B5EF4-FFF2-40B4-BE49-F238E27FC236}">
                  <a16:creationId xmlns:a16="http://schemas.microsoft.com/office/drawing/2014/main" id="{17845515-7BEE-4BAD-9489-D51B50C993B5}"/>
                </a:ext>
              </a:extLst>
            </p:cNvPr>
            <p:cNvSpPr/>
            <p:nvPr/>
          </p:nvSpPr>
          <p:spPr>
            <a:xfrm>
              <a:off x="14569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Freeform: Shape 833">
              <a:extLst>
                <a:ext uri="{FF2B5EF4-FFF2-40B4-BE49-F238E27FC236}">
                  <a16:creationId xmlns:a16="http://schemas.microsoft.com/office/drawing/2014/main" id="{5A029ACA-CA3E-4254-A8C3-DEEABCCBFF74}"/>
                </a:ext>
              </a:extLst>
            </p:cNvPr>
            <p:cNvSpPr/>
            <p:nvPr/>
          </p:nvSpPr>
          <p:spPr>
            <a:xfrm>
              <a:off x="14569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Freeform: Shape 834">
              <a:extLst>
                <a:ext uri="{FF2B5EF4-FFF2-40B4-BE49-F238E27FC236}">
                  <a16:creationId xmlns:a16="http://schemas.microsoft.com/office/drawing/2014/main" id="{2273B0E4-AA1F-4E5B-9103-0A36D9DD0056}"/>
                </a:ext>
              </a:extLst>
            </p:cNvPr>
            <p:cNvSpPr/>
            <p:nvPr/>
          </p:nvSpPr>
          <p:spPr>
            <a:xfrm>
              <a:off x="14569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Freeform: Shape 835">
              <a:extLst>
                <a:ext uri="{FF2B5EF4-FFF2-40B4-BE49-F238E27FC236}">
                  <a16:creationId xmlns:a16="http://schemas.microsoft.com/office/drawing/2014/main" id="{B3D56EF2-AEDE-4FCB-9DF2-1F1BC56E81AE}"/>
                </a:ext>
              </a:extLst>
            </p:cNvPr>
            <p:cNvSpPr/>
            <p:nvPr/>
          </p:nvSpPr>
          <p:spPr>
            <a:xfrm>
              <a:off x="145692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Freeform: Shape 836">
              <a:extLst>
                <a:ext uri="{FF2B5EF4-FFF2-40B4-BE49-F238E27FC236}">
                  <a16:creationId xmlns:a16="http://schemas.microsoft.com/office/drawing/2014/main" id="{D43428A6-A66A-498C-9BCF-9C7B77CBB0DB}"/>
                </a:ext>
              </a:extLst>
            </p:cNvPr>
            <p:cNvSpPr/>
            <p:nvPr/>
          </p:nvSpPr>
          <p:spPr>
            <a:xfrm>
              <a:off x="14569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Freeform: Shape 837">
              <a:extLst>
                <a:ext uri="{FF2B5EF4-FFF2-40B4-BE49-F238E27FC236}">
                  <a16:creationId xmlns:a16="http://schemas.microsoft.com/office/drawing/2014/main" id="{397FBDA8-BF98-444C-BD92-8466CA271EA8}"/>
                </a:ext>
              </a:extLst>
            </p:cNvPr>
            <p:cNvSpPr/>
            <p:nvPr/>
          </p:nvSpPr>
          <p:spPr>
            <a:xfrm>
              <a:off x="14569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Freeform: Shape 838">
              <a:extLst>
                <a:ext uri="{FF2B5EF4-FFF2-40B4-BE49-F238E27FC236}">
                  <a16:creationId xmlns:a16="http://schemas.microsoft.com/office/drawing/2014/main" id="{CFD1DF59-ABBE-4985-B911-5D3D4223609D}"/>
                </a:ext>
              </a:extLst>
            </p:cNvPr>
            <p:cNvSpPr/>
            <p:nvPr/>
          </p:nvSpPr>
          <p:spPr>
            <a:xfrm>
              <a:off x="14569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Freeform: Shape 839">
              <a:extLst>
                <a:ext uri="{FF2B5EF4-FFF2-40B4-BE49-F238E27FC236}">
                  <a16:creationId xmlns:a16="http://schemas.microsoft.com/office/drawing/2014/main" id="{26495599-C8A3-473B-8B81-3C9000748519}"/>
                </a:ext>
              </a:extLst>
            </p:cNvPr>
            <p:cNvSpPr/>
            <p:nvPr/>
          </p:nvSpPr>
          <p:spPr>
            <a:xfrm>
              <a:off x="14569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Freeform: Shape 840">
              <a:extLst>
                <a:ext uri="{FF2B5EF4-FFF2-40B4-BE49-F238E27FC236}">
                  <a16:creationId xmlns:a16="http://schemas.microsoft.com/office/drawing/2014/main" id="{E850BAE8-3024-487E-8804-4A3DE771D090}"/>
                </a:ext>
              </a:extLst>
            </p:cNvPr>
            <p:cNvSpPr/>
            <p:nvPr/>
          </p:nvSpPr>
          <p:spPr>
            <a:xfrm>
              <a:off x="14569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Freeform: Shape 841">
              <a:extLst>
                <a:ext uri="{FF2B5EF4-FFF2-40B4-BE49-F238E27FC236}">
                  <a16:creationId xmlns:a16="http://schemas.microsoft.com/office/drawing/2014/main" id="{C08804B5-89B7-461B-9811-7429141C6F20}"/>
                </a:ext>
              </a:extLst>
            </p:cNvPr>
            <p:cNvSpPr/>
            <p:nvPr/>
          </p:nvSpPr>
          <p:spPr>
            <a:xfrm>
              <a:off x="14569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Freeform: Shape 842">
              <a:extLst>
                <a:ext uri="{FF2B5EF4-FFF2-40B4-BE49-F238E27FC236}">
                  <a16:creationId xmlns:a16="http://schemas.microsoft.com/office/drawing/2014/main" id="{2C727E86-4EBA-408E-A8F0-26052BD90710}"/>
                </a:ext>
              </a:extLst>
            </p:cNvPr>
            <p:cNvSpPr/>
            <p:nvPr/>
          </p:nvSpPr>
          <p:spPr>
            <a:xfrm>
              <a:off x="14569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Freeform: Shape 843">
              <a:extLst>
                <a:ext uri="{FF2B5EF4-FFF2-40B4-BE49-F238E27FC236}">
                  <a16:creationId xmlns:a16="http://schemas.microsoft.com/office/drawing/2014/main" id="{A05DE20F-8D87-4F81-94EC-2E328DE8A5E4}"/>
                </a:ext>
              </a:extLst>
            </p:cNvPr>
            <p:cNvSpPr/>
            <p:nvPr/>
          </p:nvSpPr>
          <p:spPr>
            <a:xfrm>
              <a:off x="14569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Freeform: Shape 844">
              <a:extLst>
                <a:ext uri="{FF2B5EF4-FFF2-40B4-BE49-F238E27FC236}">
                  <a16:creationId xmlns:a16="http://schemas.microsoft.com/office/drawing/2014/main" id="{CA6D3A02-37AA-4D5A-9936-DC7A03B91989}"/>
                </a:ext>
              </a:extLst>
            </p:cNvPr>
            <p:cNvSpPr/>
            <p:nvPr/>
          </p:nvSpPr>
          <p:spPr>
            <a:xfrm>
              <a:off x="14569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Freeform: Shape 845">
              <a:extLst>
                <a:ext uri="{FF2B5EF4-FFF2-40B4-BE49-F238E27FC236}">
                  <a16:creationId xmlns:a16="http://schemas.microsoft.com/office/drawing/2014/main" id="{C4F9F033-BC9D-489F-8C52-ED7804B1BA19}"/>
                </a:ext>
              </a:extLst>
            </p:cNvPr>
            <p:cNvSpPr/>
            <p:nvPr/>
          </p:nvSpPr>
          <p:spPr>
            <a:xfrm>
              <a:off x="145692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Freeform: Shape 846">
              <a:extLst>
                <a:ext uri="{FF2B5EF4-FFF2-40B4-BE49-F238E27FC236}">
                  <a16:creationId xmlns:a16="http://schemas.microsoft.com/office/drawing/2014/main" id="{D526CEEE-0F26-4650-989D-084C6F8C7E68}"/>
                </a:ext>
              </a:extLst>
            </p:cNvPr>
            <p:cNvSpPr/>
            <p:nvPr/>
          </p:nvSpPr>
          <p:spPr>
            <a:xfrm>
              <a:off x="13809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Freeform: Shape 847">
              <a:extLst>
                <a:ext uri="{FF2B5EF4-FFF2-40B4-BE49-F238E27FC236}">
                  <a16:creationId xmlns:a16="http://schemas.microsoft.com/office/drawing/2014/main" id="{98ED1285-8238-4AB3-A526-7ED431FC0311}"/>
                </a:ext>
              </a:extLst>
            </p:cNvPr>
            <p:cNvSpPr/>
            <p:nvPr/>
          </p:nvSpPr>
          <p:spPr>
            <a:xfrm>
              <a:off x="13809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Freeform: Shape 848">
              <a:extLst>
                <a:ext uri="{FF2B5EF4-FFF2-40B4-BE49-F238E27FC236}">
                  <a16:creationId xmlns:a16="http://schemas.microsoft.com/office/drawing/2014/main" id="{C8A44C58-89B5-4664-9F26-60F68AF57EDB}"/>
                </a:ext>
              </a:extLst>
            </p:cNvPr>
            <p:cNvSpPr/>
            <p:nvPr/>
          </p:nvSpPr>
          <p:spPr>
            <a:xfrm>
              <a:off x="13809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Freeform: Shape 849">
              <a:extLst>
                <a:ext uri="{FF2B5EF4-FFF2-40B4-BE49-F238E27FC236}">
                  <a16:creationId xmlns:a16="http://schemas.microsoft.com/office/drawing/2014/main" id="{6DB43C51-27FA-4C76-8E80-30860CF183BE}"/>
                </a:ext>
              </a:extLst>
            </p:cNvPr>
            <p:cNvSpPr/>
            <p:nvPr/>
          </p:nvSpPr>
          <p:spPr>
            <a:xfrm>
              <a:off x="13809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Freeform: Shape 850">
              <a:extLst>
                <a:ext uri="{FF2B5EF4-FFF2-40B4-BE49-F238E27FC236}">
                  <a16:creationId xmlns:a16="http://schemas.microsoft.com/office/drawing/2014/main" id="{179906ED-45FC-4D00-89E1-927287A456B4}"/>
                </a:ext>
              </a:extLst>
            </p:cNvPr>
            <p:cNvSpPr/>
            <p:nvPr/>
          </p:nvSpPr>
          <p:spPr>
            <a:xfrm>
              <a:off x="13809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Freeform: Shape 851">
              <a:extLst>
                <a:ext uri="{FF2B5EF4-FFF2-40B4-BE49-F238E27FC236}">
                  <a16:creationId xmlns:a16="http://schemas.microsoft.com/office/drawing/2014/main" id="{30B2B811-2523-4F62-85A3-B94229979AAE}"/>
                </a:ext>
              </a:extLst>
            </p:cNvPr>
            <p:cNvSpPr/>
            <p:nvPr/>
          </p:nvSpPr>
          <p:spPr>
            <a:xfrm>
              <a:off x="13809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Freeform: Shape 852">
              <a:extLst>
                <a:ext uri="{FF2B5EF4-FFF2-40B4-BE49-F238E27FC236}">
                  <a16:creationId xmlns:a16="http://schemas.microsoft.com/office/drawing/2014/main" id="{2BC5372F-CBF4-491C-90B4-76B90BFFCB1E}"/>
                </a:ext>
              </a:extLst>
            </p:cNvPr>
            <p:cNvSpPr/>
            <p:nvPr/>
          </p:nvSpPr>
          <p:spPr>
            <a:xfrm>
              <a:off x="13809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Freeform: Shape 853">
              <a:extLst>
                <a:ext uri="{FF2B5EF4-FFF2-40B4-BE49-F238E27FC236}">
                  <a16:creationId xmlns:a16="http://schemas.microsoft.com/office/drawing/2014/main" id="{21DD398D-4AA6-496E-B6B8-31DAE45F9E79}"/>
                </a:ext>
              </a:extLst>
            </p:cNvPr>
            <p:cNvSpPr/>
            <p:nvPr/>
          </p:nvSpPr>
          <p:spPr>
            <a:xfrm>
              <a:off x="13809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Freeform: Shape 854">
              <a:extLst>
                <a:ext uri="{FF2B5EF4-FFF2-40B4-BE49-F238E27FC236}">
                  <a16:creationId xmlns:a16="http://schemas.microsoft.com/office/drawing/2014/main" id="{04D2E09C-FA35-4C7B-BE21-98ABE91A79A8}"/>
                </a:ext>
              </a:extLst>
            </p:cNvPr>
            <p:cNvSpPr/>
            <p:nvPr/>
          </p:nvSpPr>
          <p:spPr>
            <a:xfrm>
              <a:off x="13809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Freeform: Shape 855">
              <a:extLst>
                <a:ext uri="{FF2B5EF4-FFF2-40B4-BE49-F238E27FC236}">
                  <a16:creationId xmlns:a16="http://schemas.microsoft.com/office/drawing/2014/main" id="{D6B7C374-D0CF-4832-8129-9DC3C31C883C}"/>
                </a:ext>
              </a:extLst>
            </p:cNvPr>
            <p:cNvSpPr/>
            <p:nvPr/>
          </p:nvSpPr>
          <p:spPr>
            <a:xfrm>
              <a:off x="13809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Freeform: Shape 856">
              <a:extLst>
                <a:ext uri="{FF2B5EF4-FFF2-40B4-BE49-F238E27FC236}">
                  <a16:creationId xmlns:a16="http://schemas.microsoft.com/office/drawing/2014/main" id="{DC17DA20-E1A0-4A11-9D71-66E68C7A5883}"/>
                </a:ext>
              </a:extLst>
            </p:cNvPr>
            <p:cNvSpPr/>
            <p:nvPr/>
          </p:nvSpPr>
          <p:spPr>
            <a:xfrm>
              <a:off x="13809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Freeform: Shape 857">
              <a:extLst>
                <a:ext uri="{FF2B5EF4-FFF2-40B4-BE49-F238E27FC236}">
                  <a16:creationId xmlns:a16="http://schemas.microsoft.com/office/drawing/2014/main" id="{625560F2-12F1-4973-83C8-27859901C134}"/>
                </a:ext>
              </a:extLst>
            </p:cNvPr>
            <p:cNvSpPr/>
            <p:nvPr/>
          </p:nvSpPr>
          <p:spPr>
            <a:xfrm>
              <a:off x="13809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Freeform: Shape 858">
              <a:extLst>
                <a:ext uri="{FF2B5EF4-FFF2-40B4-BE49-F238E27FC236}">
                  <a16:creationId xmlns:a16="http://schemas.microsoft.com/office/drawing/2014/main" id="{5D96D250-7E69-4280-A05B-F8C84096D4CA}"/>
                </a:ext>
              </a:extLst>
            </p:cNvPr>
            <p:cNvSpPr/>
            <p:nvPr/>
          </p:nvSpPr>
          <p:spPr>
            <a:xfrm>
              <a:off x="13809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Freeform: Shape 859">
              <a:extLst>
                <a:ext uri="{FF2B5EF4-FFF2-40B4-BE49-F238E27FC236}">
                  <a16:creationId xmlns:a16="http://schemas.microsoft.com/office/drawing/2014/main" id="{D1CF9C1C-C080-4295-88A1-78370A500836}"/>
                </a:ext>
              </a:extLst>
            </p:cNvPr>
            <p:cNvSpPr/>
            <p:nvPr/>
          </p:nvSpPr>
          <p:spPr>
            <a:xfrm>
              <a:off x="13809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Freeform: Shape 860">
              <a:extLst>
                <a:ext uri="{FF2B5EF4-FFF2-40B4-BE49-F238E27FC236}">
                  <a16:creationId xmlns:a16="http://schemas.microsoft.com/office/drawing/2014/main" id="{B9A183D1-D91B-4891-81B4-5CD490DAF43C}"/>
                </a:ext>
              </a:extLst>
            </p:cNvPr>
            <p:cNvSpPr/>
            <p:nvPr/>
          </p:nvSpPr>
          <p:spPr>
            <a:xfrm>
              <a:off x="13809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Freeform: Shape 861">
              <a:extLst>
                <a:ext uri="{FF2B5EF4-FFF2-40B4-BE49-F238E27FC236}">
                  <a16:creationId xmlns:a16="http://schemas.microsoft.com/office/drawing/2014/main" id="{E8BB82AE-E882-4092-81FA-0AE36C156D9E}"/>
                </a:ext>
              </a:extLst>
            </p:cNvPr>
            <p:cNvSpPr/>
            <p:nvPr/>
          </p:nvSpPr>
          <p:spPr>
            <a:xfrm>
              <a:off x="13809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Freeform: Shape 862">
              <a:extLst>
                <a:ext uri="{FF2B5EF4-FFF2-40B4-BE49-F238E27FC236}">
                  <a16:creationId xmlns:a16="http://schemas.microsoft.com/office/drawing/2014/main" id="{E4E2D643-680C-415F-8FD5-BB375E7AB6CF}"/>
                </a:ext>
              </a:extLst>
            </p:cNvPr>
            <p:cNvSpPr/>
            <p:nvPr/>
          </p:nvSpPr>
          <p:spPr>
            <a:xfrm>
              <a:off x="13809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Freeform: Shape 863">
              <a:extLst>
                <a:ext uri="{FF2B5EF4-FFF2-40B4-BE49-F238E27FC236}">
                  <a16:creationId xmlns:a16="http://schemas.microsoft.com/office/drawing/2014/main" id="{3DAFB5A9-E448-478D-AF5C-FE95F1588B2C}"/>
                </a:ext>
              </a:extLst>
            </p:cNvPr>
            <p:cNvSpPr/>
            <p:nvPr/>
          </p:nvSpPr>
          <p:spPr>
            <a:xfrm>
              <a:off x="13809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Freeform: Shape 864">
              <a:extLst>
                <a:ext uri="{FF2B5EF4-FFF2-40B4-BE49-F238E27FC236}">
                  <a16:creationId xmlns:a16="http://schemas.microsoft.com/office/drawing/2014/main" id="{13805DBC-CE63-446C-A08F-24525E864287}"/>
                </a:ext>
              </a:extLst>
            </p:cNvPr>
            <p:cNvSpPr/>
            <p:nvPr/>
          </p:nvSpPr>
          <p:spPr>
            <a:xfrm>
              <a:off x="130470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Freeform: Shape 865">
              <a:extLst>
                <a:ext uri="{FF2B5EF4-FFF2-40B4-BE49-F238E27FC236}">
                  <a16:creationId xmlns:a16="http://schemas.microsoft.com/office/drawing/2014/main" id="{03CE457B-AA18-4C05-97C8-D23C97AB3151}"/>
                </a:ext>
              </a:extLst>
            </p:cNvPr>
            <p:cNvSpPr/>
            <p:nvPr/>
          </p:nvSpPr>
          <p:spPr>
            <a:xfrm>
              <a:off x="130470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Freeform: Shape 866">
              <a:extLst>
                <a:ext uri="{FF2B5EF4-FFF2-40B4-BE49-F238E27FC236}">
                  <a16:creationId xmlns:a16="http://schemas.microsoft.com/office/drawing/2014/main" id="{258DEC5D-F4B7-48E8-9C61-0C231EA0F9BC}"/>
                </a:ext>
              </a:extLst>
            </p:cNvPr>
            <p:cNvSpPr/>
            <p:nvPr/>
          </p:nvSpPr>
          <p:spPr>
            <a:xfrm>
              <a:off x="130470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Freeform: Shape 867">
              <a:extLst>
                <a:ext uri="{FF2B5EF4-FFF2-40B4-BE49-F238E27FC236}">
                  <a16:creationId xmlns:a16="http://schemas.microsoft.com/office/drawing/2014/main" id="{77B8B22D-90EC-4402-BA25-91B45A463E3A}"/>
                </a:ext>
              </a:extLst>
            </p:cNvPr>
            <p:cNvSpPr/>
            <p:nvPr/>
          </p:nvSpPr>
          <p:spPr>
            <a:xfrm>
              <a:off x="130470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Freeform: Shape 868">
              <a:extLst>
                <a:ext uri="{FF2B5EF4-FFF2-40B4-BE49-F238E27FC236}">
                  <a16:creationId xmlns:a16="http://schemas.microsoft.com/office/drawing/2014/main" id="{740013B9-7484-41D1-95EF-E2F0BC7F7047}"/>
                </a:ext>
              </a:extLst>
            </p:cNvPr>
            <p:cNvSpPr/>
            <p:nvPr/>
          </p:nvSpPr>
          <p:spPr>
            <a:xfrm>
              <a:off x="13047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Freeform: Shape 869">
              <a:extLst>
                <a:ext uri="{FF2B5EF4-FFF2-40B4-BE49-F238E27FC236}">
                  <a16:creationId xmlns:a16="http://schemas.microsoft.com/office/drawing/2014/main" id="{EDDB3334-9958-4BF9-BF0F-FBD5D8CB7FA8}"/>
                </a:ext>
              </a:extLst>
            </p:cNvPr>
            <p:cNvSpPr/>
            <p:nvPr/>
          </p:nvSpPr>
          <p:spPr>
            <a:xfrm>
              <a:off x="130470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Freeform: Shape 870">
              <a:extLst>
                <a:ext uri="{FF2B5EF4-FFF2-40B4-BE49-F238E27FC236}">
                  <a16:creationId xmlns:a16="http://schemas.microsoft.com/office/drawing/2014/main" id="{45E2280E-B980-45C9-ABCD-A2FCC448F550}"/>
                </a:ext>
              </a:extLst>
            </p:cNvPr>
            <p:cNvSpPr/>
            <p:nvPr/>
          </p:nvSpPr>
          <p:spPr>
            <a:xfrm>
              <a:off x="13047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Freeform: Shape 871">
              <a:extLst>
                <a:ext uri="{FF2B5EF4-FFF2-40B4-BE49-F238E27FC236}">
                  <a16:creationId xmlns:a16="http://schemas.microsoft.com/office/drawing/2014/main" id="{5167953C-240A-4E4F-9558-5A246C866A2D}"/>
                </a:ext>
              </a:extLst>
            </p:cNvPr>
            <p:cNvSpPr/>
            <p:nvPr/>
          </p:nvSpPr>
          <p:spPr>
            <a:xfrm>
              <a:off x="13047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Freeform: Shape 872">
              <a:extLst>
                <a:ext uri="{FF2B5EF4-FFF2-40B4-BE49-F238E27FC236}">
                  <a16:creationId xmlns:a16="http://schemas.microsoft.com/office/drawing/2014/main" id="{6C363BBB-ADD3-427F-BEB3-104569452A12}"/>
                </a:ext>
              </a:extLst>
            </p:cNvPr>
            <p:cNvSpPr/>
            <p:nvPr/>
          </p:nvSpPr>
          <p:spPr>
            <a:xfrm>
              <a:off x="13047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Freeform: Shape 873">
              <a:extLst>
                <a:ext uri="{FF2B5EF4-FFF2-40B4-BE49-F238E27FC236}">
                  <a16:creationId xmlns:a16="http://schemas.microsoft.com/office/drawing/2014/main" id="{13AA7DDC-64E8-4CE3-8952-CA7F3AE85599}"/>
                </a:ext>
              </a:extLst>
            </p:cNvPr>
            <p:cNvSpPr/>
            <p:nvPr/>
          </p:nvSpPr>
          <p:spPr>
            <a:xfrm>
              <a:off x="13047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Freeform: Shape 874">
              <a:extLst>
                <a:ext uri="{FF2B5EF4-FFF2-40B4-BE49-F238E27FC236}">
                  <a16:creationId xmlns:a16="http://schemas.microsoft.com/office/drawing/2014/main" id="{D3AE7B00-1E3D-4CDA-898B-40E4240B157F}"/>
                </a:ext>
              </a:extLst>
            </p:cNvPr>
            <p:cNvSpPr/>
            <p:nvPr/>
          </p:nvSpPr>
          <p:spPr>
            <a:xfrm>
              <a:off x="13047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Freeform: Shape 875">
              <a:extLst>
                <a:ext uri="{FF2B5EF4-FFF2-40B4-BE49-F238E27FC236}">
                  <a16:creationId xmlns:a16="http://schemas.microsoft.com/office/drawing/2014/main" id="{2EA7C3BF-964D-4EF3-B255-195D016E2CEF}"/>
                </a:ext>
              </a:extLst>
            </p:cNvPr>
            <p:cNvSpPr/>
            <p:nvPr/>
          </p:nvSpPr>
          <p:spPr>
            <a:xfrm>
              <a:off x="13047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Freeform: Shape 876">
              <a:extLst>
                <a:ext uri="{FF2B5EF4-FFF2-40B4-BE49-F238E27FC236}">
                  <a16:creationId xmlns:a16="http://schemas.microsoft.com/office/drawing/2014/main" id="{401EFDCE-AEB9-4B90-AD19-87C42B27E244}"/>
                </a:ext>
              </a:extLst>
            </p:cNvPr>
            <p:cNvSpPr/>
            <p:nvPr/>
          </p:nvSpPr>
          <p:spPr>
            <a:xfrm>
              <a:off x="13047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Freeform: Shape 877">
              <a:extLst>
                <a:ext uri="{FF2B5EF4-FFF2-40B4-BE49-F238E27FC236}">
                  <a16:creationId xmlns:a16="http://schemas.microsoft.com/office/drawing/2014/main" id="{2233DE05-AECE-4CC9-98BD-D780398D1FBA}"/>
                </a:ext>
              </a:extLst>
            </p:cNvPr>
            <p:cNvSpPr/>
            <p:nvPr/>
          </p:nvSpPr>
          <p:spPr>
            <a:xfrm>
              <a:off x="13047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Freeform: Shape 878">
              <a:extLst>
                <a:ext uri="{FF2B5EF4-FFF2-40B4-BE49-F238E27FC236}">
                  <a16:creationId xmlns:a16="http://schemas.microsoft.com/office/drawing/2014/main" id="{6BCE7EA0-4A8C-4D38-A7B1-492E15889CDD}"/>
                </a:ext>
              </a:extLst>
            </p:cNvPr>
            <p:cNvSpPr/>
            <p:nvPr/>
          </p:nvSpPr>
          <p:spPr>
            <a:xfrm>
              <a:off x="13047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Freeform: Shape 879">
              <a:extLst>
                <a:ext uri="{FF2B5EF4-FFF2-40B4-BE49-F238E27FC236}">
                  <a16:creationId xmlns:a16="http://schemas.microsoft.com/office/drawing/2014/main" id="{759359CC-84D9-4DE4-A1D2-328EA7F0BE77}"/>
                </a:ext>
              </a:extLst>
            </p:cNvPr>
            <p:cNvSpPr/>
            <p:nvPr/>
          </p:nvSpPr>
          <p:spPr>
            <a:xfrm>
              <a:off x="13047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Freeform: Shape 880">
              <a:extLst>
                <a:ext uri="{FF2B5EF4-FFF2-40B4-BE49-F238E27FC236}">
                  <a16:creationId xmlns:a16="http://schemas.microsoft.com/office/drawing/2014/main" id="{DEC1EBBF-49E2-4ED5-8875-24E381D9C8A4}"/>
                </a:ext>
              </a:extLst>
            </p:cNvPr>
            <p:cNvSpPr/>
            <p:nvPr/>
          </p:nvSpPr>
          <p:spPr>
            <a:xfrm>
              <a:off x="1304700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Freeform: Shape 881">
              <a:extLst>
                <a:ext uri="{FF2B5EF4-FFF2-40B4-BE49-F238E27FC236}">
                  <a16:creationId xmlns:a16="http://schemas.microsoft.com/office/drawing/2014/main" id="{5EB25253-2637-4447-880A-FC1C37E5D0EB}"/>
                </a:ext>
              </a:extLst>
            </p:cNvPr>
            <p:cNvSpPr/>
            <p:nvPr/>
          </p:nvSpPr>
          <p:spPr>
            <a:xfrm>
              <a:off x="12284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Freeform: Shape 882">
              <a:extLst>
                <a:ext uri="{FF2B5EF4-FFF2-40B4-BE49-F238E27FC236}">
                  <a16:creationId xmlns:a16="http://schemas.microsoft.com/office/drawing/2014/main" id="{575357F9-E405-4115-9DEB-95DA05C789E2}"/>
                </a:ext>
              </a:extLst>
            </p:cNvPr>
            <p:cNvSpPr/>
            <p:nvPr/>
          </p:nvSpPr>
          <p:spPr>
            <a:xfrm>
              <a:off x="12284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Freeform: Shape 883">
              <a:extLst>
                <a:ext uri="{FF2B5EF4-FFF2-40B4-BE49-F238E27FC236}">
                  <a16:creationId xmlns:a16="http://schemas.microsoft.com/office/drawing/2014/main" id="{A7C0DC41-F8C9-4783-9DF3-44EB39F2F1E4}"/>
                </a:ext>
              </a:extLst>
            </p:cNvPr>
            <p:cNvSpPr/>
            <p:nvPr/>
          </p:nvSpPr>
          <p:spPr>
            <a:xfrm>
              <a:off x="12284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Freeform: Shape 884">
              <a:extLst>
                <a:ext uri="{FF2B5EF4-FFF2-40B4-BE49-F238E27FC236}">
                  <a16:creationId xmlns:a16="http://schemas.microsoft.com/office/drawing/2014/main" id="{9E3A274F-2BC0-4907-8B40-EC1F7BEDCAC4}"/>
                </a:ext>
              </a:extLst>
            </p:cNvPr>
            <p:cNvSpPr/>
            <p:nvPr/>
          </p:nvSpPr>
          <p:spPr>
            <a:xfrm>
              <a:off x="12284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Freeform: Shape 885">
              <a:extLst>
                <a:ext uri="{FF2B5EF4-FFF2-40B4-BE49-F238E27FC236}">
                  <a16:creationId xmlns:a16="http://schemas.microsoft.com/office/drawing/2014/main" id="{E9E483D4-69B0-4BCA-9DEB-438806740436}"/>
                </a:ext>
              </a:extLst>
            </p:cNvPr>
            <p:cNvSpPr/>
            <p:nvPr/>
          </p:nvSpPr>
          <p:spPr>
            <a:xfrm>
              <a:off x="12284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Freeform: Shape 886">
              <a:extLst>
                <a:ext uri="{FF2B5EF4-FFF2-40B4-BE49-F238E27FC236}">
                  <a16:creationId xmlns:a16="http://schemas.microsoft.com/office/drawing/2014/main" id="{38101ACB-C6C3-491D-92D8-A989486BF706}"/>
                </a:ext>
              </a:extLst>
            </p:cNvPr>
            <p:cNvSpPr/>
            <p:nvPr/>
          </p:nvSpPr>
          <p:spPr>
            <a:xfrm>
              <a:off x="12284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Freeform: Shape 887">
              <a:extLst>
                <a:ext uri="{FF2B5EF4-FFF2-40B4-BE49-F238E27FC236}">
                  <a16:creationId xmlns:a16="http://schemas.microsoft.com/office/drawing/2014/main" id="{A5F475B2-8331-4F63-AF80-C7E415190942}"/>
                </a:ext>
              </a:extLst>
            </p:cNvPr>
            <p:cNvSpPr/>
            <p:nvPr/>
          </p:nvSpPr>
          <p:spPr>
            <a:xfrm>
              <a:off x="122847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Freeform: Shape 888">
              <a:extLst>
                <a:ext uri="{FF2B5EF4-FFF2-40B4-BE49-F238E27FC236}">
                  <a16:creationId xmlns:a16="http://schemas.microsoft.com/office/drawing/2014/main" id="{2647E327-D9D4-4EDF-8FA4-97988DAAC9BC}"/>
                </a:ext>
              </a:extLst>
            </p:cNvPr>
            <p:cNvSpPr/>
            <p:nvPr/>
          </p:nvSpPr>
          <p:spPr>
            <a:xfrm>
              <a:off x="12284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Freeform: Shape 889">
              <a:extLst>
                <a:ext uri="{FF2B5EF4-FFF2-40B4-BE49-F238E27FC236}">
                  <a16:creationId xmlns:a16="http://schemas.microsoft.com/office/drawing/2014/main" id="{A2FA7508-0E22-48C6-A5B6-6261286A3E4E}"/>
                </a:ext>
              </a:extLst>
            </p:cNvPr>
            <p:cNvSpPr/>
            <p:nvPr/>
          </p:nvSpPr>
          <p:spPr>
            <a:xfrm>
              <a:off x="12284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Freeform: Shape 890">
              <a:extLst>
                <a:ext uri="{FF2B5EF4-FFF2-40B4-BE49-F238E27FC236}">
                  <a16:creationId xmlns:a16="http://schemas.microsoft.com/office/drawing/2014/main" id="{C10C9823-CE37-495D-BE7A-7226E02A1DA9}"/>
                </a:ext>
              </a:extLst>
            </p:cNvPr>
            <p:cNvSpPr/>
            <p:nvPr/>
          </p:nvSpPr>
          <p:spPr>
            <a:xfrm>
              <a:off x="12284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Freeform: Shape 891">
              <a:extLst>
                <a:ext uri="{FF2B5EF4-FFF2-40B4-BE49-F238E27FC236}">
                  <a16:creationId xmlns:a16="http://schemas.microsoft.com/office/drawing/2014/main" id="{DAD6DB0E-69D1-406C-81BA-4557095D0D6A}"/>
                </a:ext>
              </a:extLst>
            </p:cNvPr>
            <p:cNvSpPr/>
            <p:nvPr/>
          </p:nvSpPr>
          <p:spPr>
            <a:xfrm>
              <a:off x="12284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Freeform: Shape 892">
              <a:extLst>
                <a:ext uri="{FF2B5EF4-FFF2-40B4-BE49-F238E27FC236}">
                  <a16:creationId xmlns:a16="http://schemas.microsoft.com/office/drawing/2014/main" id="{F66C4411-6BCC-41D4-91AB-4D754766186C}"/>
                </a:ext>
              </a:extLst>
            </p:cNvPr>
            <p:cNvSpPr/>
            <p:nvPr/>
          </p:nvSpPr>
          <p:spPr>
            <a:xfrm>
              <a:off x="122847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Freeform: Shape 893">
              <a:extLst>
                <a:ext uri="{FF2B5EF4-FFF2-40B4-BE49-F238E27FC236}">
                  <a16:creationId xmlns:a16="http://schemas.microsoft.com/office/drawing/2014/main" id="{C409C87E-D8A2-47F8-8E7B-45BF51C2A606}"/>
                </a:ext>
              </a:extLst>
            </p:cNvPr>
            <p:cNvSpPr/>
            <p:nvPr/>
          </p:nvSpPr>
          <p:spPr>
            <a:xfrm>
              <a:off x="12284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Freeform: Shape 894">
              <a:extLst>
                <a:ext uri="{FF2B5EF4-FFF2-40B4-BE49-F238E27FC236}">
                  <a16:creationId xmlns:a16="http://schemas.microsoft.com/office/drawing/2014/main" id="{A78C0583-BE9B-489C-B5F2-43E54B9AD99A}"/>
                </a:ext>
              </a:extLst>
            </p:cNvPr>
            <p:cNvSpPr/>
            <p:nvPr/>
          </p:nvSpPr>
          <p:spPr>
            <a:xfrm>
              <a:off x="12284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Freeform: Shape 895">
              <a:extLst>
                <a:ext uri="{FF2B5EF4-FFF2-40B4-BE49-F238E27FC236}">
                  <a16:creationId xmlns:a16="http://schemas.microsoft.com/office/drawing/2014/main" id="{061C5D07-C5A9-499A-B736-4601AAE1DB9E}"/>
                </a:ext>
              </a:extLst>
            </p:cNvPr>
            <p:cNvSpPr/>
            <p:nvPr/>
          </p:nvSpPr>
          <p:spPr>
            <a:xfrm>
              <a:off x="12284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Freeform: Shape 896">
              <a:extLst>
                <a:ext uri="{FF2B5EF4-FFF2-40B4-BE49-F238E27FC236}">
                  <a16:creationId xmlns:a16="http://schemas.microsoft.com/office/drawing/2014/main" id="{7AA057C1-3461-4AC7-B568-FBE701B27A7C}"/>
                </a:ext>
              </a:extLst>
            </p:cNvPr>
            <p:cNvSpPr/>
            <p:nvPr/>
          </p:nvSpPr>
          <p:spPr>
            <a:xfrm>
              <a:off x="12284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Freeform: Shape 897">
              <a:extLst>
                <a:ext uri="{FF2B5EF4-FFF2-40B4-BE49-F238E27FC236}">
                  <a16:creationId xmlns:a16="http://schemas.microsoft.com/office/drawing/2014/main" id="{069CD3AE-5956-4490-9E14-5D0323F171FB}"/>
                </a:ext>
              </a:extLst>
            </p:cNvPr>
            <p:cNvSpPr/>
            <p:nvPr/>
          </p:nvSpPr>
          <p:spPr>
            <a:xfrm>
              <a:off x="12284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Freeform: Shape 898">
              <a:extLst>
                <a:ext uri="{FF2B5EF4-FFF2-40B4-BE49-F238E27FC236}">
                  <a16:creationId xmlns:a16="http://schemas.microsoft.com/office/drawing/2014/main" id="{06E81545-73B2-43A4-AD73-442A6AAD77EE}"/>
                </a:ext>
              </a:extLst>
            </p:cNvPr>
            <p:cNvSpPr/>
            <p:nvPr/>
          </p:nvSpPr>
          <p:spPr>
            <a:xfrm>
              <a:off x="12284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Freeform: Shape 899">
              <a:extLst>
                <a:ext uri="{FF2B5EF4-FFF2-40B4-BE49-F238E27FC236}">
                  <a16:creationId xmlns:a16="http://schemas.microsoft.com/office/drawing/2014/main" id="{EF51365B-0069-4507-B84A-493363A61044}"/>
                </a:ext>
              </a:extLst>
            </p:cNvPr>
            <p:cNvSpPr/>
            <p:nvPr/>
          </p:nvSpPr>
          <p:spPr>
            <a:xfrm>
              <a:off x="1152275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Freeform: Shape 900">
              <a:extLst>
                <a:ext uri="{FF2B5EF4-FFF2-40B4-BE49-F238E27FC236}">
                  <a16:creationId xmlns:a16="http://schemas.microsoft.com/office/drawing/2014/main" id="{DDBC8134-42D9-46D1-8D85-7BFB4DA02CD6}"/>
                </a:ext>
              </a:extLst>
            </p:cNvPr>
            <p:cNvSpPr/>
            <p:nvPr/>
          </p:nvSpPr>
          <p:spPr>
            <a:xfrm>
              <a:off x="1152275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Freeform: Shape 901">
              <a:extLst>
                <a:ext uri="{FF2B5EF4-FFF2-40B4-BE49-F238E27FC236}">
                  <a16:creationId xmlns:a16="http://schemas.microsoft.com/office/drawing/2014/main" id="{D2A4D428-5312-4245-8151-69D16E26DFEA}"/>
                </a:ext>
              </a:extLst>
            </p:cNvPr>
            <p:cNvSpPr/>
            <p:nvPr/>
          </p:nvSpPr>
          <p:spPr>
            <a:xfrm>
              <a:off x="1152275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Freeform: Shape 902">
              <a:extLst>
                <a:ext uri="{FF2B5EF4-FFF2-40B4-BE49-F238E27FC236}">
                  <a16:creationId xmlns:a16="http://schemas.microsoft.com/office/drawing/2014/main" id="{2ACB6E3E-1106-41B7-BC13-D0400B31BEE3}"/>
                </a:ext>
              </a:extLst>
            </p:cNvPr>
            <p:cNvSpPr/>
            <p:nvPr/>
          </p:nvSpPr>
          <p:spPr>
            <a:xfrm>
              <a:off x="1152275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Freeform: Shape 903">
              <a:extLst>
                <a:ext uri="{FF2B5EF4-FFF2-40B4-BE49-F238E27FC236}">
                  <a16:creationId xmlns:a16="http://schemas.microsoft.com/office/drawing/2014/main" id="{9847D673-36DB-4109-BBA0-FC9E4EA92306}"/>
                </a:ext>
              </a:extLst>
            </p:cNvPr>
            <p:cNvSpPr/>
            <p:nvPr/>
          </p:nvSpPr>
          <p:spPr>
            <a:xfrm>
              <a:off x="115227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Freeform: Shape 904">
              <a:extLst>
                <a:ext uri="{FF2B5EF4-FFF2-40B4-BE49-F238E27FC236}">
                  <a16:creationId xmlns:a16="http://schemas.microsoft.com/office/drawing/2014/main" id="{28FE4E0F-50B9-4D3E-B032-459D4ACDAF62}"/>
                </a:ext>
              </a:extLst>
            </p:cNvPr>
            <p:cNvSpPr/>
            <p:nvPr/>
          </p:nvSpPr>
          <p:spPr>
            <a:xfrm>
              <a:off x="1152275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Freeform: Shape 905">
              <a:extLst>
                <a:ext uri="{FF2B5EF4-FFF2-40B4-BE49-F238E27FC236}">
                  <a16:creationId xmlns:a16="http://schemas.microsoft.com/office/drawing/2014/main" id="{F5877A35-01B2-48C2-B6A7-A21EC560F80A}"/>
                </a:ext>
              </a:extLst>
            </p:cNvPr>
            <p:cNvSpPr/>
            <p:nvPr/>
          </p:nvSpPr>
          <p:spPr>
            <a:xfrm>
              <a:off x="1152275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Freeform: Shape 906">
              <a:extLst>
                <a:ext uri="{FF2B5EF4-FFF2-40B4-BE49-F238E27FC236}">
                  <a16:creationId xmlns:a16="http://schemas.microsoft.com/office/drawing/2014/main" id="{34723B9A-18CC-48F0-8184-96191E601F62}"/>
                </a:ext>
              </a:extLst>
            </p:cNvPr>
            <p:cNvSpPr/>
            <p:nvPr/>
          </p:nvSpPr>
          <p:spPr>
            <a:xfrm>
              <a:off x="1152275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Freeform: Shape 907">
              <a:extLst>
                <a:ext uri="{FF2B5EF4-FFF2-40B4-BE49-F238E27FC236}">
                  <a16:creationId xmlns:a16="http://schemas.microsoft.com/office/drawing/2014/main" id="{37787687-12EA-45F0-8D74-3C677AFE15A5}"/>
                </a:ext>
              </a:extLst>
            </p:cNvPr>
            <p:cNvSpPr/>
            <p:nvPr/>
          </p:nvSpPr>
          <p:spPr>
            <a:xfrm>
              <a:off x="1152275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Freeform: Shape 908">
              <a:extLst>
                <a:ext uri="{FF2B5EF4-FFF2-40B4-BE49-F238E27FC236}">
                  <a16:creationId xmlns:a16="http://schemas.microsoft.com/office/drawing/2014/main" id="{57302CFC-3627-4A08-9DB6-7A141CC96E43}"/>
                </a:ext>
              </a:extLst>
            </p:cNvPr>
            <p:cNvSpPr/>
            <p:nvPr/>
          </p:nvSpPr>
          <p:spPr>
            <a:xfrm>
              <a:off x="1152275" y="1876050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Freeform: Shape 909">
              <a:extLst>
                <a:ext uri="{FF2B5EF4-FFF2-40B4-BE49-F238E27FC236}">
                  <a16:creationId xmlns:a16="http://schemas.microsoft.com/office/drawing/2014/main" id="{12C8CFFC-9272-46CF-90D8-CAE95F9D564C}"/>
                </a:ext>
              </a:extLst>
            </p:cNvPr>
            <p:cNvSpPr/>
            <p:nvPr/>
          </p:nvSpPr>
          <p:spPr>
            <a:xfrm>
              <a:off x="1152275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Freeform: Shape 910">
              <a:extLst>
                <a:ext uri="{FF2B5EF4-FFF2-40B4-BE49-F238E27FC236}">
                  <a16:creationId xmlns:a16="http://schemas.microsoft.com/office/drawing/2014/main" id="{5102CD6E-10BD-422A-A35D-68239491EC8C}"/>
                </a:ext>
              </a:extLst>
            </p:cNvPr>
            <p:cNvSpPr/>
            <p:nvPr/>
          </p:nvSpPr>
          <p:spPr>
            <a:xfrm>
              <a:off x="1152275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Freeform: Shape 911">
              <a:extLst>
                <a:ext uri="{FF2B5EF4-FFF2-40B4-BE49-F238E27FC236}">
                  <a16:creationId xmlns:a16="http://schemas.microsoft.com/office/drawing/2014/main" id="{12454C1D-CA18-45D2-8877-65B14BAA888C}"/>
                </a:ext>
              </a:extLst>
            </p:cNvPr>
            <p:cNvSpPr/>
            <p:nvPr/>
          </p:nvSpPr>
          <p:spPr>
            <a:xfrm>
              <a:off x="1152275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Freeform: Shape 912">
              <a:extLst>
                <a:ext uri="{FF2B5EF4-FFF2-40B4-BE49-F238E27FC236}">
                  <a16:creationId xmlns:a16="http://schemas.microsoft.com/office/drawing/2014/main" id="{E56F3795-DFB9-4F6F-A3CD-8D442E69AFBC}"/>
                </a:ext>
              </a:extLst>
            </p:cNvPr>
            <p:cNvSpPr/>
            <p:nvPr/>
          </p:nvSpPr>
          <p:spPr>
            <a:xfrm>
              <a:off x="11522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Freeform: Shape 913">
              <a:extLst>
                <a:ext uri="{FF2B5EF4-FFF2-40B4-BE49-F238E27FC236}">
                  <a16:creationId xmlns:a16="http://schemas.microsoft.com/office/drawing/2014/main" id="{1BDC88EC-8D0C-44D5-96A2-667924DA9E2B}"/>
                </a:ext>
              </a:extLst>
            </p:cNvPr>
            <p:cNvSpPr/>
            <p:nvPr/>
          </p:nvSpPr>
          <p:spPr>
            <a:xfrm>
              <a:off x="1152275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Freeform: Shape 914">
              <a:extLst>
                <a:ext uri="{FF2B5EF4-FFF2-40B4-BE49-F238E27FC236}">
                  <a16:creationId xmlns:a16="http://schemas.microsoft.com/office/drawing/2014/main" id="{B90A8C66-71E0-4388-8CFC-27ACF60FBB36}"/>
                </a:ext>
              </a:extLst>
            </p:cNvPr>
            <p:cNvSpPr/>
            <p:nvPr/>
          </p:nvSpPr>
          <p:spPr>
            <a:xfrm>
              <a:off x="107605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Freeform: Shape 915">
              <a:extLst>
                <a:ext uri="{FF2B5EF4-FFF2-40B4-BE49-F238E27FC236}">
                  <a16:creationId xmlns:a16="http://schemas.microsoft.com/office/drawing/2014/main" id="{E82F8A20-F55F-4A45-87B9-6B936A1B6239}"/>
                </a:ext>
              </a:extLst>
            </p:cNvPr>
            <p:cNvSpPr/>
            <p:nvPr/>
          </p:nvSpPr>
          <p:spPr>
            <a:xfrm>
              <a:off x="10760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Freeform: Shape 916">
              <a:extLst>
                <a:ext uri="{FF2B5EF4-FFF2-40B4-BE49-F238E27FC236}">
                  <a16:creationId xmlns:a16="http://schemas.microsoft.com/office/drawing/2014/main" id="{380AEB8F-930A-4634-8A92-60B4D4B5C068}"/>
                </a:ext>
              </a:extLst>
            </p:cNvPr>
            <p:cNvSpPr/>
            <p:nvPr/>
          </p:nvSpPr>
          <p:spPr>
            <a:xfrm>
              <a:off x="10760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Freeform: Shape 917">
              <a:extLst>
                <a:ext uri="{FF2B5EF4-FFF2-40B4-BE49-F238E27FC236}">
                  <a16:creationId xmlns:a16="http://schemas.microsoft.com/office/drawing/2014/main" id="{98C554B5-8CEB-4E02-93C8-1E58437DE3FF}"/>
                </a:ext>
              </a:extLst>
            </p:cNvPr>
            <p:cNvSpPr/>
            <p:nvPr/>
          </p:nvSpPr>
          <p:spPr>
            <a:xfrm>
              <a:off x="10760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Freeform: Shape 918">
              <a:extLst>
                <a:ext uri="{FF2B5EF4-FFF2-40B4-BE49-F238E27FC236}">
                  <a16:creationId xmlns:a16="http://schemas.microsoft.com/office/drawing/2014/main" id="{4C7046AC-FAC4-4009-9575-7688D362ECD9}"/>
                </a:ext>
              </a:extLst>
            </p:cNvPr>
            <p:cNvSpPr/>
            <p:nvPr/>
          </p:nvSpPr>
          <p:spPr>
            <a:xfrm>
              <a:off x="10760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Freeform: Shape 919">
              <a:extLst>
                <a:ext uri="{FF2B5EF4-FFF2-40B4-BE49-F238E27FC236}">
                  <a16:creationId xmlns:a16="http://schemas.microsoft.com/office/drawing/2014/main" id="{8AA4C9B8-C809-4AEA-9EE6-60D93C53F501}"/>
                </a:ext>
              </a:extLst>
            </p:cNvPr>
            <p:cNvSpPr/>
            <p:nvPr/>
          </p:nvSpPr>
          <p:spPr>
            <a:xfrm>
              <a:off x="10760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Freeform: Shape 920">
              <a:extLst>
                <a:ext uri="{FF2B5EF4-FFF2-40B4-BE49-F238E27FC236}">
                  <a16:creationId xmlns:a16="http://schemas.microsoft.com/office/drawing/2014/main" id="{9DB85225-CE9A-4A2E-AE0A-70F9488FAC36}"/>
                </a:ext>
              </a:extLst>
            </p:cNvPr>
            <p:cNvSpPr/>
            <p:nvPr/>
          </p:nvSpPr>
          <p:spPr>
            <a:xfrm>
              <a:off x="107605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Freeform: Shape 921">
              <a:extLst>
                <a:ext uri="{FF2B5EF4-FFF2-40B4-BE49-F238E27FC236}">
                  <a16:creationId xmlns:a16="http://schemas.microsoft.com/office/drawing/2014/main" id="{EE33C4C1-99C2-4A8E-8486-6B419C4FA103}"/>
                </a:ext>
              </a:extLst>
            </p:cNvPr>
            <p:cNvSpPr/>
            <p:nvPr/>
          </p:nvSpPr>
          <p:spPr>
            <a:xfrm>
              <a:off x="10760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Freeform: Shape 922">
              <a:extLst>
                <a:ext uri="{FF2B5EF4-FFF2-40B4-BE49-F238E27FC236}">
                  <a16:creationId xmlns:a16="http://schemas.microsoft.com/office/drawing/2014/main" id="{6252A007-7175-4FD4-9330-1CC74D1D2F93}"/>
                </a:ext>
              </a:extLst>
            </p:cNvPr>
            <p:cNvSpPr/>
            <p:nvPr/>
          </p:nvSpPr>
          <p:spPr>
            <a:xfrm>
              <a:off x="10760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Freeform: Shape 923">
              <a:extLst>
                <a:ext uri="{FF2B5EF4-FFF2-40B4-BE49-F238E27FC236}">
                  <a16:creationId xmlns:a16="http://schemas.microsoft.com/office/drawing/2014/main" id="{F8A58F5B-C62F-4412-B870-B8F688F4EB6F}"/>
                </a:ext>
              </a:extLst>
            </p:cNvPr>
            <p:cNvSpPr/>
            <p:nvPr/>
          </p:nvSpPr>
          <p:spPr>
            <a:xfrm>
              <a:off x="10760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Freeform: Shape 924">
              <a:extLst>
                <a:ext uri="{FF2B5EF4-FFF2-40B4-BE49-F238E27FC236}">
                  <a16:creationId xmlns:a16="http://schemas.microsoft.com/office/drawing/2014/main" id="{9A75D313-9014-498C-ACB9-18BF2C1B4365}"/>
                </a:ext>
              </a:extLst>
            </p:cNvPr>
            <p:cNvSpPr/>
            <p:nvPr/>
          </p:nvSpPr>
          <p:spPr>
            <a:xfrm>
              <a:off x="10760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Freeform: Shape 925">
              <a:extLst>
                <a:ext uri="{FF2B5EF4-FFF2-40B4-BE49-F238E27FC236}">
                  <a16:creationId xmlns:a16="http://schemas.microsoft.com/office/drawing/2014/main" id="{F8723D43-9A97-4601-BB5E-549EC5DCDF0B}"/>
                </a:ext>
              </a:extLst>
            </p:cNvPr>
            <p:cNvSpPr/>
            <p:nvPr/>
          </p:nvSpPr>
          <p:spPr>
            <a:xfrm>
              <a:off x="10760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Freeform: Shape 926">
              <a:extLst>
                <a:ext uri="{FF2B5EF4-FFF2-40B4-BE49-F238E27FC236}">
                  <a16:creationId xmlns:a16="http://schemas.microsoft.com/office/drawing/2014/main" id="{6D4535A6-2A31-4F13-BE93-3202E4A7C6A4}"/>
                </a:ext>
              </a:extLst>
            </p:cNvPr>
            <p:cNvSpPr/>
            <p:nvPr/>
          </p:nvSpPr>
          <p:spPr>
            <a:xfrm>
              <a:off x="10760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Freeform: Shape 927">
              <a:extLst>
                <a:ext uri="{FF2B5EF4-FFF2-40B4-BE49-F238E27FC236}">
                  <a16:creationId xmlns:a16="http://schemas.microsoft.com/office/drawing/2014/main" id="{F90520C2-6453-47B4-A895-D3BA60A9909B}"/>
                </a:ext>
              </a:extLst>
            </p:cNvPr>
            <p:cNvSpPr/>
            <p:nvPr/>
          </p:nvSpPr>
          <p:spPr>
            <a:xfrm>
              <a:off x="10760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Freeform: Shape 928">
              <a:extLst>
                <a:ext uri="{FF2B5EF4-FFF2-40B4-BE49-F238E27FC236}">
                  <a16:creationId xmlns:a16="http://schemas.microsoft.com/office/drawing/2014/main" id="{D6270782-275E-42D2-9344-E883A12BC072}"/>
                </a:ext>
              </a:extLst>
            </p:cNvPr>
            <p:cNvSpPr/>
            <p:nvPr/>
          </p:nvSpPr>
          <p:spPr>
            <a:xfrm>
              <a:off x="107605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6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Freeform: Shape 929">
              <a:extLst>
                <a:ext uri="{FF2B5EF4-FFF2-40B4-BE49-F238E27FC236}">
                  <a16:creationId xmlns:a16="http://schemas.microsoft.com/office/drawing/2014/main" id="{9FBCDE85-F0BA-4E64-B45F-17BEDD88DA55}"/>
                </a:ext>
              </a:extLst>
            </p:cNvPr>
            <p:cNvSpPr/>
            <p:nvPr/>
          </p:nvSpPr>
          <p:spPr>
            <a:xfrm>
              <a:off x="10000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Freeform: Shape 930">
              <a:extLst>
                <a:ext uri="{FF2B5EF4-FFF2-40B4-BE49-F238E27FC236}">
                  <a16:creationId xmlns:a16="http://schemas.microsoft.com/office/drawing/2014/main" id="{255747E7-0B03-49A9-97A6-C608649B6850}"/>
                </a:ext>
              </a:extLst>
            </p:cNvPr>
            <p:cNvSpPr/>
            <p:nvPr/>
          </p:nvSpPr>
          <p:spPr>
            <a:xfrm>
              <a:off x="10000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Freeform: Shape 931">
              <a:extLst>
                <a:ext uri="{FF2B5EF4-FFF2-40B4-BE49-F238E27FC236}">
                  <a16:creationId xmlns:a16="http://schemas.microsoft.com/office/drawing/2014/main" id="{128AB5D6-CFCA-4447-B99F-51E847BA2D23}"/>
                </a:ext>
              </a:extLst>
            </p:cNvPr>
            <p:cNvSpPr/>
            <p:nvPr/>
          </p:nvSpPr>
          <p:spPr>
            <a:xfrm>
              <a:off x="10000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0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Freeform: Shape 932">
              <a:extLst>
                <a:ext uri="{FF2B5EF4-FFF2-40B4-BE49-F238E27FC236}">
                  <a16:creationId xmlns:a16="http://schemas.microsoft.com/office/drawing/2014/main" id="{82A7729F-B807-48B0-9354-FB0C2F833AA4}"/>
                </a:ext>
              </a:extLst>
            </p:cNvPr>
            <p:cNvSpPr/>
            <p:nvPr/>
          </p:nvSpPr>
          <p:spPr>
            <a:xfrm>
              <a:off x="100005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Freeform: Shape 933">
              <a:extLst>
                <a:ext uri="{FF2B5EF4-FFF2-40B4-BE49-F238E27FC236}">
                  <a16:creationId xmlns:a16="http://schemas.microsoft.com/office/drawing/2014/main" id="{B38158F3-8FD9-4E05-B356-5ED611587C50}"/>
                </a:ext>
              </a:extLst>
            </p:cNvPr>
            <p:cNvSpPr/>
            <p:nvPr/>
          </p:nvSpPr>
          <p:spPr>
            <a:xfrm>
              <a:off x="10000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Freeform: Shape 934">
              <a:extLst>
                <a:ext uri="{FF2B5EF4-FFF2-40B4-BE49-F238E27FC236}">
                  <a16:creationId xmlns:a16="http://schemas.microsoft.com/office/drawing/2014/main" id="{0277EB07-35A8-4411-ACE8-49F2E71E7285}"/>
                </a:ext>
              </a:extLst>
            </p:cNvPr>
            <p:cNvSpPr/>
            <p:nvPr/>
          </p:nvSpPr>
          <p:spPr>
            <a:xfrm>
              <a:off x="10000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Freeform: Shape 935">
              <a:extLst>
                <a:ext uri="{FF2B5EF4-FFF2-40B4-BE49-F238E27FC236}">
                  <a16:creationId xmlns:a16="http://schemas.microsoft.com/office/drawing/2014/main" id="{8E778F2E-8788-4B0A-B3BC-D6D352E6C2C1}"/>
                </a:ext>
              </a:extLst>
            </p:cNvPr>
            <p:cNvSpPr/>
            <p:nvPr/>
          </p:nvSpPr>
          <p:spPr>
            <a:xfrm>
              <a:off x="10000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Freeform: Shape 936">
              <a:extLst>
                <a:ext uri="{FF2B5EF4-FFF2-40B4-BE49-F238E27FC236}">
                  <a16:creationId xmlns:a16="http://schemas.microsoft.com/office/drawing/2014/main" id="{3C6CE759-4DFA-44A4-BD67-755371AEA644}"/>
                </a:ext>
              </a:extLst>
            </p:cNvPr>
            <p:cNvSpPr/>
            <p:nvPr/>
          </p:nvSpPr>
          <p:spPr>
            <a:xfrm>
              <a:off x="10000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2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Freeform: Shape 937">
              <a:extLst>
                <a:ext uri="{FF2B5EF4-FFF2-40B4-BE49-F238E27FC236}">
                  <a16:creationId xmlns:a16="http://schemas.microsoft.com/office/drawing/2014/main" id="{3B403AB4-3585-4EA1-B8CE-4DAB17A0A742}"/>
                </a:ext>
              </a:extLst>
            </p:cNvPr>
            <p:cNvSpPr/>
            <p:nvPr/>
          </p:nvSpPr>
          <p:spPr>
            <a:xfrm>
              <a:off x="10000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Freeform: Shape 938">
              <a:extLst>
                <a:ext uri="{FF2B5EF4-FFF2-40B4-BE49-F238E27FC236}">
                  <a16:creationId xmlns:a16="http://schemas.microsoft.com/office/drawing/2014/main" id="{F7782037-E46A-4950-A1FA-9A4651FC987B}"/>
                </a:ext>
              </a:extLst>
            </p:cNvPr>
            <p:cNvSpPr/>
            <p:nvPr/>
          </p:nvSpPr>
          <p:spPr>
            <a:xfrm>
              <a:off x="9238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Freeform: Shape 939">
              <a:extLst>
                <a:ext uri="{FF2B5EF4-FFF2-40B4-BE49-F238E27FC236}">
                  <a16:creationId xmlns:a16="http://schemas.microsoft.com/office/drawing/2014/main" id="{51253002-45A4-44F9-90F2-4E7C63FB7A2D}"/>
                </a:ext>
              </a:extLst>
            </p:cNvPr>
            <p:cNvSpPr/>
            <p:nvPr/>
          </p:nvSpPr>
          <p:spPr>
            <a:xfrm>
              <a:off x="9238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Freeform: Shape 940">
              <a:extLst>
                <a:ext uri="{FF2B5EF4-FFF2-40B4-BE49-F238E27FC236}">
                  <a16:creationId xmlns:a16="http://schemas.microsoft.com/office/drawing/2014/main" id="{841F1831-63DE-4326-8A4B-1F77EEDE3574}"/>
                </a:ext>
              </a:extLst>
            </p:cNvPr>
            <p:cNvSpPr/>
            <p:nvPr/>
          </p:nvSpPr>
          <p:spPr>
            <a:xfrm>
              <a:off x="92382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Freeform: Shape 941">
              <a:extLst>
                <a:ext uri="{FF2B5EF4-FFF2-40B4-BE49-F238E27FC236}">
                  <a16:creationId xmlns:a16="http://schemas.microsoft.com/office/drawing/2014/main" id="{F4669266-FB9F-4883-BE4D-FA9D72B6F80E}"/>
                </a:ext>
              </a:extLst>
            </p:cNvPr>
            <p:cNvSpPr/>
            <p:nvPr/>
          </p:nvSpPr>
          <p:spPr>
            <a:xfrm>
              <a:off x="9238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Freeform: Shape 942">
              <a:extLst>
                <a:ext uri="{FF2B5EF4-FFF2-40B4-BE49-F238E27FC236}">
                  <a16:creationId xmlns:a16="http://schemas.microsoft.com/office/drawing/2014/main" id="{77C8307C-EFC2-475D-B2DC-5CBA322C1062}"/>
                </a:ext>
              </a:extLst>
            </p:cNvPr>
            <p:cNvSpPr/>
            <p:nvPr/>
          </p:nvSpPr>
          <p:spPr>
            <a:xfrm>
              <a:off x="9238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Freeform: Shape 943">
              <a:extLst>
                <a:ext uri="{FF2B5EF4-FFF2-40B4-BE49-F238E27FC236}">
                  <a16:creationId xmlns:a16="http://schemas.microsoft.com/office/drawing/2014/main" id="{0DA465A1-D70B-4294-B8E3-807B0AF74C17}"/>
                </a:ext>
              </a:extLst>
            </p:cNvPr>
            <p:cNvSpPr/>
            <p:nvPr/>
          </p:nvSpPr>
          <p:spPr>
            <a:xfrm>
              <a:off x="9238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Freeform: Shape 944">
              <a:extLst>
                <a:ext uri="{FF2B5EF4-FFF2-40B4-BE49-F238E27FC236}">
                  <a16:creationId xmlns:a16="http://schemas.microsoft.com/office/drawing/2014/main" id="{FEF8A40E-1485-4D2D-B5CC-D953DC954298}"/>
                </a:ext>
              </a:extLst>
            </p:cNvPr>
            <p:cNvSpPr/>
            <p:nvPr/>
          </p:nvSpPr>
          <p:spPr>
            <a:xfrm>
              <a:off x="9238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Freeform: Shape 945">
              <a:extLst>
                <a:ext uri="{FF2B5EF4-FFF2-40B4-BE49-F238E27FC236}">
                  <a16:creationId xmlns:a16="http://schemas.microsoft.com/office/drawing/2014/main" id="{11E41F62-6AE9-4CEC-86E5-9C2AF9D4631F}"/>
                </a:ext>
              </a:extLst>
            </p:cNvPr>
            <p:cNvSpPr/>
            <p:nvPr/>
          </p:nvSpPr>
          <p:spPr>
            <a:xfrm>
              <a:off x="8476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Freeform: Shape 946">
              <a:extLst>
                <a:ext uri="{FF2B5EF4-FFF2-40B4-BE49-F238E27FC236}">
                  <a16:creationId xmlns:a16="http://schemas.microsoft.com/office/drawing/2014/main" id="{BB4792D2-D8C5-4FC5-AE27-309CF64DFA36}"/>
                </a:ext>
              </a:extLst>
            </p:cNvPr>
            <p:cNvSpPr/>
            <p:nvPr/>
          </p:nvSpPr>
          <p:spPr>
            <a:xfrm>
              <a:off x="8476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Freeform: Shape 947">
              <a:extLst>
                <a:ext uri="{FF2B5EF4-FFF2-40B4-BE49-F238E27FC236}">
                  <a16:creationId xmlns:a16="http://schemas.microsoft.com/office/drawing/2014/main" id="{B3BC3347-C645-4B0A-AB02-A777EC44F0CE}"/>
                </a:ext>
              </a:extLst>
            </p:cNvPr>
            <p:cNvSpPr/>
            <p:nvPr/>
          </p:nvSpPr>
          <p:spPr>
            <a:xfrm>
              <a:off x="8476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Freeform: Shape 948">
              <a:extLst>
                <a:ext uri="{FF2B5EF4-FFF2-40B4-BE49-F238E27FC236}">
                  <a16:creationId xmlns:a16="http://schemas.microsoft.com/office/drawing/2014/main" id="{98AEEF51-F5DB-4D46-8B09-A766430DBDAA}"/>
                </a:ext>
              </a:extLst>
            </p:cNvPr>
            <p:cNvSpPr/>
            <p:nvPr/>
          </p:nvSpPr>
          <p:spPr>
            <a:xfrm>
              <a:off x="8476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Freeform: Shape 949">
              <a:extLst>
                <a:ext uri="{FF2B5EF4-FFF2-40B4-BE49-F238E27FC236}">
                  <a16:creationId xmlns:a16="http://schemas.microsoft.com/office/drawing/2014/main" id="{A5D6FFDC-FC05-47C1-8237-D01344E6EF5A}"/>
                </a:ext>
              </a:extLst>
            </p:cNvPr>
            <p:cNvSpPr/>
            <p:nvPr/>
          </p:nvSpPr>
          <p:spPr>
            <a:xfrm>
              <a:off x="8476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Freeform: Shape 950">
              <a:extLst>
                <a:ext uri="{FF2B5EF4-FFF2-40B4-BE49-F238E27FC236}">
                  <a16:creationId xmlns:a16="http://schemas.microsoft.com/office/drawing/2014/main" id="{50626823-3F12-4804-892B-198318083B91}"/>
                </a:ext>
              </a:extLst>
            </p:cNvPr>
            <p:cNvSpPr/>
            <p:nvPr/>
          </p:nvSpPr>
          <p:spPr>
            <a:xfrm>
              <a:off x="8476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Freeform: Shape 951">
              <a:extLst>
                <a:ext uri="{FF2B5EF4-FFF2-40B4-BE49-F238E27FC236}">
                  <a16:creationId xmlns:a16="http://schemas.microsoft.com/office/drawing/2014/main" id="{78CA44C9-9755-415D-A97A-0B626C62AC1B}"/>
                </a:ext>
              </a:extLst>
            </p:cNvPr>
            <p:cNvSpPr/>
            <p:nvPr/>
          </p:nvSpPr>
          <p:spPr>
            <a:xfrm>
              <a:off x="7714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Freeform: Shape 952">
              <a:extLst>
                <a:ext uri="{FF2B5EF4-FFF2-40B4-BE49-F238E27FC236}">
                  <a16:creationId xmlns:a16="http://schemas.microsoft.com/office/drawing/2014/main" id="{C9990571-D340-40A2-9E33-885EE0DB0430}"/>
                </a:ext>
              </a:extLst>
            </p:cNvPr>
            <p:cNvSpPr/>
            <p:nvPr/>
          </p:nvSpPr>
          <p:spPr>
            <a:xfrm>
              <a:off x="7714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Freeform: Shape 953">
              <a:extLst>
                <a:ext uri="{FF2B5EF4-FFF2-40B4-BE49-F238E27FC236}">
                  <a16:creationId xmlns:a16="http://schemas.microsoft.com/office/drawing/2014/main" id="{7176FA96-AFC5-4834-985B-65834964C409}"/>
                </a:ext>
              </a:extLst>
            </p:cNvPr>
            <p:cNvSpPr/>
            <p:nvPr/>
          </p:nvSpPr>
          <p:spPr>
            <a:xfrm>
              <a:off x="7714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Freeform: Shape 954">
              <a:extLst>
                <a:ext uri="{FF2B5EF4-FFF2-40B4-BE49-F238E27FC236}">
                  <a16:creationId xmlns:a16="http://schemas.microsoft.com/office/drawing/2014/main" id="{DC19186E-BF62-4248-B5F0-B29E2BADCC77}"/>
                </a:ext>
              </a:extLst>
            </p:cNvPr>
            <p:cNvSpPr/>
            <p:nvPr/>
          </p:nvSpPr>
          <p:spPr>
            <a:xfrm>
              <a:off x="7714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Freeform: Shape 955">
              <a:extLst>
                <a:ext uri="{FF2B5EF4-FFF2-40B4-BE49-F238E27FC236}">
                  <a16:creationId xmlns:a16="http://schemas.microsoft.com/office/drawing/2014/main" id="{FA09933C-1BC8-48A1-8779-A16DB8EB55B5}"/>
                </a:ext>
              </a:extLst>
            </p:cNvPr>
            <p:cNvSpPr/>
            <p:nvPr/>
          </p:nvSpPr>
          <p:spPr>
            <a:xfrm>
              <a:off x="6952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Freeform: Shape 956">
              <a:extLst>
                <a:ext uri="{FF2B5EF4-FFF2-40B4-BE49-F238E27FC236}">
                  <a16:creationId xmlns:a16="http://schemas.microsoft.com/office/drawing/2014/main" id="{70281BD1-939B-4358-BD1B-53B24DBC2174}"/>
                </a:ext>
              </a:extLst>
            </p:cNvPr>
            <p:cNvSpPr/>
            <p:nvPr/>
          </p:nvSpPr>
          <p:spPr>
            <a:xfrm>
              <a:off x="6952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Freeform: Shape 957">
              <a:extLst>
                <a:ext uri="{FF2B5EF4-FFF2-40B4-BE49-F238E27FC236}">
                  <a16:creationId xmlns:a16="http://schemas.microsoft.com/office/drawing/2014/main" id="{3696E1E3-0E3A-444B-B93F-1C682676D8C9}"/>
                </a:ext>
              </a:extLst>
            </p:cNvPr>
            <p:cNvSpPr/>
            <p:nvPr/>
          </p:nvSpPr>
          <p:spPr>
            <a:xfrm>
              <a:off x="6952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Freeform: Shape 958">
              <a:extLst>
                <a:ext uri="{FF2B5EF4-FFF2-40B4-BE49-F238E27FC236}">
                  <a16:creationId xmlns:a16="http://schemas.microsoft.com/office/drawing/2014/main" id="{87EE9089-A5D7-4776-BC4C-800194B15D13}"/>
                </a:ext>
              </a:extLst>
            </p:cNvPr>
            <p:cNvSpPr/>
            <p:nvPr/>
          </p:nvSpPr>
          <p:spPr>
            <a:xfrm>
              <a:off x="6952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Freeform: Shape 959">
              <a:extLst>
                <a:ext uri="{FF2B5EF4-FFF2-40B4-BE49-F238E27FC236}">
                  <a16:creationId xmlns:a16="http://schemas.microsoft.com/office/drawing/2014/main" id="{9323C70B-38A5-4965-8B07-8873BB80724B}"/>
                </a:ext>
              </a:extLst>
            </p:cNvPr>
            <p:cNvSpPr/>
            <p:nvPr/>
          </p:nvSpPr>
          <p:spPr>
            <a:xfrm>
              <a:off x="6189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Freeform: Shape 960">
              <a:extLst>
                <a:ext uri="{FF2B5EF4-FFF2-40B4-BE49-F238E27FC236}">
                  <a16:creationId xmlns:a16="http://schemas.microsoft.com/office/drawing/2014/main" id="{3C444F2B-5331-4838-B45C-1720A3BBF8F2}"/>
                </a:ext>
              </a:extLst>
            </p:cNvPr>
            <p:cNvSpPr/>
            <p:nvPr/>
          </p:nvSpPr>
          <p:spPr>
            <a:xfrm>
              <a:off x="6189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Freeform: Shape 961">
              <a:extLst>
                <a:ext uri="{FF2B5EF4-FFF2-40B4-BE49-F238E27FC236}">
                  <a16:creationId xmlns:a16="http://schemas.microsoft.com/office/drawing/2014/main" id="{53347C83-DD79-4FEF-AE91-F7B5FA24C581}"/>
                </a:ext>
              </a:extLst>
            </p:cNvPr>
            <p:cNvSpPr/>
            <p:nvPr/>
          </p:nvSpPr>
          <p:spPr>
            <a:xfrm>
              <a:off x="6189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Freeform: Shape 962">
              <a:extLst>
                <a:ext uri="{FF2B5EF4-FFF2-40B4-BE49-F238E27FC236}">
                  <a16:creationId xmlns:a16="http://schemas.microsoft.com/office/drawing/2014/main" id="{9F9BA7CC-6E7A-43EF-AB21-9B881331F2BD}"/>
                </a:ext>
              </a:extLst>
            </p:cNvPr>
            <p:cNvSpPr/>
            <p:nvPr/>
          </p:nvSpPr>
          <p:spPr>
            <a:xfrm>
              <a:off x="6189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Freeform: Shape 963">
              <a:extLst>
                <a:ext uri="{FF2B5EF4-FFF2-40B4-BE49-F238E27FC236}">
                  <a16:creationId xmlns:a16="http://schemas.microsoft.com/office/drawing/2014/main" id="{1359F3B6-4DE3-4CD5-A444-ABC42ECDE001}"/>
                </a:ext>
              </a:extLst>
            </p:cNvPr>
            <p:cNvSpPr/>
            <p:nvPr/>
          </p:nvSpPr>
          <p:spPr>
            <a:xfrm>
              <a:off x="542775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Freeform: Shape 964">
              <a:extLst>
                <a:ext uri="{FF2B5EF4-FFF2-40B4-BE49-F238E27FC236}">
                  <a16:creationId xmlns:a16="http://schemas.microsoft.com/office/drawing/2014/main" id="{656235D6-4862-4D02-8B92-68122C8665B0}"/>
                </a:ext>
              </a:extLst>
            </p:cNvPr>
            <p:cNvSpPr/>
            <p:nvPr/>
          </p:nvSpPr>
          <p:spPr>
            <a:xfrm>
              <a:off x="542775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Freeform: Shape 965">
              <a:extLst>
                <a:ext uri="{FF2B5EF4-FFF2-40B4-BE49-F238E27FC236}">
                  <a16:creationId xmlns:a16="http://schemas.microsoft.com/office/drawing/2014/main" id="{31FF564C-EE10-4CB8-ACD7-2C9AB3AEF9C6}"/>
                </a:ext>
              </a:extLst>
            </p:cNvPr>
            <p:cNvSpPr/>
            <p:nvPr/>
          </p:nvSpPr>
          <p:spPr>
            <a:xfrm>
              <a:off x="542775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Freeform: Shape 966">
              <a:extLst>
                <a:ext uri="{FF2B5EF4-FFF2-40B4-BE49-F238E27FC236}">
                  <a16:creationId xmlns:a16="http://schemas.microsoft.com/office/drawing/2014/main" id="{0FDB2201-A271-42A9-A57D-9522E87C52DB}"/>
                </a:ext>
              </a:extLst>
            </p:cNvPr>
            <p:cNvSpPr/>
            <p:nvPr/>
          </p:nvSpPr>
          <p:spPr>
            <a:xfrm>
              <a:off x="5427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Freeform: Shape 967">
              <a:extLst>
                <a:ext uri="{FF2B5EF4-FFF2-40B4-BE49-F238E27FC236}">
                  <a16:creationId xmlns:a16="http://schemas.microsoft.com/office/drawing/2014/main" id="{1C587826-197B-438A-B69D-B9B241DC93C7}"/>
                </a:ext>
              </a:extLst>
            </p:cNvPr>
            <p:cNvSpPr/>
            <p:nvPr/>
          </p:nvSpPr>
          <p:spPr>
            <a:xfrm>
              <a:off x="4665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Freeform: Shape 968">
              <a:extLst>
                <a:ext uri="{FF2B5EF4-FFF2-40B4-BE49-F238E27FC236}">
                  <a16:creationId xmlns:a16="http://schemas.microsoft.com/office/drawing/2014/main" id="{CC4839AF-2B51-4CCA-B609-A1CDD26852B0}"/>
                </a:ext>
              </a:extLst>
            </p:cNvPr>
            <p:cNvSpPr/>
            <p:nvPr/>
          </p:nvSpPr>
          <p:spPr>
            <a:xfrm>
              <a:off x="4665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Freeform: Shape 969">
              <a:extLst>
                <a:ext uri="{FF2B5EF4-FFF2-40B4-BE49-F238E27FC236}">
                  <a16:creationId xmlns:a16="http://schemas.microsoft.com/office/drawing/2014/main" id="{A6814835-940B-49B2-9710-6CC218B49655}"/>
                </a:ext>
              </a:extLst>
            </p:cNvPr>
            <p:cNvSpPr/>
            <p:nvPr/>
          </p:nvSpPr>
          <p:spPr>
            <a:xfrm>
              <a:off x="4665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Freeform: Shape 970">
              <a:extLst>
                <a:ext uri="{FF2B5EF4-FFF2-40B4-BE49-F238E27FC236}">
                  <a16:creationId xmlns:a16="http://schemas.microsoft.com/office/drawing/2014/main" id="{D332EA12-D50E-4B76-881A-DB127255ADC2}"/>
                </a:ext>
              </a:extLst>
            </p:cNvPr>
            <p:cNvSpPr/>
            <p:nvPr/>
          </p:nvSpPr>
          <p:spPr>
            <a:xfrm>
              <a:off x="4665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Freeform: Shape 971">
              <a:extLst>
                <a:ext uri="{FF2B5EF4-FFF2-40B4-BE49-F238E27FC236}">
                  <a16:creationId xmlns:a16="http://schemas.microsoft.com/office/drawing/2014/main" id="{600F3742-E938-4E49-B4FD-CB18979ADD0A}"/>
                </a:ext>
              </a:extLst>
            </p:cNvPr>
            <p:cNvSpPr/>
            <p:nvPr/>
          </p:nvSpPr>
          <p:spPr>
            <a:xfrm>
              <a:off x="390550" y="1876050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3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Freeform: Shape 972">
              <a:extLst>
                <a:ext uri="{FF2B5EF4-FFF2-40B4-BE49-F238E27FC236}">
                  <a16:creationId xmlns:a16="http://schemas.microsoft.com/office/drawing/2014/main" id="{73876CAC-0260-4081-BB8B-54642F77CD8E}"/>
                </a:ext>
              </a:extLst>
            </p:cNvPr>
            <p:cNvSpPr/>
            <p:nvPr/>
          </p:nvSpPr>
          <p:spPr>
            <a:xfrm>
              <a:off x="390550" y="1799825"/>
              <a:ext cx="62350" cy="53300"/>
            </a:xfrm>
            <a:custGeom>
              <a:avLst/>
              <a:gdLst/>
              <a:ahLst/>
              <a:cxnLst/>
              <a:rect l="l" t="t" r="r" b="b"/>
              <a:pathLst>
                <a:path w="2494" h="2132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1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93" y="1150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Freeform: Shape 973">
              <a:extLst>
                <a:ext uri="{FF2B5EF4-FFF2-40B4-BE49-F238E27FC236}">
                  <a16:creationId xmlns:a16="http://schemas.microsoft.com/office/drawing/2014/main" id="{08FB3C0C-54A6-4C42-BB10-2DADF101D482}"/>
                </a:ext>
              </a:extLst>
            </p:cNvPr>
            <p:cNvSpPr/>
            <p:nvPr/>
          </p:nvSpPr>
          <p:spPr>
            <a:xfrm>
              <a:off x="39055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39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Freeform: Shape 974">
              <a:extLst>
                <a:ext uri="{FF2B5EF4-FFF2-40B4-BE49-F238E27FC236}">
                  <a16:creationId xmlns:a16="http://schemas.microsoft.com/office/drawing/2014/main" id="{E95A80D4-BB1E-486F-A591-5831F0C7D0B5}"/>
                </a:ext>
              </a:extLst>
            </p:cNvPr>
            <p:cNvSpPr/>
            <p:nvPr/>
          </p:nvSpPr>
          <p:spPr>
            <a:xfrm>
              <a:off x="39055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Freeform: Shape 975">
              <a:extLst>
                <a:ext uri="{FF2B5EF4-FFF2-40B4-BE49-F238E27FC236}">
                  <a16:creationId xmlns:a16="http://schemas.microsoft.com/office/drawing/2014/main" id="{A7681B6B-EAF1-4472-BD9B-0FEBE38C624C}"/>
                </a:ext>
              </a:extLst>
            </p:cNvPr>
            <p:cNvSpPr/>
            <p:nvPr/>
          </p:nvSpPr>
          <p:spPr>
            <a:xfrm>
              <a:off x="390550" y="1571400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3" y="1141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Freeform: Shape 976">
              <a:extLst>
                <a:ext uri="{FF2B5EF4-FFF2-40B4-BE49-F238E27FC236}">
                  <a16:creationId xmlns:a16="http://schemas.microsoft.com/office/drawing/2014/main" id="{975FB36B-CD72-4DBB-AFF6-FD102AFD01B3}"/>
                </a:ext>
              </a:extLst>
            </p:cNvPr>
            <p:cNvSpPr/>
            <p:nvPr/>
          </p:nvSpPr>
          <p:spPr>
            <a:xfrm>
              <a:off x="3143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Freeform: Shape 977">
              <a:extLst>
                <a:ext uri="{FF2B5EF4-FFF2-40B4-BE49-F238E27FC236}">
                  <a16:creationId xmlns:a16="http://schemas.microsoft.com/office/drawing/2014/main" id="{846450EE-D857-4196-97A8-2494947348F5}"/>
                </a:ext>
              </a:extLst>
            </p:cNvPr>
            <p:cNvSpPr/>
            <p:nvPr/>
          </p:nvSpPr>
          <p:spPr>
            <a:xfrm>
              <a:off x="3143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Freeform: Shape 978">
              <a:extLst>
                <a:ext uri="{FF2B5EF4-FFF2-40B4-BE49-F238E27FC236}">
                  <a16:creationId xmlns:a16="http://schemas.microsoft.com/office/drawing/2014/main" id="{ED11BDA5-CFA6-45ED-9973-D5E2B3E49420}"/>
                </a:ext>
              </a:extLst>
            </p:cNvPr>
            <p:cNvSpPr/>
            <p:nvPr/>
          </p:nvSpPr>
          <p:spPr>
            <a:xfrm>
              <a:off x="3143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Freeform: Shape 979">
              <a:extLst>
                <a:ext uri="{FF2B5EF4-FFF2-40B4-BE49-F238E27FC236}">
                  <a16:creationId xmlns:a16="http://schemas.microsoft.com/office/drawing/2014/main" id="{0CACE203-7400-4133-B763-AA15F38C9492}"/>
                </a:ext>
              </a:extLst>
            </p:cNvPr>
            <p:cNvSpPr/>
            <p:nvPr/>
          </p:nvSpPr>
          <p:spPr>
            <a:xfrm>
              <a:off x="3143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Freeform: Shape 980">
              <a:extLst>
                <a:ext uri="{FF2B5EF4-FFF2-40B4-BE49-F238E27FC236}">
                  <a16:creationId xmlns:a16="http://schemas.microsoft.com/office/drawing/2014/main" id="{33FD5DD0-3AF1-473A-A4E3-2B5C999AD39F}"/>
                </a:ext>
              </a:extLst>
            </p:cNvPr>
            <p:cNvSpPr/>
            <p:nvPr/>
          </p:nvSpPr>
          <p:spPr>
            <a:xfrm>
              <a:off x="3143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Freeform: Shape 981">
              <a:extLst>
                <a:ext uri="{FF2B5EF4-FFF2-40B4-BE49-F238E27FC236}">
                  <a16:creationId xmlns:a16="http://schemas.microsoft.com/office/drawing/2014/main" id="{4D78E0C8-1B5E-4AED-849E-C8EAF976EC4D}"/>
                </a:ext>
              </a:extLst>
            </p:cNvPr>
            <p:cNvSpPr/>
            <p:nvPr/>
          </p:nvSpPr>
          <p:spPr>
            <a:xfrm>
              <a:off x="314325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86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Freeform: Shape 982">
              <a:extLst>
                <a:ext uri="{FF2B5EF4-FFF2-40B4-BE49-F238E27FC236}">
                  <a16:creationId xmlns:a16="http://schemas.microsoft.com/office/drawing/2014/main" id="{2C300AE5-8F56-4D83-B38A-8548C2908027}"/>
                </a:ext>
              </a:extLst>
            </p:cNvPr>
            <p:cNvSpPr/>
            <p:nvPr/>
          </p:nvSpPr>
          <p:spPr>
            <a:xfrm>
              <a:off x="2381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Freeform: Shape 983">
              <a:extLst>
                <a:ext uri="{FF2B5EF4-FFF2-40B4-BE49-F238E27FC236}">
                  <a16:creationId xmlns:a16="http://schemas.microsoft.com/office/drawing/2014/main" id="{650F79D0-AF82-4EF2-8907-1611BDBFFEDF}"/>
                </a:ext>
              </a:extLst>
            </p:cNvPr>
            <p:cNvSpPr/>
            <p:nvPr/>
          </p:nvSpPr>
          <p:spPr>
            <a:xfrm>
              <a:off x="2381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Freeform: Shape 984">
              <a:extLst>
                <a:ext uri="{FF2B5EF4-FFF2-40B4-BE49-F238E27FC236}">
                  <a16:creationId xmlns:a16="http://schemas.microsoft.com/office/drawing/2014/main" id="{7798E0C1-62C6-412E-BC38-7981038BC145}"/>
                </a:ext>
              </a:extLst>
            </p:cNvPr>
            <p:cNvSpPr/>
            <p:nvPr/>
          </p:nvSpPr>
          <p:spPr>
            <a:xfrm>
              <a:off x="2381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Freeform: Shape 985">
              <a:extLst>
                <a:ext uri="{FF2B5EF4-FFF2-40B4-BE49-F238E27FC236}">
                  <a16:creationId xmlns:a16="http://schemas.microsoft.com/office/drawing/2014/main" id="{B894C5AE-A4F6-46FB-A98B-968578B8858F}"/>
                </a:ext>
              </a:extLst>
            </p:cNvPr>
            <p:cNvSpPr/>
            <p:nvPr/>
          </p:nvSpPr>
          <p:spPr>
            <a:xfrm>
              <a:off x="2381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Freeform: Shape 986">
              <a:extLst>
                <a:ext uri="{FF2B5EF4-FFF2-40B4-BE49-F238E27FC236}">
                  <a16:creationId xmlns:a16="http://schemas.microsoft.com/office/drawing/2014/main" id="{5C82705C-46F3-44DC-A521-7C4F6BD4CBE9}"/>
                </a:ext>
              </a:extLst>
            </p:cNvPr>
            <p:cNvSpPr/>
            <p:nvPr/>
          </p:nvSpPr>
          <p:spPr>
            <a:xfrm>
              <a:off x="442782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Freeform: Shape 987">
              <a:extLst>
                <a:ext uri="{FF2B5EF4-FFF2-40B4-BE49-F238E27FC236}">
                  <a16:creationId xmlns:a16="http://schemas.microsoft.com/office/drawing/2014/main" id="{7C02D7CC-C8D5-4BFF-B462-16AEE4E53AE8}"/>
                </a:ext>
              </a:extLst>
            </p:cNvPr>
            <p:cNvSpPr/>
            <p:nvPr/>
          </p:nvSpPr>
          <p:spPr>
            <a:xfrm>
              <a:off x="442782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Freeform: Shape 988">
              <a:extLst>
                <a:ext uri="{FF2B5EF4-FFF2-40B4-BE49-F238E27FC236}">
                  <a16:creationId xmlns:a16="http://schemas.microsoft.com/office/drawing/2014/main" id="{D180B23F-1383-45B8-BCC3-25D4D6981F87}"/>
                </a:ext>
              </a:extLst>
            </p:cNvPr>
            <p:cNvSpPr/>
            <p:nvPr/>
          </p:nvSpPr>
          <p:spPr>
            <a:xfrm>
              <a:off x="450405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Freeform: Shape 989">
              <a:extLst>
                <a:ext uri="{FF2B5EF4-FFF2-40B4-BE49-F238E27FC236}">
                  <a16:creationId xmlns:a16="http://schemas.microsoft.com/office/drawing/2014/main" id="{57925BBC-76B6-4303-A919-DA9638331F1A}"/>
                </a:ext>
              </a:extLst>
            </p:cNvPr>
            <p:cNvSpPr/>
            <p:nvPr/>
          </p:nvSpPr>
          <p:spPr>
            <a:xfrm>
              <a:off x="45040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Freeform: Shape 990">
              <a:extLst>
                <a:ext uri="{FF2B5EF4-FFF2-40B4-BE49-F238E27FC236}">
                  <a16:creationId xmlns:a16="http://schemas.microsoft.com/office/drawing/2014/main" id="{56990030-AD7B-460B-A032-3618A76D6C6C}"/>
                </a:ext>
              </a:extLst>
            </p:cNvPr>
            <p:cNvSpPr/>
            <p:nvPr/>
          </p:nvSpPr>
          <p:spPr>
            <a:xfrm>
              <a:off x="45802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Freeform: Shape 991">
              <a:extLst>
                <a:ext uri="{FF2B5EF4-FFF2-40B4-BE49-F238E27FC236}">
                  <a16:creationId xmlns:a16="http://schemas.microsoft.com/office/drawing/2014/main" id="{B14CBDF9-3CF1-4D53-886B-01BFEC8876D5}"/>
                </a:ext>
              </a:extLst>
            </p:cNvPr>
            <p:cNvSpPr/>
            <p:nvPr/>
          </p:nvSpPr>
          <p:spPr>
            <a:xfrm>
              <a:off x="450405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Freeform: Shape 992">
              <a:extLst>
                <a:ext uri="{FF2B5EF4-FFF2-40B4-BE49-F238E27FC236}">
                  <a16:creationId xmlns:a16="http://schemas.microsoft.com/office/drawing/2014/main" id="{402D79FE-435E-4213-A341-5F13D69B826E}"/>
                </a:ext>
              </a:extLst>
            </p:cNvPr>
            <p:cNvSpPr/>
            <p:nvPr/>
          </p:nvSpPr>
          <p:spPr>
            <a:xfrm>
              <a:off x="511335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Freeform: Shape 993">
              <a:extLst>
                <a:ext uri="{FF2B5EF4-FFF2-40B4-BE49-F238E27FC236}">
                  <a16:creationId xmlns:a16="http://schemas.microsoft.com/office/drawing/2014/main" id="{FCDA81C5-5D1E-458C-9986-45F1C48AF728}"/>
                </a:ext>
              </a:extLst>
            </p:cNvPr>
            <p:cNvSpPr/>
            <p:nvPr/>
          </p:nvSpPr>
          <p:spPr>
            <a:xfrm>
              <a:off x="511335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Freeform: Shape 994">
              <a:extLst>
                <a:ext uri="{FF2B5EF4-FFF2-40B4-BE49-F238E27FC236}">
                  <a16:creationId xmlns:a16="http://schemas.microsoft.com/office/drawing/2014/main" id="{5C5079A4-DAC7-4B2B-A019-90B4C6F49FE5}"/>
                </a:ext>
              </a:extLst>
            </p:cNvPr>
            <p:cNvSpPr/>
            <p:nvPr/>
          </p:nvSpPr>
          <p:spPr>
            <a:xfrm>
              <a:off x="511335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Freeform: Shape 995">
              <a:extLst>
                <a:ext uri="{FF2B5EF4-FFF2-40B4-BE49-F238E27FC236}">
                  <a16:creationId xmlns:a16="http://schemas.microsoft.com/office/drawing/2014/main" id="{91B9E205-4AB0-4FD8-A09D-AAF75DED7557}"/>
                </a:ext>
              </a:extLst>
            </p:cNvPr>
            <p:cNvSpPr/>
            <p:nvPr/>
          </p:nvSpPr>
          <p:spPr>
            <a:xfrm>
              <a:off x="511335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Freeform: Shape 996">
              <a:extLst>
                <a:ext uri="{FF2B5EF4-FFF2-40B4-BE49-F238E27FC236}">
                  <a16:creationId xmlns:a16="http://schemas.microsoft.com/office/drawing/2014/main" id="{BBC56613-651C-407C-9F1F-4F1CB4D4610C}"/>
                </a:ext>
              </a:extLst>
            </p:cNvPr>
            <p:cNvSpPr/>
            <p:nvPr/>
          </p:nvSpPr>
          <p:spPr>
            <a:xfrm>
              <a:off x="5113350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Freeform: Shape 997">
              <a:extLst>
                <a:ext uri="{FF2B5EF4-FFF2-40B4-BE49-F238E27FC236}">
                  <a16:creationId xmlns:a16="http://schemas.microsoft.com/office/drawing/2014/main" id="{1E5DE5C5-8060-4DF1-8248-86F2F41C8C0F}"/>
                </a:ext>
              </a:extLst>
            </p:cNvPr>
            <p:cNvSpPr/>
            <p:nvPr/>
          </p:nvSpPr>
          <p:spPr>
            <a:xfrm>
              <a:off x="5113350" y="18760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Freeform: Shape 998">
              <a:extLst>
                <a:ext uri="{FF2B5EF4-FFF2-40B4-BE49-F238E27FC236}">
                  <a16:creationId xmlns:a16="http://schemas.microsoft.com/office/drawing/2014/main" id="{09167920-2557-4EA4-A915-1E81D3CD77AB}"/>
                </a:ext>
              </a:extLst>
            </p:cNvPr>
            <p:cNvSpPr/>
            <p:nvPr/>
          </p:nvSpPr>
          <p:spPr>
            <a:xfrm>
              <a:off x="5113350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9"/>
                    <a:pt x="8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Freeform: Shape 999">
              <a:extLst>
                <a:ext uri="{FF2B5EF4-FFF2-40B4-BE49-F238E27FC236}">
                  <a16:creationId xmlns:a16="http://schemas.microsoft.com/office/drawing/2014/main" id="{AE1EC848-B7D9-4774-9B5B-B27A29A92DCB}"/>
                </a:ext>
              </a:extLst>
            </p:cNvPr>
            <p:cNvSpPr/>
            <p:nvPr/>
          </p:nvSpPr>
          <p:spPr>
            <a:xfrm>
              <a:off x="5113350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Freeform: Shape 1000">
              <a:extLst>
                <a:ext uri="{FF2B5EF4-FFF2-40B4-BE49-F238E27FC236}">
                  <a16:creationId xmlns:a16="http://schemas.microsoft.com/office/drawing/2014/main" id="{D03649B7-2B8A-46AD-B7BF-13A18332E194}"/>
                </a:ext>
              </a:extLst>
            </p:cNvPr>
            <p:cNvSpPr/>
            <p:nvPr/>
          </p:nvSpPr>
          <p:spPr>
            <a:xfrm>
              <a:off x="5113350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Freeform: Shape 1001">
              <a:extLst>
                <a:ext uri="{FF2B5EF4-FFF2-40B4-BE49-F238E27FC236}">
                  <a16:creationId xmlns:a16="http://schemas.microsoft.com/office/drawing/2014/main" id="{05B62AB6-8ED3-46CD-BE85-B0F9C53C97E5}"/>
                </a:ext>
              </a:extLst>
            </p:cNvPr>
            <p:cNvSpPr/>
            <p:nvPr/>
          </p:nvSpPr>
          <p:spPr>
            <a:xfrm>
              <a:off x="5113350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Freeform: Shape 1002">
              <a:extLst>
                <a:ext uri="{FF2B5EF4-FFF2-40B4-BE49-F238E27FC236}">
                  <a16:creationId xmlns:a16="http://schemas.microsoft.com/office/drawing/2014/main" id="{3C7105B5-45BD-479F-8B46-1D99414FD0F8}"/>
                </a:ext>
              </a:extLst>
            </p:cNvPr>
            <p:cNvSpPr/>
            <p:nvPr/>
          </p:nvSpPr>
          <p:spPr>
            <a:xfrm>
              <a:off x="511335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83" y="0"/>
                  </a:moveTo>
                  <a:cubicBezTo>
                    <a:pt x="1080" y="0"/>
                    <a:pt x="1077" y="0"/>
                    <a:pt x="1073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8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Freeform: Shape 1003">
              <a:extLst>
                <a:ext uri="{FF2B5EF4-FFF2-40B4-BE49-F238E27FC236}">
                  <a16:creationId xmlns:a16="http://schemas.microsoft.com/office/drawing/2014/main" id="{3DB6898E-FD80-42D7-BB3B-4C849E711B1C}"/>
                </a:ext>
              </a:extLst>
            </p:cNvPr>
            <p:cNvSpPr/>
            <p:nvPr/>
          </p:nvSpPr>
          <p:spPr>
            <a:xfrm>
              <a:off x="5113350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Freeform: Shape 1004">
              <a:extLst>
                <a:ext uri="{FF2B5EF4-FFF2-40B4-BE49-F238E27FC236}">
                  <a16:creationId xmlns:a16="http://schemas.microsoft.com/office/drawing/2014/main" id="{25B00EDB-787D-441A-B5EF-C2B9ACB94528}"/>
                </a:ext>
              </a:extLst>
            </p:cNvPr>
            <p:cNvSpPr/>
            <p:nvPr/>
          </p:nvSpPr>
          <p:spPr>
            <a:xfrm>
              <a:off x="5113350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Freeform: Shape 1005">
              <a:extLst>
                <a:ext uri="{FF2B5EF4-FFF2-40B4-BE49-F238E27FC236}">
                  <a16:creationId xmlns:a16="http://schemas.microsoft.com/office/drawing/2014/main" id="{A9990B42-CB94-4E09-A29E-DAE54B1D2AA8}"/>
                </a:ext>
              </a:extLst>
            </p:cNvPr>
            <p:cNvSpPr/>
            <p:nvPr/>
          </p:nvSpPr>
          <p:spPr>
            <a:xfrm>
              <a:off x="5113350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73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Freeform: Shape 1006">
              <a:extLst>
                <a:ext uri="{FF2B5EF4-FFF2-40B4-BE49-F238E27FC236}">
                  <a16:creationId xmlns:a16="http://schemas.microsoft.com/office/drawing/2014/main" id="{54CA7C6A-BE9E-4AF0-8C41-F4706DB87F62}"/>
                </a:ext>
              </a:extLst>
            </p:cNvPr>
            <p:cNvSpPr/>
            <p:nvPr/>
          </p:nvSpPr>
          <p:spPr>
            <a:xfrm>
              <a:off x="47324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Freeform: Shape 1007">
              <a:extLst>
                <a:ext uri="{FF2B5EF4-FFF2-40B4-BE49-F238E27FC236}">
                  <a16:creationId xmlns:a16="http://schemas.microsoft.com/office/drawing/2014/main" id="{4EF4F8DC-AA58-4E57-A67B-06ADAAE9DD10}"/>
                </a:ext>
              </a:extLst>
            </p:cNvPr>
            <p:cNvSpPr/>
            <p:nvPr/>
          </p:nvSpPr>
          <p:spPr>
            <a:xfrm>
              <a:off x="47324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Freeform: Shape 1008">
              <a:extLst>
                <a:ext uri="{FF2B5EF4-FFF2-40B4-BE49-F238E27FC236}">
                  <a16:creationId xmlns:a16="http://schemas.microsoft.com/office/drawing/2014/main" id="{7E98EE27-2B57-4AEB-90B5-989D6B078323}"/>
                </a:ext>
              </a:extLst>
            </p:cNvPr>
            <p:cNvSpPr/>
            <p:nvPr/>
          </p:nvSpPr>
          <p:spPr>
            <a:xfrm>
              <a:off x="47324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Freeform: Shape 1009">
              <a:extLst>
                <a:ext uri="{FF2B5EF4-FFF2-40B4-BE49-F238E27FC236}">
                  <a16:creationId xmlns:a16="http://schemas.microsoft.com/office/drawing/2014/main" id="{3547E631-2E33-4B2C-B084-64B458340D71}"/>
                </a:ext>
              </a:extLst>
            </p:cNvPr>
            <p:cNvSpPr/>
            <p:nvPr/>
          </p:nvSpPr>
          <p:spPr>
            <a:xfrm>
              <a:off x="47324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Freeform: Shape 1010">
              <a:extLst>
                <a:ext uri="{FF2B5EF4-FFF2-40B4-BE49-F238E27FC236}">
                  <a16:creationId xmlns:a16="http://schemas.microsoft.com/office/drawing/2014/main" id="{A4B8BB43-F12F-4F4C-8748-558C80DE20CC}"/>
                </a:ext>
              </a:extLst>
            </p:cNvPr>
            <p:cNvSpPr/>
            <p:nvPr/>
          </p:nvSpPr>
          <p:spPr>
            <a:xfrm>
              <a:off x="47324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Freeform: Shape 1011">
              <a:extLst>
                <a:ext uri="{FF2B5EF4-FFF2-40B4-BE49-F238E27FC236}">
                  <a16:creationId xmlns:a16="http://schemas.microsoft.com/office/drawing/2014/main" id="{0B96FEFA-9F5C-4167-B2DB-6D0B3C35211D}"/>
                </a:ext>
              </a:extLst>
            </p:cNvPr>
            <p:cNvSpPr/>
            <p:nvPr/>
          </p:nvSpPr>
          <p:spPr>
            <a:xfrm>
              <a:off x="4732475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Freeform: Shape 1012">
              <a:extLst>
                <a:ext uri="{FF2B5EF4-FFF2-40B4-BE49-F238E27FC236}">
                  <a16:creationId xmlns:a16="http://schemas.microsoft.com/office/drawing/2014/main" id="{78A29020-42E9-4B35-A5E1-C9235C2FB95D}"/>
                </a:ext>
              </a:extLst>
            </p:cNvPr>
            <p:cNvSpPr/>
            <p:nvPr/>
          </p:nvSpPr>
          <p:spPr>
            <a:xfrm>
              <a:off x="47324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Freeform: Shape 1013">
              <a:extLst>
                <a:ext uri="{FF2B5EF4-FFF2-40B4-BE49-F238E27FC236}">
                  <a16:creationId xmlns:a16="http://schemas.microsoft.com/office/drawing/2014/main" id="{7E5F7E62-3B96-44EB-8500-2B75A36A2B2B}"/>
                </a:ext>
              </a:extLst>
            </p:cNvPr>
            <p:cNvSpPr/>
            <p:nvPr/>
          </p:nvSpPr>
          <p:spPr>
            <a:xfrm>
              <a:off x="47324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Freeform: Shape 1014">
              <a:extLst>
                <a:ext uri="{FF2B5EF4-FFF2-40B4-BE49-F238E27FC236}">
                  <a16:creationId xmlns:a16="http://schemas.microsoft.com/office/drawing/2014/main" id="{5A5C4B2B-D7DE-4775-880E-42C628CC1898}"/>
                </a:ext>
              </a:extLst>
            </p:cNvPr>
            <p:cNvSpPr/>
            <p:nvPr/>
          </p:nvSpPr>
          <p:spPr>
            <a:xfrm>
              <a:off x="47324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Freeform: Shape 1015">
              <a:extLst>
                <a:ext uri="{FF2B5EF4-FFF2-40B4-BE49-F238E27FC236}">
                  <a16:creationId xmlns:a16="http://schemas.microsoft.com/office/drawing/2014/main" id="{C4BD5EEE-E7BC-4961-98F8-3A570C4EB7A5}"/>
                </a:ext>
              </a:extLst>
            </p:cNvPr>
            <p:cNvSpPr/>
            <p:nvPr/>
          </p:nvSpPr>
          <p:spPr>
            <a:xfrm>
              <a:off x="47324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Freeform: Shape 1016">
              <a:extLst>
                <a:ext uri="{FF2B5EF4-FFF2-40B4-BE49-F238E27FC236}">
                  <a16:creationId xmlns:a16="http://schemas.microsoft.com/office/drawing/2014/main" id="{909A0B9A-C2CD-42D8-821B-D17472C8C1F3}"/>
                </a:ext>
              </a:extLst>
            </p:cNvPr>
            <p:cNvSpPr/>
            <p:nvPr/>
          </p:nvSpPr>
          <p:spPr>
            <a:xfrm>
              <a:off x="47324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Freeform: Shape 1017">
              <a:extLst>
                <a:ext uri="{FF2B5EF4-FFF2-40B4-BE49-F238E27FC236}">
                  <a16:creationId xmlns:a16="http://schemas.microsoft.com/office/drawing/2014/main" id="{CCC455A0-27B6-4B89-8ED6-3B0CB585679D}"/>
                </a:ext>
              </a:extLst>
            </p:cNvPr>
            <p:cNvSpPr/>
            <p:nvPr/>
          </p:nvSpPr>
          <p:spPr>
            <a:xfrm>
              <a:off x="47324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Freeform: Shape 1018">
              <a:extLst>
                <a:ext uri="{FF2B5EF4-FFF2-40B4-BE49-F238E27FC236}">
                  <a16:creationId xmlns:a16="http://schemas.microsoft.com/office/drawing/2014/main" id="{F0D03AB4-6154-49A5-8F23-0F32495B0772}"/>
                </a:ext>
              </a:extLst>
            </p:cNvPr>
            <p:cNvSpPr/>
            <p:nvPr/>
          </p:nvSpPr>
          <p:spPr>
            <a:xfrm>
              <a:off x="435160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Freeform: Shape 1019">
              <a:extLst>
                <a:ext uri="{FF2B5EF4-FFF2-40B4-BE49-F238E27FC236}">
                  <a16:creationId xmlns:a16="http://schemas.microsoft.com/office/drawing/2014/main" id="{D5319002-69ED-411E-BF55-1F853CB2C3C9}"/>
                </a:ext>
              </a:extLst>
            </p:cNvPr>
            <p:cNvSpPr/>
            <p:nvPr/>
          </p:nvSpPr>
          <p:spPr>
            <a:xfrm>
              <a:off x="435160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Freeform: Shape 1020">
              <a:extLst>
                <a:ext uri="{FF2B5EF4-FFF2-40B4-BE49-F238E27FC236}">
                  <a16:creationId xmlns:a16="http://schemas.microsoft.com/office/drawing/2014/main" id="{4736F80C-2794-421E-8950-083F8239939F}"/>
                </a:ext>
              </a:extLst>
            </p:cNvPr>
            <p:cNvSpPr/>
            <p:nvPr/>
          </p:nvSpPr>
          <p:spPr>
            <a:xfrm>
              <a:off x="435160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Freeform: Shape 1021">
              <a:extLst>
                <a:ext uri="{FF2B5EF4-FFF2-40B4-BE49-F238E27FC236}">
                  <a16:creationId xmlns:a16="http://schemas.microsoft.com/office/drawing/2014/main" id="{BB9A6C6B-C4D6-40C9-B69E-69CDA9DCC5CF}"/>
                </a:ext>
              </a:extLst>
            </p:cNvPr>
            <p:cNvSpPr/>
            <p:nvPr/>
          </p:nvSpPr>
          <p:spPr>
            <a:xfrm>
              <a:off x="43516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Freeform: Shape 1022">
              <a:extLst>
                <a:ext uri="{FF2B5EF4-FFF2-40B4-BE49-F238E27FC236}">
                  <a16:creationId xmlns:a16="http://schemas.microsoft.com/office/drawing/2014/main" id="{C4906845-6894-4940-AEB7-CB581EA131AC}"/>
                </a:ext>
              </a:extLst>
            </p:cNvPr>
            <p:cNvSpPr/>
            <p:nvPr/>
          </p:nvSpPr>
          <p:spPr>
            <a:xfrm>
              <a:off x="442782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Freeform: Shape 1023">
              <a:extLst>
                <a:ext uri="{FF2B5EF4-FFF2-40B4-BE49-F238E27FC236}">
                  <a16:creationId xmlns:a16="http://schemas.microsoft.com/office/drawing/2014/main" id="{CC905E87-7D71-4604-9D0C-B0E424B2040E}"/>
                </a:ext>
              </a:extLst>
            </p:cNvPr>
            <p:cNvSpPr/>
            <p:nvPr/>
          </p:nvSpPr>
          <p:spPr>
            <a:xfrm>
              <a:off x="44278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Freeform: Shape 1024">
              <a:extLst>
                <a:ext uri="{FF2B5EF4-FFF2-40B4-BE49-F238E27FC236}">
                  <a16:creationId xmlns:a16="http://schemas.microsoft.com/office/drawing/2014/main" id="{955E463B-3104-446C-8642-F3D56463C000}"/>
                </a:ext>
              </a:extLst>
            </p:cNvPr>
            <p:cNvSpPr/>
            <p:nvPr/>
          </p:nvSpPr>
          <p:spPr>
            <a:xfrm>
              <a:off x="45040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Freeform: Shape 1025">
              <a:extLst>
                <a:ext uri="{FF2B5EF4-FFF2-40B4-BE49-F238E27FC236}">
                  <a16:creationId xmlns:a16="http://schemas.microsoft.com/office/drawing/2014/main" id="{FE9546CB-2107-473A-ACE1-0E833D1A862C}"/>
                </a:ext>
              </a:extLst>
            </p:cNvPr>
            <p:cNvSpPr/>
            <p:nvPr/>
          </p:nvSpPr>
          <p:spPr>
            <a:xfrm>
              <a:off x="45040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Freeform: Shape 1026">
              <a:extLst>
                <a:ext uri="{FF2B5EF4-FFF2-40B4-BE49-F238E27FC236}">
                  <a16:creationId xmlns:a16="http://schemas.microsoft.com/office/drawing/2014/main" id="{C8A7EAE2-2943-4080-8884-42B415469E4B}"/>
                </a:ext>
              </a:extLst>
            </p:cNvPr>
            <p:cNvSpPr/>
            <p:nvPr/>
          </p:nvSpPr>
          <p:spPr>
            <a:xfrm>
              <a:off x="45040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Freeform: Shape 1027">
              <a:extLst>
                <a:ext uri="{FF2B5EF4-FFF2-40B4-BE49-F238E27FC236}">
                  <a16:creationId xmlns:a16="http://schemas.microsoft.com/office/drawing/2014/main" id="{8859188E-20A4-41CB-AD5E-3C0CC7331302}"/>
                </a:ext>
              </a:extLst>
            </p:cNvPr>
            <p:cNvSpPr/>
            <p:nvPr/>
          </p:nvSpPr>
          <p:spPr>
            <a:xfrm>
              <a:off x="45040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Freeform: Shape 1028">
              <a:extLst>
                <a:ext uri="{FF2B5EF4-FFF2-40B4-BE49-F238E27FC236}">
                  <a16:creationId xmlns:a16="http://schemas.microsoft.com/office/drawing/2014/main" id="{7485A54D-D9D8-4CF8-93CE-C5B407421E44}"/>
                </a:ext>
              </a:extLst>
            </p:cNvPr>
            <p:cNvSpPr/>
            <p:nvPr/>
          </p:nvSpPr>
          <p:spPr>
            <a:xfrm>
              <a:off x="4504050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Freeform: Shape 1029">
              <a:extLst>
                <a:ext uri="{FF2B5EF4-FFF2-40B4-BE49-F238E27FC236}">
                  <a16:creationId xmlns:a16="http://schemas.microsoft.com/office/drawing/2014/main" id="{3152F24F-236B-4E27-AA84-24D279BAC2EA}"/>
                </a:ext>
              </a:extLst>
            </p:cNvPr>
            <p:cNvSpPr/>
            <p:nvPr/>
          </p:nvSpPr>
          <p:spPr>
            <a:xfrm>
              <a:off x="45040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Freeform: Shape 1030">
              <a:extLst>
                <a:ext uri="{FF2B5EF4-FFF2-40B4-BE49-F238E27FC236}">
                  <a16:creationId xmlns:a16="http://schemas.microsoft.com/office/drawing/2014/main" id="{50130187-A602-4497-89F6-9234D022D2F6}"/>
                </a:ext>
              </a:extLst>
            </p:cNvPr>
            <p:cNvSpPr/>
            <p:nvPr/>
          </p:nvSpPr>
          <p:spPr>
            <a:xfrm>
              <a:off x="45040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Freeform: Shape 1031">
              <a:extLst>
                <a:ext uri="{FF2B5EF4-FFF2-40B4-BE49-F238E27FC236}">
                  <a16:creationId xmlns:a16="http://schemas.microsoft.com/office/drawing/2014/main" id="{C6F8B26E-F7D5-4762-B9B6-7A58B430AD92}"/>
                </a:ext>
              </a:extLst>
            </p:cNvPr>
            <p:cNvSpPr/>
            <p:nvPr/>
          </p:nvSpPr>
          <p:spPr>
            <a:xfrm>
              <a:off x="45040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Freeform: Shape 1032">
              <a:extLst>
                <a:ext uri="{FF2B5EF4-FFF2-40B4-BE49-F238E27FC236}">
                  <a16:creationId xmlns:a16="http://schemas.microsoft.com/office/drawing/2014/main" id="{36DD0B45-4CB9-48F9-BA74-C1A01A2F3262}"/>
                </a:ext>
              </a:extLst>
            </p:cNvPr>
            <p:cNvSpPr/>
            <p:nvPr/>
          </p:nvSpPr>
          <p:spPr>
            <a:xfrm>
              <a:off x="45040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Freeform: Shape 1033">
              <a:extLst>
                <a:ext uri="{FF2B5EF4-FFF2-40B4-BE49-F238E27FC236}">
                  <a16:creationId xmlns:a16="http://schemas.microsoft.com/office/drawing/2014/main" id="{C4B1B058-B685-4026-AC3F-299E30B2F461}"/>
                </a:ext>
              </a:extLst>
            </p:cNvPr>
            <p:cNvSpPr/>
            <p:nvPr/>
          </p:nvSpPr>
          <p:spPr>
            <a:xfrm>
              <a:off x="45040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493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Freeform: Shape 1034">
              <a:extLst>
                <a:ext uri="{FF2B5EF4-FFF2-40B4-BE49-F238E27FC236}">
                  <a16:creationId xmlns:a16="http://schemas.microsoft.com/office/drawing/2014/main" id="{8F377DC0-003C-433D-82A7-7E78CE4EE28E}"/>
                </a:ext>
              </a:extLst>
            </p:cNvPr>
            <p:cNvSpPr/>
            <p:nvPr/>
          </p:nvSpPr>
          <p:spPr>
            <a:xfrm>
              <a:off x="45040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Freeform: Shape 1035">
              <a:extLst>
                <a:ext uri="{FF2B5EF4-FFF2-40B4-BE49-F238E27FC236}">
                  <a16:creationId xmlns:a16="http://schemas.microsoft.com/office/drawing/2014/main" id="{522E2364-9B19-4630-AA58-7B0F7C70824E}"/>
                </a:ext>
              </a:extLst>
            </p:cNvPr>
            <p:cNvSpPr/>
            <p:nvPr/>
          </p:nvSpPr>
          <p:spPr>
            <a:xfrm>
              <a:off x="45040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Freeform: Shape 1036">
              <a:extLst>
                <a:ext uri="{FF2B5EF4-FFF2-40B4-BE49-F238E27FC236}">
                  <a16:creationId xmlns:a16="http://schemas.microsoft.com/office/drawing/2014/main" id="{4AED5DD1-1D6F-4656-BD2D-702EAF851E6C}"/>
                </a:ext>
              </a:extLst>
            </p:cNvPr>
            <p:cNvSpPr/>
            <p:nvPr/>
          </p:nvSpPr>
          <p:spPr>
            <a:xfrm>
              <a:off x="45802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Freeform: Shape 1037">
              <a:extLst>
                <a:ext uri="{FF2B5EF4-FFF2-40B4-BE49-F238E27FC236}">
                  <a16:creationId xmlns:a16="http://schemas.microsoft.com/office/drawing/2014/main" id="{CA1C2DD0-83D4-4803-AB2A-711F13BDFC82}"/>
                </a:ext>
              </a:extLst>
            </p:cNvPr>
            <p:cNvSpPr/>
            <p:nvPr/>
          </p:nvSpPr>
          <p:spPr>
            <a:xfrm>
              <a:off x="45802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Freeform: Shape 1038">
              <a:extLst>
                <a:ext uri="{FF2B5EF4-FFF2-40B4-BE49-F238E27FC236}">
                  <a16:creationId xmlns:a16="http://schemas.microsoft.com/office/drawing/2014/main" id="{FAAAE141-4790-4A15-BF4A-A5A6F78F0564}"/>
                </a:ext>
              </a:extLst>
            </p:cNvPr>
            <p:cNvSpPr/>
            <p:nvPr/>
          </p:nvSpPr>
          <p:spPr>
            <a:xfrm>
              <a:off x="45802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Freeform: Shape 1039">
              <a:extLst>
                <a:ext uri="{FF2B5EF4-FFF2-40B4-BE49-F238E27FC236}">
                  <a16:creationId xmlns:a16="http://schemas.microsoft.com/office/drawing/2014/main" id="{C703BFC5-5028-484B-93AF-1B84A8246E23}"/>
                </a:ext>
              </a:extLst>
            </p:cNvPr>
            <p:cNvSpPr/>
            <p:nvPr/>
          </p:nvSpPr>
          <p:spPr>
            <a:xfrm>
              <a:off x="45802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Freeform: Shape 1040">
              <a:extLst>
                <a:ext uri="{FF2B5EF4-FFF2-40B4-BE49-F238E27FC236}">
                  <a16:creationId xmlns:a16="http://schemas.microsoft.com/office/drawing/2014/main" id="{4EDDFD20-2EA0-4B54-9874-AFE96F0E52F9}"/>
                </a:ext>
              </a:extLst>
            </p:cNvPr>
            <p:cNvSpPr/>
            <p:nvPr/>
          </p:nvSpPr>
          <p:spPr>
            <a:xfrm>
              <a:off x="45802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Freeform: Shape 1041">
              <a:extLst>
                <a:ext uri="{FF2B5EF4-FFF2-40B4-BE49-F238E27FC236}">
                  <a16:creationId xmlns:a16="http://schemas.microsoft.com/office/drawing/2014/main" id="{5CB024CC-2DD2-417E-8D26-D39A509DDBF6}"/>
                </a:ext>
              </a:extLst>
            </p:cNvPr>
            <p:cNvSpPr/>
            <p:nvPr/>
          </p:nvSpPr>
          <p:spPr>
            <a:xfrm>
              <a:off x="45802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Freeform: Shape 1042">
              <a:extLst>
                <a:ext uri="{FF2B5EF4-FFF2-40B4-BE49-F238E27FC236}">
                  <a16:creationId xmlns:a16="http://schemas.microsoft.com/office/drawing/2014/main" id="{BA0FB251-0B7D-4BB9-B1A7-459EF61C673A}"/>
                </a:ext>
              </a:extLst>
            </p:cNvPr>
            <p:cNvSpPr/>
            <p:nvPr/>
          </p:nvSpPr>
          <p:spPr>
            <a:xfrm>
              <a:off x="45802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Freeform: Shape 1043">
              <a:extLst>
                <a:ext uri="{FF2B5EF4-FFF2-40B4-BE49-F238E27FC236}">
                  <a16:creationId xmlns:a16="http://schemas.microsoft.com/office/drawing/2014/main" id="{929FB5D1-0A3E-43F2-AD5F-734967B86A84}"/>
                </a:ext>
              </a:extLst>
            </p:cNvPr>
            <p:cNvSpPr/>
            <p:nvPr/>
          </p:nvSpPr>
          <p:spPr>
            <a:xfrm>
              <a:off x="45802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Freeform: Shape 1044">
              <a:extLst>
                <a:ext uri="{FF2B5EF4-FFF2-40B4-BE49-F238E27FC236}">
                  <a16:creationId xmlns:a16="http://schemas.microsoft.com/office/drawing/2014/main" id="{D24404D2-2ED1-4888-95DF-DD87A240190C}"/>
                </a:ext>
              </a:extLst>
            </p:cNvPr>
            <p:cNvSpPr/>
            <p:nvPr/>
          </p:nvSpPr>
          <p:spPr>
            <a:xfrm>
              <a:off x="45802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Freeform: Shape 1045">
              <a:extLst>
                <a:ext uri="{FF2B5EF4-FFF2-40B4-BE49-F238E27FC236}">
                  <a16:creationId xmlns:a16="http://schemas.microsoft.com/office/drawing/2014/main" id="{04FFD662-AC10-4829-9622-357DEC988187}"/>
                </a:ext>
              </a:extLst>
            </p:cNvPr>
            <p:cNvSpPr/>
            <p:nvPr/>
          </p:nvSpPr>
          <p:spPr>
            <a:xfrm>
              <a:off x="45802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Freeform: Shape 1046">
              <a:extLst>
                <a:ext uri="{FF2B5EF4-FFF2-40B4-BE49-F238E27FC236}">
                  <a16:creationId xmlns:a16="http://schemas.microsoft.com/office/drawing/2014/main" id="{71876BBE-5E44-49B7-9680-669D87CD02C6}"/>
                </a:ext>
              </a:extLst>
            </p:cNvPr>
            <p:cNvSpPr/>
            <p:nvPr/>
          </p:nvSpPr>
          <p:spPr>
            <a:xfrm>
              <a:off x="45802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Freeform: Shape 1047">
              <a:extLst>
                <a:ext uri="{FF2B5EF4-FFF2-40B4-BE49-F238E27FC236}">
                  <a16:creationId xmlns:a16="http://schemas.microsoft.com/office/drawing/2014/main" id="{337982F7-FF3F-4EF4-A3A8-05F9E518894E}"/>
                </a:ext>
              </a:extLst>
            </p:cNvPr>
            <p:cNvSpPr/>
            <p:nvPr/>
          </p:nvSpPr>
          <p:spPr>
            <a:xfrm>
              <a:off x="45802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Freeform: Shape 1048">
              <a:extLst>
                <a:ext uri="{FF2B5EF4-FFF2-40B4-BE49-F238E27FC236}">
                  <a16:creationId xmlns:a16="http://schemas.microsoft.com/office/drawing/2014/main" id="{719427AE-352C-412A-9B9F-8086975CFDE9}"/>
                </a:ext>
              </a:extLst>
            </p:cNvPr>
            <p:cNvSpPr/>
            <p:nvPr/>
          </p:nvSpPr>
          <p:spPr>
            <a:xfrm>
              <a:off x="465647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Freeform: Shape 1049">
              <a:extLst>
                <a:ext uri="{FF2B5EF4-FFF2-40B4-BE49-F238E27FC236}">
                  <a16:creationId xmlns:a16="http://schemas.microsoft.com/office/drawing/2014/main" id="{89437BFF-614D-4549-A6FC-2BD03B7FE3A0}"/>
                </a:ext>
              </a:extLst>
            </p:cNvPr>
            <p:cNvSpPr/>
            <p:nvPr/>
          </p:nvSpPr>
          <p:spPr>
            <a:xfrm>
              <a:off x="46564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Freeform: Shape 1050">
              <a:extLst>
                <a:ext uri="{FF2B5EF4-FFF2-40B4-BE49-F238E27FC236}">
                  <a16:creationId xmlns:a16="http://schemas.microsoft.com/office/drawing/2014/main" id="{A31F97A2-8549-4782-90FD-72028C080786}"/>
                </a:ext>
              </a:extLst>
            </p:cNvPr>
            <p:cNvSpPr/>
            <p:nvPr/>
          </p:nvSpPr>
          <p:spPr>
            <a:xfrm>
              <a:off x="46564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Freeform: Shape 1051">
              <a:extLst>
                <a:ext uri="{FF2B5EF4-FFF2-40B4-BE49-F238E27FC236}">
                  <a16:creationId xmlns:a16="http://schemas.microsoft.com/office/drawing/2014/main" id="{C04E6417-4465-4017-9002-EF473FED6F32}"/>
                </a:ext>
              </a:extLst>
            </p:cNvPr>
            <p:cNvSpPr/>
            <p:nvPr/>
          </p:nvSpPr>
          <p:spPr>
            <a:xfrm>
              <a:off x="465647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Freeform: Shape 1052">
              <a:extLst>
                <a:ext uri="{FF2B5EF4-FFF2-40B4-BE49-F238E27FC236}">
                  <a16:creationId xmlns:a16="http://schemas.microsoft.com/office/drawing/2014/main" id="{B05E56B8-B533-47FB-A5CC-96DA7CF1235B}"/>
                </a:ext>
              </a:extLst>
            </p:cNvPr>
            <p:cNvSpPr/>
            <p:nvPr/>
          </p:nvSpPr>
          <p:spPr>
            <a:xfrm>
              <a:off x="465647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Freeform: Shape 1053">
              <a:extLst>
                <a:ext uri="{FF2B5EF4-FFF2-40B4-BE49-F238E27FC236}">
                  <a16:creationId xmlns:a16="http://schemas.microsoft.com/office/drawing/2014/main" id="{E8A307B7-A9DC-44F5-8CF0-44B6DCDE38AA}"/>
                </a:ext>
              </a:extLst>
            </p:cNvPr>
            <p:cNvSpPr/>
            <p:nvPr/>
          </p:nvSpPr>
          <p:spPr>
            <a:xfrm>
              <a:off x="465647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0" y="2138"/>
                  </a:cubicBezTo>
                  <a:cubicBezTo>
                    <a:pt x="1331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Freeform: Shape 1054">
              <a:extLst>
                <a:ext uri="{FF2B5EF4-FFF2-40B4-BE49-F238E27FC236}">
                  <a16:creationId xmlns:a16="http://schemas.microsoft.com/office/drawing/2014/main" id="{5016C910-1BCB-487F-8299-6114DE9AB2E3}"/>
                </a:ext>
              </a:extLst>
            </p:cNvPr>
            <p:cNvSpPr/>
            <p:nvPr/>
          </p:nvSpPr>
          <p:spPr>
            <a:xfrm>
              <a:off x="46564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Freeform: Shape 1055">
              <a:extLst>
                <a:ext uri="{FF2B5EF4-FFF2-40B4-BE49-F238E27FC236}">
                  <a16:creationId xmlns:a16="http://schemas.microsoft.com/office/drawing/2014/main" id="{AB9DDA60-A65B-4865-9ED1-3B73DA3A6D24}"/>
                </a:ext>
              </a:extLst>
            </p:cNvPr>
            <p:cNvSpPr/>
            <p:nvPr/>
          </p:nvSpPr>
          <p:spPr>
            <a:xfrm>
              <a:off x="46564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Freeform: Shape 1056">
              <a:extLst>
                <a:ext uri="{FF2B5EF4-FFF2-40B4-BE49-F238E27FC236}">
                  <a16:creationId xmlns:a16="http://schemas.microsoft.com/office/drawing/2014/main" id="{45175BB4-D8AD-4031-8070-A7EE95A0EA47}"/>
                </a:ext>
              </a:extLst>
            </p:cNvPr>
            <p:cNvSpPr/>
            <p:nvPr/>
          </p:nvSpPr>
          <p:spPr>
            <a:xfrm>
              <a:off x="465647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Freeform: Shape 1057">
              <a:extLst>
                <a:ext uri="{FF2B5EF4-FFF2-40B4-BE49-F238E27FC236}">
                  <a16:creationId xmlns:a16="http://schemas.microsoft.com/office/drawing/2014/main" id="{A5ED291E-FAD4-4577-A3D4-107DFF6BDBC3}"/>
                </a:ext>
              </a:extLst>
            </p:cNvPr>
            <p:cNvSpPr/>
            <p:nvPr/>
          </p:nvSpPr>
          <p:spPr>
            <a:xfrm>
              <a:off x="46564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Freeform: Shape 1058">
              <a:extLst>
                <a:ext uri="{FF2B5EF4-FFF2-40B4-BE49-F238E27FC236}">
                  <a16:creationId xmlns:a16="http://schemas.microsoft.com/office/drawing/2014/main" id="{017AAC3A-E744-47A5-9999-30ADBDC9B6AE}"/>
                </a:ext>
              </a:extLst>
            </p:cNvPr>
            <p:cNvSpPr/>
            <p:nvPr/>
          </p:nvSpPr>
          <p:spPr>
            <a:xfrm>
              <a:off x="465647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Freeform: Shape 1059">
              <a:extLst>
                <a:ext uri="{FF2B5EF4-FFF2-40B4-BE49-F238E27FC236}">
                  <a16:creationId xmlns:a16="http://schemas.microsoft.com/office/drawing/2014/main" id="{F1931D4B-16AD-4074-8526-53EEF152FDC9}"/>
                </a:ext>
              </a:extLst>
            </p:cNvPr>
            <p:cNvSpPr/>
            <p:nvPr/>
          </p:nvSpPr>
          <p:spPr>
            <a:xfrm>
              <a:off x="465647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Freeform: Shape 1060">
              <a:extLst>
                <a:ext uri="{FF2B5EF4-FFF2-40B4-BE49-F238E27FC236}">
                  <a16:creationId xmlns:a16="http://schemas.microsoft.com/office/drawing/2014/main" id="{E7C76F38-DAE9-4169-879C-3CC7DB7DA827}"/>
                </a:ext>
              </a:extLst>
            </p:cNvPr>
            <p:cNvSpPr/>
            <p:nvPr/>
          </p:nvSpPr>
          <p:spPr>
            <a:xfrm>
              <a:off x="47324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Freeform: Shape 1061">
              <a:extLst>
                <a:ext uri="{FF2B5EF4-FFF2-40B4-BE49-F238E27FC236}">
                  <a16:creationId xmlns:a16="http://schemas.microsoft.com/office/drawing/2014/main" id="{A6796F31-0137-49AC-86C3-9062A7CA413F}"/>
                </a:ext>
              </a:extLst>
            </p:cNvPr>
            <p:cNvSpPr/>
            <p:nvPr/>
          </p:nvSpPr>
          <p:spPr>
            <a:xfrm>
              <a:off x="47324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Freeform: Shape 1062">
              <a:extLst>
                <a:ext uri="{FF2B5EF4-FFF2-40B4-BE49-F238E27FC236}">
                  <a16:creationId xmlns:a16="http://schemas.microsoft.com/office/drawing/2014/main" id="{5784BF82-11BD-4EDB-B135-8CDA09E5B385}"/>
                </a:ext>
              </a:extLst>
            </p:cNvPr>
            <p:cNvSpPr/>
            <p:nvPr/>
          </p:nvSpPr>
          <p:spPr>
            <a:xfrm>
              <a:off x="480870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Freeform: Shape 1063">
              <a:extLst>
                <a:ext uri="{FF2B5EF4-FFF2-40B4-BE49-F238E27FC236}">
                  <a16:creationId xmlns:a16="http://schemas.microsoft.com/office/drawing/2014/main" id="{31B7E95F-4770-41F0-938A-8FB60607CFAB}"/>
                </a:ext>
              </a:extLst>
            </p:cNvPr>
            <p:cNvSpPr/>
            <p:nvPr/>
          </p:nvSpPr>
          <p:spPr>
            <a:xfrm>
              <a:off x="480870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Freeform: Shape 1064">
              <a:extLst>
                <a:ext uri="{FF2B5EF4-FFF2-40B4-BE49-F238E27FC236}">
                  <a16:creationId xmlns:a16="http://schemas.microsoft.com/office/drawing/2014/main" id="{D9474CFE-6860-4CAB-8577-AC9A38D21261}"/>
                </a:ext>
              </a:extLst>
            </p:cNvPr>
            <p:cNvSpPr/>
            <p:nvPr/>
          </p:nvSpPr>
          <p:spPr>
            <a:xfrm>
              <a:off x="480870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Freeform: Shape 1065">
              <a:extLst>
                <a:ext uri="{FF2B5EF4-FFF2-40B4-BE49-F238E27FC236}">
                  <a16:creationId xmlns:a16="http://schemas.microsoft.com/office/drawing/2014/main" id="{79FF8775-C904-488A-8563-2B078084CB94}"/>
                </a:ext>
              </a:extLst>
            </p:cNvPr>
            <p:cNvSpPr/>
            <p:nvPr/>
          </p:nvSpPr>
          <p:spPr>
            <a:xfrm>
              <a:off x="480870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Freeform: Shape 1066">
              <a:extLst>
                <a:ext uri="{FF2B5EF4-FFF2-40B4-BE49-F238E27FC236}">
                  <a16:creationId xmlns:a16="http://schemas.microsoft.com/office/drawing/2014/main" id="{673FA125-E16F-4491-AC2A-13B7C6D76C37}"/>
                </a:ext>
              </a:extLst>
            </p:cNvPr>
            <p:cNvSpPr/>
            <p:nvPr/>
          </p:nvSpPr>
          <p:spPr>
            <a:xfrm>
              <a:off x="4808700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Freeform: Shape 1067">
              <a:extLst>
                <a:ext uri="{FF2B5EF4-FFF2-40B4-BE49-F238E27FC236}">
                  <a16:creationId xmlns:a16="http://schemas.microsoft.com/office/drawing/2014/main" id="{5167C6D0-5FA5-4BBA-BAC1-E18C89F59965}"/>
                </a:ext>
              </a:extLst>
            </p:cNvPr>
            <p:cNvSpPr/>
            <p:nvPr/>
          </p:nvSpPr>
          <p:spPr>
            <a:xfrm>
              <a:off x="4808700" y="1876050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Freeform: Shape 1068">
              <a:extLst>
                <a:ext uri="{FF2B5EF4-FFF2-40B4-BE49-F238E27FC236}">
                  <a16:creationId xmlns:a16="http://schemas.microsoft.com/office/drawing/2014/main" id="{4E2F7B7B-5146-4F28-99D7-72BC35C3F514}"/>
                </a:ext>
              </a:extLst>
            </p:cNvPr>
            <p:cNvSpPr/>
            <p:nvPr/>
          </p:nvSpPr>
          <p:spPr>
            <a:xfrm>
              <a:off x="4808700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Freeform: Shape 1069">
              <a:extLst>
                <a:ext uri="{FF2B5EF4-FFF2-40B4-BE49-F238E27FC236}">
                  <a16:creationId xmlns:a16="http://schemas.microsoft.com/office/drawing/2014/main" id="{63A72B97-5963-45BF-9FBD-7E9FD3478BFC}"/>
                </a:ext>
              </a:extLst>
            </p:cNvPr>
            <p:cNvSpPr/>
            <p:nvPr/>
          </p:nvSpPr>
          <p:spPr>
            <a:xfrm>
              <a:off x="4808700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Freeform: Shape 1070">
              <a:extLst>
                <a:ext uri="{FF2B5EF4-FFF2-40B4-BE49-F238E27FC236}">
                  <a16:creationId xmlns:a16="http://schemas.microsoft.com/office/drawing/2014/main" id="{0BBD3BC4-FAD8-44C0-88E5-ED0189720CEF}"/>
                </a:ext>
              </a:extLst>
            </p:cNvPr>
            <p:cNvSpPr/>
            <p:nvPr/>
          </p:nvSpPr>
          <p:spPr>
            <a:xfrm>
              <a:off x="4808700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Freeform: Shape 1071">
              <a:extLst>
                <a:ext uri="{FF2B5EF4-FFF2-40B4-BE49-F238E27FC236}">
                  <a16:creationId xmlns:a16="http://schemas.microsoft.com/office/drawing/2014/main" id="{8C8AD0FD-A011-4363-BB97-2A49038EAE01}"/>
                </a:ext>
              </a:extLst>
            </p:cNvPr>
            <p:cNvSpPr/>
            <p:nvPr/>
          </p:nvSpPr>
          <p:spPr>
            <a:xfrm>
              <a:off x="4808700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Freeform: Shape 1072">
              <a:extLst>
                <a:ext uri="{FF2B5EF4-FFF2-40B4-BE49-F238E27FC236}">
                  <a16:creationId xmlns:a16="http://schemas.microsoft.com/office/drawing/2014/main" id="{2DC7EC2C-1564-4B74-A1B4-B97FB908C7C8}"/>
                </a:ext>
              </a:extLst>
            </p:cNvPr>
            <p:cNvSpPr/>
            <p:nvPr/>
          </p:nvSpPr>
          <p:spPr>
            <a:xfrm>
              <a:off x="480870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Freeform: Shape 1073">
              <a:extLst>
                <a:ext uri="{FF2B5EF4-FFF2-40B4-BE49-F238E27FC236}">
                  <a16:creationId xmlns:a16="http://schemas.microsoft.com/office/drawing/2014/main" id="{1F63E1ED-7A1A-4454-95CD-FA2E4B78A2F2}"/>
                </a:ext>
              </a:extLst>
            </p:cNvPr>
            <p:cNvSpPr/>
            <p:nvPr/>
          </p:nvSpPr>
          <p:spPr>
            <a:xfrm>
              <a:off x="4808700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Freeform: Shape 1074">
              <a:extLst>
                <a:ext uri="{FF2B5EF4-FFF2-40B4-BE49-F238E27FC236}">
                  <a16:creationId xmlns:a16="http://schemas.microsoft.com/office/drawing/2014/main" id="{17125A5D-2240-407E-9455-2DBFDD553D14}"/>
                </a:ext>
              </a:extLst>
            </p:cNvPr>
            <p:cNvSpPr/>
            <p:nvPr/>
          </p:nvSpPr>
          <p:spPr>
            <a:xfrm>
              <a:off x="4808700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Freeform: Shape 1075">
              <a:extLst>
                <a:ext uri="{FF2B5EF4-FFF2-40B4-BE49-F238E27FC236}">
                  <a16:creationId xmlns:a16="http://schemas.microsoft.com/office/drawing/2014/main" id="{F4B0AA94-CB3B-4B32-994C-CC0CD2B79823}"/>
                </a:ext>
              </a:extLst>
            </p:cNvPr>
            <p:cNvSpPr/>
            <p:nvPr/>
          </p:nvSpPr>
          <p:spPr>
            <a:xfrm>
              <a:off x="4808700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Freeform: Shape 1076">
              <a:extLst>
                <a:ext uri="{FF2B5EF4-FFF2-40B4-BE49-F238E27FC236}">
                  <a16:creationId xmlns:a16="http://schemas.microsoft.com/office/drawing/2014/main" id="{5DEEBE28-B461-4254-95BB-46B45FC98F14}"/>
                </a:ext>
              </a:extLst>
            </p:cNvPr>
            <p:cNvSpPr/>
            <p:nvPr/>
          </p:nvSpPr>
          <p:spPr>
            <a:xfrm>
              <a:off x="48849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Freeform: Shape 1077">
              <a:extLst>
                <a:ext uri="{FF2B5EF4-FFF2-40B4-BE49-F238E27FC236}">
                  <a16:creationId xmlns:a16="http://schemas.microsoft.com/office/drawing/2014/main" id="{4A071188-B805-48B6-90A0-2DE8F0D385FA}"/>
                </a:ext>
              </a:extLst>
            </p:cNvPr>
            <p:cNvSpPr/>
            <p:nvPr/>
          </p:nvSpPr>
          <p:spPr>
            <a:xfrm>
              <a:off x="48849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Freeform: Shape 1078">
              <a:extLst>
                <a:ext uri="{FF2B5EF4-FFF2-40B4-BE49-F238E27FC236}">
                  <a16:creationId xmlns:a16="http://schemas.microsoft.com/office/drawing/2014/main" id="{611AEAD6-B2B7-48A8-BFA2-FA46820BCBED}"/>
                </a:ext>
              </a:extLst>
            </p:cNvPr>
            <p:cNvSpPr/>
            <p:nvPr/>
          </p:nvSpPr>
          <p:spPr>
            <a:xfrm>
              <a:off x="48849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Freeform: Shape 1079">
              <a:extLst>
                <a:ext uri="{FF2B5EF4-FFF2-40B4-BE49-F238E27FC236}">
                  <a16:creationId xmlns:a16="http://schemas.microsoft.com/office/drawing/2014/main" id="{9862372B-E334-47BE-81E2-B0121B52FD7E}"/>
                </a:ext>
              </a:extLst>
            </p:cNvPr>
            <p:cNvSpPr/>
            <p:nvPr/>
          </p:nvSpPr>
          <p:spPr>
            <a:xfrm>
              <a:off x="48849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Freeform: Shape 1080">
              <a:extLst>
                <a:ext uri="{FF2B5EF4-FFF2-40B4-BE49-F238E27FC236}">
                  <a16:creationId xmlns:a16="http://schemas.microsoft.com/office/drawing/2014/main" id="{96D3B324-29D9-4873-83B1-97AEA6A7CDA8}"/>
                </a:ext>
              </a:extLst>
            </p:cNvPr>
            <p:cNvSpPr/>
            <p:nvPr/>
          </p:nvSpPr>
          <p:spPr>
            <a:xfrm>
              <a:off x="48849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Freeform: Shape 1081">
              <a:extLst>
                <a:ext uri="{FF2B5EF4-FFF2-40B4-BE49-F238E27FC236}">
                  <a16:creationId xmlns:a16="http://schemas.microsoft.com/office/drawing/2014/main" id="{D6AC7E95-6B98-455B-B3B2-44DE3B4B036D}"/>
                </a:ext>
              </a:extLst>
            </p:cNvPr>
            <p:cNvSpPr/>
            <p:nvPr/>
          </p:nvSpPr>
          <p:spPr>
            <a:xfrm>
              <a:off x="4884900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Freeform: Shape 1082">
              <a:extLst>
                <a:ext uri="{FF2B5EF4-FFF2-40B4-BE49-F238E27FC236}">
                  <a16:creationId xmlns:a16="http://schemas.microsoft.com/office/drawing/2014/main" id="{39FF95AA-08F0-4039-9217-AD59BAE0F58F}"/>
                </a:ext>
              </a:extLst>
            </p:cNvPr>
            <p:cNvSpPr/>
            <p:nvPr/>
          </p:nvSpPr>
          <p:spPr>
            <a:xfrm>
              <a:off x="48849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Freeform: Shape 1083">
              <a:extLst>
                <a:ext uri="{FF2B5EF4-FFF2-40B4-BE49-F238E27FC236}">
                  <a16:creationId xmlns:a16="http://schemas.microsoft.com/office/drawing/2014/main" id="{BBD27A16-0C9D-4441-A456-D817B6A77C4D}"/>
                </a:ext>
              </a:extLst>
            </p:cNvPr>
            <p:cNvSpPr/>
            <p:nvPr/>
          </p:nvSpPr>
          <p:spPr>
            <a:xfrm>
              <a:off x="48849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Freeform: Shape 1084">
              <a:extLst>
                <a:ext uri="{FF2B5EF4-FFF2-40B4-BE49-F238E27FC236}">
                  <a16:creationId xmlns:a16="http://schemas.microsoft.com/office/drawing/2014/main" id="{4B50224E-EB98-412F-9417-07EE24E15480}"/>
                </a:ext>
              </a:extLst>
            </p:cNvPr>
            <p:cNvSpPr/>
            <p:nvPr/>
          </p:nvSpPr>
          <p:spPr>
            <a:xfrm>
              <a:off x="48849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Freeform: Shape 1085">
              <a:extLst>
                <a:ext uri="{FF2B5EF4-FFF2-40B4-BE49-F238E27FC236}">
                  <a16:creationId xmlns:a16="http://schemas.microsoft.com/office/drawing/2014/main" id="{C87EF2FA-C5BB-4554-804C-68B99B66165B}"/>
                </a:ext>
              </a:extLst>
            </p:cNvPr>
            <p:cNvSpPr/>
            <p:nvPr/>
          </p:nvSpPr>
          <p:spPr>
            <a:xfrm>
              <a:off x="48849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Freeform: Shape 1086">
              <a:extLst>
                <a:ext uri="{FF2B5EF4-FFF2-40B4-BE49-F238E27FC236}">
                  <a16:creationId xmlns:a16="http://schemas.microsoft.com/office/drawing/2014/main" id="{AA21DC60-AD85-4575-979F-31D9B1988A39}"/>
                </a:ext>
              </a:extLst>
            </p:cNvPr>
            <p:cNvSpPr/>
            <p:nvPr/>
          </p:nvSpPr>
          <p:spPr>
            <a:xfrm>
              <a:off x="48849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Freeform: Shape 1087">
              <a:extLst>
                <a:ext uri="{FF2B5EF4-FFF2-40B4-BE49-F238E27FC236}">
                  <a16:creationId xmlns:a16="http://schemas.microsoft.com/office/drawing/2014/main" id="{3CF9DF3F-EEFF-4A89-999A-7F32429E2F62}"/>
                </a:ext>
              </a:extLst>
            </p:cNvPr>
            <p:cNvSpPr/>
            <p:nvPr/>
          </p:nvSpPr>
          <p:spPr>
            <a:xfrm>
              <a:off x="48849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Freeform: Shape 1088">
              <a:extLst>
                <a:ext uri="{FF2B5EF4-FFF2-40B4-BE49-F238E27FC236}">
                  <a16:creationId xmlns:a16="http://schemas.microsoft.com/office/drawing/2014/main" id="{B905BA1E-5D0A-4868-9F23-9006C5E15ECD}"/>
                </a:ext>
              </a:extLst>
            </p:cNvPr>
            <p:cNvSpPr/>
            <p:nvPr/>
          </p:nvSpPr>
          <p:spPr>
            <a:xfrm>
              <a:off x="48849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Freeform: Shape 1089">
              <a:extLst>
                <a:ext uri="{FF2B5EF4-FFF2-40B4-BE49-F238E27FC236}">
                  <a16:creationId xmlns:a16="http://schemas.microsoft.com/office/drawing/2014/main" id="{8A9FDA98-C895-44CD-B007-420C9D04338F}"/>
                </a:ext>
              </a:extLst>
            </p:cNvPr>
            <p:cNvSpPr/>
            <p:nvPr/>
          </p:nvSpPr>
          <p:spPr>
            <a:xfrm>
              <a:off x="48849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Freeform: Shape 1090">
              <a:extLst>
                <a:ext uri="{FF2B5EF4-FFF2-40B4-BE49-F238E27FC236}">
                  <a16:creationId xmlns:a16="http://schemas.microsoft.com/office/drawing/2014/main" id="{035AA119-2D9F-495A-BFA0-0DCF4361D70F}"/>
                </a:ext>
              </a:extLst>
            </p:cNvPr>
            <p:cNvSpPr/>
            <p:nvPr/>
          </p:nvSpPr>
          <p:spPr>
            <a:xfrm>
              <a:off x="48849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Freeform: Shape 1091">
              <a:extLst>
                <a:ext uri="{FF2B5EF4-FFF2-40B4-BE49-F238E27FC236}">
                  <a16:creationId xmlns:a16="http://schemas.microsoft.com/office/drawing/2014/main" id="{B616D521-4A23-4E08-8FBD-AF6CB05A194C}"/>
                </a:ext>
              </a:extLst>
            </p:cNvPr>
            <p:cNvSpPr/>
            <p:nvPr/>
          </p:nvSpPr>
          <p:spPr>
            <a:xfrm>
              <a:off x="49611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Freeform: Shape 1092">
              <a:extLst>
                <a:ext uri="{FF2B5EF4-FFF2-40B4-BE49-F238E27FC236}">
                  <a16:creationId xmlns:a16="http://schemas.microsoft.com/office/drawing/2014/main" id="{073547B1-414D-4F35-AF9C-09B48FC46A76}"/>
                </a:ext>
              </a:extLst>
            </p:cNvPr>
            <p:cNvSpPr/>
            <p:nvPr/>
          </p:nvSpPr>
          <p:spPr>
            <a:xfrm>
              <a:off x="49611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Freeform: Shape 1093">
              <a:extLst>
                <a:ext uri="{FF2B5EF4-FFF2-40B4-BE49-F238E27FC236}">
                  <a16:creationId xmlns:a16="http://schemas.microsoft.com/office/drawing/2014/main" id="{71990E1E-B76F-4FA8-87C4-2511012359EB}"/>
                </a:ext>
              </a:extLst>
            </p:cNvPr>
            <p:cNvSpPr/>
            <p:nvPr/>
          </p:nvSpPr>
          <p:spPr>
            <a:xfrm>
              <a:off x="49611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Freeform: Shape 1094">
              <a:extLst>
                <a:ext uri="{FF2B5EF4-FFF2-40B4-BE49-F238E27FC236}">
                  <a16:creationId xmlns:a16="http://schemas.microsoft.com/office/drawing/2014/main" id="{80733772-1747-4072-85DA-ADF7C4A23493}"/>
                </a:ext>
              </a:extLst>
            </p:cNvPr>
            <p:cNvSpPr/>
            <p:nvPr/>
          </p:nvSpPr>
          <p:spPr>
            <a:xfrm>
              <a:off x="49611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Freeform: Shape 1095">
              <a:extLst>
                <a:ext uri="{FF2B5EF4-FFF2-40B4-BE49-F238E27FC236}">
                  <a16:creationId xmlns:a16="http://schemas.microsoft.com/office/drawing/2014/main" id="{7197A10C-CA4B-4EE3-9C9C-2AFAC66C594F}"/>
                </a:ext>
              </a:extLst>
            </p:cNvPr>
            <p:cNvSpPr/>
            <p:nvPr/>
          </p:nvSpPr>
          <p:spPr>
            <a:xfrm>
              <a:off x="49611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Freeform: Shape 1096">
              <a:extLst>
                <a:ext uri="{FF2B5EF4-FFF2-40B4-BE49-F238E27FC236}">
                  <a16:creationId xmlns:a16="http://schemas.microsoft.com/office/drawing/2014/main" id="{B889AE90-1EC2-4ECF-AD95-CC9AABD2C747}"/>
                </a:ext>
              </a:extLst>
            </p:cNvPr>
            <p:cNvSpPr/>
            <p:nvPr/>
          </p:nvSpPr>
          <p:spPr>
            <a:xfrm>
              <a:off x="49611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Freeform: Shape 1097">
              <a:extLst>
                <a:ext uri="{FF2B5EF4-FFF2-40B4-BE49-F238E27FC236}">
                  <a16:creationId xmlns:a16="http://schemas.microsoft.com/office/drawing/2014/main" id="{A4A5E1A9-96A8-4242-8234-7FC5C39216E7}"/>
                </a:ext>
              </a:extLst>
            </p:cNvPr>
            <p:cNvSpPr/>
            <p:nvPr/>
          </p:nvSpPr>
          <p:spPr>
            <a:xfrm>
              <a:off x="496112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Freeform: Shape 1098">
              <a:extLst>
                <a:ext uri="{FF2B5EF4-FFF2-40B4-BE49-F238E27FC236}">
                  <a16:creationId xmlns:a16="http://schemas.microsoft.com/office/drawing/2014/main" id="{14582378-9AB3-4F21-A399-15E05853D0CA}"/>
                </a:ext>
              </a:extLst>
            </p:cNvPr>
            <p:cNvSpPr/>
            <p:nvPr/>
          </p:nvSpPr>
          <p:spPr>
            <a:xfrm>
              <a:off x="496112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Freeform: Shape 1099">
              <a:extLst>
                <a:ext uri="{FF2B5EF4-FFF2-40B4-BE49-F238E27FC236}">
                  <a16:creationId xmlns:a16="http://schemas.microsoft.com/office/drawing/2014/main" id="{036771A9-9E9C-4E42-AED5-484FCC9214C1}"/>
                </a:ext>
              </a:extLst>
            </p:cNvPr>
            <p:cNvSpPr/>
            <p:nvPr/>
          </p:nvSpPr>
          <p:spPr>
            <a:xfrm>
              <a:off x="496112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Freeform: Shape 1100">
              <a:extLst>
                <a:ext uri="{FF2B5EF4-FFF2-40B4-BE49-F238E27FC236}">
                  <a16:creationId xmlns:a16="http://schemas.microsoft.com/office/drawing/2014/main" id="{A2C657B1-A31B-44D3-A60D-3C492FCCB6A3}"/>
                </a:ext>
              </a:extLst>
            </p:cNvPr>
            <p:cNvSpPr/>
            <p:nvPr/>
          </p:nvSpPr>
          <p:spPr>
            <a:xfrm>
              <a:off x="49611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Freeform: Shape 1101">
              <a:extLst>
                <a:ext uri="{FF2B5EF4-FFF2-40B4-BE49-F238E27FC236}">
                  <a16:creationId xmlns:a16="http://schemas.microsoft.com/office/drawing/2014/main" id="{9CE0B53C-E201-4947-A013-2A906ED209B9}"/>
                </a:ext>
              </a:extLst>
            </p:cNvPr>
            <p:cNvSpPr/>
            <p:nvPr/>
          </p:nvSpPr>
          <p:spPr>
            <a:xfrm>
              <a:off x="496112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Freeform: Shape 1102">
              <a:extLst>
                <a:ext uri="{FF2B5EF4-FFF2-40B4-BE49-F238E27FC236}">
                  <a16:creationId xmlns:a16="http://schemas.microsoft.com/office/drawing/2014/main" id="{CF7997EB-EE67-4BF1-987D-8E4217482132}"/>
                </a:ext>
              </a:extLst>
            </p:cNvPr>
            <p:cNvSpPr/>
            <p:nvPr/>
          </p:nvSpPr>
          <p:spPr>
            <a:xfrm>
              <a:off x="496112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Freeform: Shape 1103">
              <a:extLst>
                <a:ext uri="{FF2B5EF4-FFF2-40B4-BE49-F238E27FC236}">
                  <a16:creationId xmlns:a16="http://schemas.microsoft.com/office/drawing/2014/main" id="{66DFC225-B14C-4D62-9B15-F783A9A81906}"/>
                </a:ext>
              </a:extLst>
            </p:cNvPr>
            <p:cNvSpPr/>
            <p:nvPr/>
          </p:nvSpPr>
          <p:spPr>
            <a:xfrm>
              <a:off x="496112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Freeform: Shape 1104">
              <a:extLst>
                <a:ext uri="{FF2B5EF4-FFF2-40B4-BE49-F238E27FC236}">
                  <a16:creationId xmlns:a16="http://schemas.microsoft.com/office/drawing/2014/main" id="{0513394D-D345-4CB0-A893-33E0D6880ED1}"/>
                </a:ext>
              </a:extLst>
            </p:cNvPr>
            <p:cNvSpPr/>
            <p:nvPr/>
          </p:nvSpPr>
          <p:spPr>
            <a:xfrm>
              <a:off x="496112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Freeform: Shape 1105">
              <a:extLst>
                <a:ext uri="{FF2B5EF4-FFF2-40B4-BE49-F238E27FC236}">
                  <a16:creationId xmlns:a16="http://schemas.microsoft.com/office/drawing/2014/main" id="{5E571074-91DD-4357-A7D2-0CCB2B4E5049}"/>
                </a:ext>
              </a:extLst>
            </p:cNvPr>
            <p:cNvSpPr/>
            <p:nvPr/>
          </p:nvSpPr>
          <p:spPr>
            <a:xfrm>
              <a:off x="50373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Freeform: Shape 1106">
              <a:extLst>
                <a:ext uri="{FF2B5EF4-FFF2-40B4-BE49-F238E27FC236}">
                  <a16:creationId xmlns:a16="http://schemas.microsoft.com/office/drawing/2014/main" id="{42515A78-D159-422B-A74A-9564BCAA6277}"/>
                </a:ext>
              </a:extLst>
            </p:cNvPr>
            <p:cNvSpPr/>
            <p:nvPr/>
          </p:nvSpPr>
          <p:spPr>
            <a:xfrm>
              <a:off x="50373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Freeform: Shape 1107">
              <a:extLst>
                <a:ext uri="{FF2B5EF4-FFF2-40B4-BE49-F238E27FC236}">
                  <a16:creationId xmlns:a16="http://schemas.microsoft.com/office/drawing/2014/main" id="{98F16388-3B82-4551-BB9E-E998E4BC9771}"/>
                </a:ext>
              </a:extLst>
            </p:cNvPr>
            <p:cNvSpPr/>
            <p:nvPr/>
          </p:nvSpPr>
          <p:spPr>
            <a:xfrm>
              <a:off x="50373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Freeform: Shape 1108">
              <a:extLst>
                <a:ext uri="{FF2B5EF4-FFF2-40B4-BE49-F238E27FC236}">
                  <a16:creationId xmlns:a16="http://schemas.microsoft.com/office/drawing/2014/main" id="{CAED34CB-32AA-4798-ACED-9A68E53B9896}"/>
                </a:ext>
              </a:extLst>
            </p:cNvPr>
            <p:cNvSpPr/>
            <p:nvPr/>
          </p:nvSpPr>
          <p:spPr>
            <a:xfrm>
              <a:off x="50373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Freeform: Shape 1109">
              <a:extLst>
                <a:ext uri="{FF2B5EF4-FFF2-40B4-BE49-F238E27FC236}">
                  <a16:creationId xmlns:a16="http://schemas.microsoft.com/office/drawing/2014/main" id="{A63E9CA7-D17C-4FAE-90BD-4680AD03AC0B}"/>
                </a:ext>
              </a:extLst>
            </p:cNvPr>
            <p:cNvSpPr/>
            <p:nvPr/>
          </p:nvSpPr>
          <p:spPr>
            <a:xfrm>
              <a:off x="50373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Freeform: Shape 1110">
              <a:extLst>
                <a:ext uri="{FF2B5EF4-FFF2-40B4-BE49-F238E27FC236}">
                  <a16:creationId xmlns:a16="http://schemas.microsoft.com/office/drawing/2014/main" id="{EDD6C124-03A5-470B-87AA-B69EDB2EF033}"/>
                </a:ext>
              </a:extLst>
            </p:cNvPr>
            <p:cNvSpPr/>
            <p:nvPr/>
          </p:nvSpPr>
          <p:spPr>
            <a:xfrm>
              <a:off x="50373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Freeform: Shape 1111">
              <a:extLst>
                <a:ext uri="{FF2B5EF4-FFF2-40B4-BE49-F238E27FC236}">
                  <a16:creationId xmlns:a16="http://schemas.microsoft.com/office/drawing/2014/main" id="{7E0E1DE6-AFC1-4021-A152-78B005899F20}"/>
                </a:ext>
              </a:extLst>
            </p:cNvPr>
            <p:cNvSpPr/>
            <p:nvPr/>
          </p:nvSpPr>
          <p:spPr>
            <a:xfrm>
              <a:off x="50373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Freeform: Shape 1112">
              <a:extLst>
                <a:ext uri="{FF2B5EF4-FFF2-40B4-BE49-F238E27FC236}">
                  <a16:creationId xmlns:a16="http://schemas.microsoft.com/office/drawing/2014/main" id="{1C9CED29-5660-47E7-986E-BA36E48557AE}"/>
                </a:ext>
              </a:extLst>
            </p:cNvPr>
            <p:cNvSpPr/>
            <p:nvPr/>
          </p:nvSpPr>
          <p:spPr>
            <a:xfrm>
              <a:off x="50373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Freeform: Shape 1113">
              <a:extLst>
                <a:ext uri="{FF2B5EF4-FFF2-40B4-BE49-F238E27FC236}">
                  <a16:creationId xmlns:a16="http://schemas.microsoft.com/office/drawing/2014/main" id="{41606F71-2775-4DC0-B123-C8AA834B9BE9}"/>
                </a:ext>
              </a:extLst>
            </p:cNvPr>
            <p:cNvSpPr/>
            <p:nvPr/>
          </p:nvSpPr>
          <p:spPr>
            <a:xfrm>
              <a:off x="50373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Freeform: Shape 1114">
              <a:extLst>
                <a:ext uri="{FF2B5EF4-FFF2-40B4-BE49-F238E27FC236}">
                  <a16:creationId xmlns:a16="http://schemas.microsoft.com/office/drawing/2014/main" id="{4E31EAB2-4C44-46FA-BFCF-C65201B60474}"/>
                </a:ext>
              </a:extLst>
            </p:cNvPr>
            <p:cNvSpPr/>
            <p:nvPr/>
          </p:nvSpPr>
          <p:spPr>
            <a:xfrm>
              <a:off x="503732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Freeform: Shape 1115">
              <a:extLst>
                <a:ext uri="{FF2B5EF4-FFF2-40B4-BE49-F238E27FC236}">
                  <a16:creationId xmlns:a16="http://schemas.microsoft.com/office/drawing/2014/main" id="{F685DF2B-5544-48E2-B807-BB2A02900218}"/>
                </a:ext>
              </a:extLst>
            </p:cNvPr>
            <p:cNvSpPr/>
            <p:nvPr/>
          </p:nvSpPr>
          <p:spPr>
            <a:xfrm>
              <a:off x="503732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Freeform: Shape 1116">
              <a:extLst>
                <a:ext uri="{FF2B5EF4-FFF2-40B4-BE49-F238E27FC236}">
                  <a16:creationId xmlns:a16="http://schemas.microsoft.com/office/drawing/2014/main" id="{AA32BE3E-213F-4D87-A056-9264278FEEBF}"/>
                </a:ext>
              </a:extLst>
            </p:cNvPr>
            <p:cNvSpPr/>
            <p:nvPr/>
          </p:nvSpPr>
          <p:spPr>
            <a:xfrm>
              <a:off x="50373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Freeform: Shape 1117">
              <a:extLst>
                <a:ext uri="{FF2B5EF4-FFF2-40B4-BE49-F238E27FC236}">
                  <a16:creationId xmlns:a16="http://schemas.microsoft.com/office/drawing/2014/main" id="{D1F843C5-A1CD-4D0C-9714-CFA633DDE02E}"/>
                </a:ext>
              </a:extLst>
            </p:cNvPr>
            <p:cNvSpPr/>
            <p:nvPr/>
          </p:nvSpPr>
          <p:spPr>
            <a:xfrm>
              <a:off x="50373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Freeform: Shape 1118">
              <a:extLst>
                <a:ext uri="{FF2B5EF4-FFF2-40B4-BE49-F238E27FC236}">
                  <a16:creationId xmlns:a16="http://schemas.microsoft.com/office/drawing/2014/main" id="{217CE2B8-6226-4407-8F69-0B7F2FA27406}"/>
                </a:ext>
              </a:extLst>
            </p:cNvPr>
            <p:cNvSpPr/>
            <p:nvPr/>
          </p:nvSpPr>
          <p:spPr>
            <a:xfrm>
              <a:off x="503732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Freeform: Shape 1119">
              <a:extLst>
                <a:ext uri="{FF2B5EF4-FFF2-40B4-BE49-F238E27FC236}">
                  <a16:creationId xmlns:a16="http://schemas.microsoft.com/office/drawing/2014/main" id="{B050E2ED-8B39-4CA9-894D-41F6B33E5686}"/>
                </a:ext>
              </a:extLst>
            </p:cNvPr>
            <p:cNvSpPr/>
            <p:nvPr/>
          </p:nvSpPr>
          <p:spPr>
            <a:xfrm>
              <a:off x="5113350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73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Freeform: Shape 1120">
              <a:extLst>
                <a:ext uri="{FF2B5EF4-FFF2-40B4-BE49-F238E27FC236}">
                  <a16:creationId xmlns:a16="http://schemas.microsoft.com/office/drawing/2014/main" id="{C4693F1C-FBC6-498E-BD4C-A8D67F58573E}"/>
                </a:ext>
              </a:extLst>
            </p:cNvPr>
            <p:cNvSpPr/>
            <p:nvPr/>
          </p:nvSpPr>
          <p:spPr>
            <a:xfrm>
              <a:off x="5113350" y="26377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8" y="2137"/>
                    <a:pt x="1076" y="2137"/>
                  </a:cubicBezTo>
                  <a:cubicBezTo>
                    <a:pt x="1339" y="2137"/>
                    <a:pt x="1605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Freeform: Shape 1121">
              <a:extLst>
                <a:ext uri="{FF2B5EF4-FFF2-40B4-BE49-F238E27FC236}">
                  <a16:creationId xmlns:a16="http://schemas.microsoft.com/office/drawing/2014/main" id="{F2A4073B-9897-40E1-B687-10E6A4CD5B10}"/>
                </a:ext>
              </a:extLst>
            </p:cNvPr>
            <p:cNvSpPr/>
            <p:nvPr/>
          </p:nvSpPr>
          <p:spPr>
            <a:xfrm>
              <a:off x="51895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Freeform: Shape 1122">
              <a:extLst>
                <a:ext uri="{FF2B5EF4-FFF2-40B4-BE49-F238E27FC236}">
                  <a16:creationId xmlns:a16="http://schemas.microsoft.com/office/drawing/2014/main" id="{5D62047B-91EC-4A33-BE54-AF544BB8C4A1}"/>
                </a:ext>
              </a:extLst>
            </p:cNvPr>
            <p:cNvSpPr/>
            <p:nvPr/>
          </p:nvSpPr>
          <p:spPr>
            <a:xfrm>
              <a:off x="51895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Freeform: Shape 1123">
              <a:extLst>
                <a:ext uri="{FF2B5EF4-FFF2-40B4-BE49-F238E27FC236}">
                  <a16:creationId xmlns:a16="http://schemas.microsoft.com/office/drawing/2014/main" id="{F40993CC-E608-4747-AC1D-58F1002D1AA7}"/>
                </a:ext>
              </a:extLst>
            </p:cNvPr>
            <p:cNvSpPr/>
            <p:nvPr/>
          </p:nvSpPr>
          <p:spPr>
            <a:xfrm>
              <a:off x="5189550" y="157140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51" y="0"/>
                  </a:moveTo>
                  <a:cubicBezTo>
                    <a:pt x="472" y="0"/>
                    <a:pt x="1" y="477"/>
                    <a:pt x="1" y="1066"/>
                  </a:cubicBezTo>
                  <a:cubicBezTo>
                    <a:pt x="1" y="1705"/>
                    <a:pt x="524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ubicBezTo>
                    <a:pt x="1061" y="1"/>
                    <a:pt x="1056" y="0"/>
                    <a:pt x="1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Freeform: Shape 1124">
              <a:extLst>
                <a:ext uri="{FF2B5EF4-FFF2-40B4-BE49-F238E27FC236}">
                  <a16:creationId xmlns:a16="http://schemas.microsoft.com/office/drawing/2014/main" id="{5F0475F7-B53C-4C22-93FA-5DA1A9602D98}"/>
                </a:ext>
              </a:extLst>
            </p:cNvPr>
            <p:cNvSpPr/>
            <p:nvPr/>
          </p:nvSpPr>
          <p:spPr>
            <a:xfrm>
              <a:off x="51895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2" y="2138"/>
                    <a:pt x="1068" y="2138"/>
                  </a:cubicBezTo>
                  <a:cubicBezTo>
                    <a:pt x="1329" y="2138"/>
                    <a:pt x="1596" y="2040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Freeform: Shape 1125">
              <a:extLst>
                <a:ext uri="{FF2B5EF4-FFF2-40B4-BE49-F238E27FC236}">
                  <a16:creationId xmlns:a16="http://schemas.microsoft.com/office/drawing/2014/main" id="{BD9DF46D-BEFD-4A7F-956C-D8BAB0A4A839}"/>
                </a:ext>
              </a:extLst>
            </p:cNvPr>
            <p:cNvSpPr/>
            <p:nvPr/>
          </p:nvSpPr>
          <p:spPr>
            <a:xfrm>
              <a:off x="51895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Freeform: Shape 1126">
              <a:extLst>
                <a:ext uri="{FF2B5EF4-FFF2-40B4-BE49-F238E27FC236}">
                  <a16:creationId xmlns:a16="http://schemas.microsoft.com/office/drawing/2014/main" id="{C067EA33-F5CC-452D-A2E4-0A750E1E2160}"/>
                </a:ext>
              </a:extLst>
            </p:cNvPr>
            <p:cNvSpPr/>
            <p:nvPr/>
          </p:nvSpPr>
          <p:spPr>
            <a:xfrm>
              <a:off x="51895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Freeform: Shape 1127">
              <a:extLst>
                <a:ext uri="{FF2B5EF4-FFF2-40B4-BE49-F238E27FC236}">
                  <a16:creationId xmlns:a16="http://schemas.microsoft.com/office/drawing/2014/main" id="{F1E1F562-F885-4220-9473-E220151B1AD8}"/>
                </a:ext>
              </a:extLst>
            </p:cNvPr>
            <p:cNvSpPr/>
            <p:nvPr/>
          </p:nvSpPr>
          <p:spPr>
            <a:xfrm>
              <a:off x="518955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5"/>
                    <a:pt x="524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Freeform: Shape 1128">
              <a:extLst>
                <a:ext uri="{FF2B5EF4-FFF2-40B4-BE49-F238E27FC236}">
                  <a16:creationId xmlns:a16="http://schemas.microsoft.com/office/drawing/2014/main" id="{84CF2508-6127-4B34-810B-2930B7756FFE}"/>
                </a:ext>
              </a:extLst>
            </p:cNvPr>
            <p:cNvSpPr/>
            <p:nvPr/>
          </p:nvSpPr>
          <p:spPr>
            <a:xfrm>
              <a:off x="51895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Freeform: Shape 1129">
              <a:extLst>
                <a:ext uri="{FF2B5EF4-FFF2-40B4-BE49-F238E27FC236}">
                  <a16:creationId xmlns:a16="http://schemas.microsoft.com/office/drawing/2014/main" id="{4F8052EB-3033-4589-AE2E-D7E07DB60CF7}"/>
                </a:ext>
              </a:extLst>
            </p:cNvPr>
            <p:cNvSpPr/>
            <p:nvPr/>
          </p:nvSpPr>
          <p:spPr>
            <a:xfrm>
              <a:off x="5189550" y="20282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Freeform: Shape 1130">
              <a:extLst>
                <a:ext uri="{FF2B5EF4-FFF2-40B4-BE49-F238E27FC236}">
                  <a16:creationId xmlns:a16="http://schemas.microsoft.com/office/drawing/2014/main" id="{72099C96-4F89-4E9F-BC67-DA9DFE60C396}"/>
                </a:ext>
              </a:extLst>
            </p:cNvPr>
            <p:cNvSpPr/>
            <p:nvPr/>
          </p:nvSpPr>
          <p:spPr>
            <a:xfrm>
              <a:off x="51895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Freeform: Shape 1131">
              <a:extLst>
                <a:ext uri="{FF2B5EF4-FFF2-40B4-BE49-F238E27FC236}">
                  <a16:creationId xmlns:a16="http://schemas.microsoft.com/office/drawing/2014/main" id="{89D56D09-D6C2-45F0-A581-7DCB63565409}"/>
                </a:ext>
              </a:extLst>
            </p:cNvPr>
            <p:cNvSpPr/>
            <p:nvPr/>
          </p:nvSpPr>
          <p:spPr>
            <a:xfrm>
              <a:off x="51895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Freeform: Shape 1132">
              <a:extLst>
                <a:ext uri="{FF2B5EF4-FFF2-40B4-BE49-F238E27FC236}">
                  <a16:creationId xmlns:a16="http://schemas.microsoft.com/office/drawing/2014/main" id="{5EDDF7DE-0DBA-4113-9CD7-268C90A775FF}"/>
                </a:ext>
              </a:extLst>
            </p:cNvPr>
            <p:cNvSpPr/>
            <p:nvPr/>
          </p:nvSpPr>
          <p:spPr>
            <a:xfrm>
              <a:off x="5189550" y="225692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Freeform: Shape 1133">
              <a:extLst>
                <a:ext uri="{FF2B5EF4-FFF2-40B4-BE49-F238E27FC236}">
                  <a16:creationId xmlns:a16="http://schemas.microsoft.com/office/drawing/2014/main" id="{2044B54D-92EC-4D59-985B-C897972793FC}"/>
                </a:ext>
              </a:extLst>
            </p:cNvPr>
            <p:cNvSpPr/>
            <p:nvPr/>
          </p:nvSpPr>
          <p:spPr>
            <a:xfrm>
              <a:off x="5189550" y="23331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Freeform: Shape 1134">
              <a:extLst>
                <a:ext uri="{FF2B5EF4-FFF2-40B4-BE49-F238E27FC236}">
                  <a16:creationId xmlns:a16="http://schemas.microsoft.com/office/drawing/2014/main" id="{5759A08F-89B6-4515-ABE2-3979F7A57049}"/>
                </a:ext>
              </a:extLst>
            </p:cNvPr>
            <p:cNvSpPr/>
            <p:nvPr/>
          </p:nvSpPr>
          <p:spPr>
            <a:xfrm>
              <a:off x="51895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Freeform: Shape 1135">
              <a:extLst>
                <a:ext uri="{FF2B5EF4-FFF2-40B4-BE49-F238E27FC236}">
                  <a16:creationId xmlns:a16="http://schemas.microsoft.com/office/drawing/2014/main" id="{A93EC791-9FBF-46B1-8CE3-B0E2CC87A939}"/>
                </a:ext>
              </a:extLst>
            </p:cNvPr>
            <p:cNvSpPr/>
            <p:nvPr/>
          </p:nvSpPr>
          <p:spPr>
            <a:xfrm>
              <a:off x="51895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Freeform: Shape 1136">
              <a:extLst>
                <a:ext uri="{FF2B5EF4-FFF2-40B4-BE49-F238E27FC236}">
                  <a16:creationId xmlns:a16="http://schemas.microsoft.com/office/drawing/2014/main" id="{12798F3E-7EBB-443C-B79A-DDE901F7A261}"/>
                </a:ext>
              </a:extLst>
            </p:cNvPr>
            <p:cNvSpPr/>
            <p:nvPr/>
          </p:nvSpPr>
          <p:spPr>
            <a:xfrm>
              <a:off x="51895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1" y="1711"/>
                    <a:pt x="521" y="2137"/>
                    <a:pt x="1067" y="2137"/>
                  </a:cubicBezTo>
                  <a:cubicBezTo>
                    <a:pt x="1328" y="2137"/>
                    <a:pt x="1595" y="2039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Freeform: Shape 1137">
              <a:extLst>
                <a:ext uri="{FF2B5EF4-FFF2-40B4-BE49-F238E27FC236}">
                  <a16:creationId xmlns:a16="http://schemas.microsoft.com/office/drawing/2014/main" id="{2BC12CC8-9D21-4F14-A5D7-945FDA74BA3E}"/>
                </a:ext>
              </a:extLst>
            </p:cNvPr>
            <p:cNvSpPr/>
            <p:nvPr/>
          </p:nvSpPr>
          <p:spPr>
            <a:xfrm>
              <a:off x="51895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5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Freeform: Shape 1138">
              <a:extLst>
                <a:ext uri="{FF2B5EF4-FFF2-40B4-BE49-F238E27FC236}">
                  <a16:creationId xmlns:a16="http://schemas.microsoft.com/office/drawing/2014/main" id="{4DA1759D-7AC1-4511-8BA3-9BFDD86E2235}"/>
                </a:ext>
              </a:extLst>
            </p:cNvPr>
            <p:cNvSpPr/>
            <p:nvPr/>
          </p:nvSpPr>
          <p:spPr>
            <a:xfrm>
              <a:off x="51895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Freeform: Shape 1139">
              <a:extLst>
                <a:ext uri="{FF2B5EF4-FFF2-40B4-BE49-F238E27FC236}">
                  <a16:creationId xmlns:a16="http://schemas.microsoft.com/office/drawing/2014/main" id="{995382A5-EBDA-4F9F-8BEC-A13AEEFE8380}"/>
                </a:ext>
              </a:extLst>
            </p:cNvPr>
            <p:cNvSpPr/>
            <p:nvPr/>
          </p:nvSpPr>
          <p:spPr>
            <a:xfrm>
              <a:off x="5265775" y="13427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Freeform: Shape 1140">
              <a:extLst>
                <a:ext uri="{FF2B5EF4-FFF2-40B4-BE49-F238E27FC236}">
                  <a16:creationId xmlns:a16="http://schemas.microsoft.com/office/drawing/2014/main" id="{C553C8A9-6BA6-4C1E-9755-C6CBA653FEA0}"/>
                </a:ext>
              </a:extLst>
            </p:cNvPr>
            <p:cNvSpPr/>
            <p:nvPr/>
          </p:nvSpPr>
          <p:spPr>
            <a:xfrm>
              <a:off x="52657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Freeform: Shape 1141">
              <a:extLst>
                <a:ext uri="{FF2B5EF4-FFF2-40B4-BE49-F238E27FC236}">
                  <a16:creationId xmlns:a16="http://schemas.microsoft.com/office/drawing/2014/main" id="{4138DA37-ED0F-401D-9C3A-B459D1386E28}"/>
                </a:ext>
              </a:extLst>
            </p:cNvPr>
            <p:cNvSpPr/>
            <p:nvPr/>
          </p:nvSpPr>
          <p:spPr>
            <a:xfrm>
              <a:off x="52657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Freeform: Shape 1142">
              <a:extLst>
                <a:ext uri="{FF2B5EF4-FFF2-40B4-BE49-F238E27FC236}">
                  <a16:creationId xmlns:a16="http://schemas.microsoft.com/office/drawing/2014/main" id="{66182835-6FAA-4A7C-8216-D7C311BE16C9}"/>
                </a:ext>
              </a:extLst>
            </p:cNvPr>
            <p:cNvSpPr/>
            <p:nvPr/>
          </p:nvSpPr>
          <p:spPr>
            <a:xfrm>
              <a:off x="5265775" y="157140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51" y="0"/>
                  </a:moveTo>
                  <a:cubicBezTo>
                    <a:pt x="472" y="0"/>
                    <a:pt x="0" y="477"/>
                    <a:pt x="0" y="1066"/>
                  </a:cubicBezTo>
                  <a:cubicBezTo>
                    <a:pt x="0" y="1705"/>
                    <a:pt x="524" y="2132"/>
                    <a:pt x="1072" y="2132"/>
                  </a:cubicBezTo>
                  <a:cubicBezTo>
                    <a:pt x="1331" y="2132"/>
                    <a:pt x="1596" y="2036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ubicBezTo>
                    <a:pt x="1060" y="1"/>
                    <a:pt x="1055" y="0"/>
                    <a:pt x="1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Freeform: Shape 1143">
              <a:extLst>
                <a:ext uri="{FF2B5EF4-FFF2-40B4-BE49-F238E27FC236}">
                  <a16:creationId xmlns:a16="http://schemas.microsoft.com/office/drawing/2014/main" id="{21294EF4-00A7-4531-986C-C251434AA4F0}"/>
                </a:ext>
              </a:extLst>
            </p:cNvPr>
            <p:cNvSpPr/>
            <p:nvPr/>
          </p:nvSpPr>
          <p:spPr>
            <a:xfrm>
              <a:off x="52657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2" y="2138"/>
                    <a:pt x="1068" y="2138"/>
                  </a:cubicBezTo>
                  <a:cubicBezTo>
                    <a:pt x="1329" y="2138"/>
                    <a:pt x="1595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Freeform: Shape 1144">
              <a:extLst>
                <a:ext uri="{FF2B5EF4-FFF2-40B4-BE49-F238E27FC236}">
                  <a16:creationId xmlns:a16="http://schemas.microsoft.com/office/drawing/2014/main" id="{A603E040-5D9B-47E2-A893-E5525CDE4F85}"/>
                </a:ext>
              </a:extLst>
            </p:cNvPr>
            <p:cNvSpPr/>
            <p:nvPr/>
          </p:nvSpPr>
          <p:spPr>
            <a:xfrm>
              <a:off x="52657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Freeform: Shape 1145">
              <a:extLst>
                <a:ext uri="{FF2B5EF4-FFF2-40B4-BE49-F238E27FC236}">
                  <a16:creationId xmlns:a16="http://schemas.microsoft.com/office/drawing/2014/main" id="{097F1144-9816-468E-B377-50B30FF3BC1F}"/>
                </a:ext>
              </a:extLst>
            </p:cNvPr>
            <p:cNvSpPr/>
            <p:nvPr/>
          </p:nvSpPr>
          <p:spPr>
            <a:xfrm>
              <a:off x="526577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Freeform: Shape 1146">
              <a:extLst>
                <a:ext uri="{FF2B5EF4-FFF2-40B4-BE49-F238E27FC236}">
                  <a16:creationId xmlns:a16="http://schemas.microsoft.com/office/drawing/2014/main" id="{5C511A2A-5997-4D1A-ACF9-4667EC22E6EA}"/>
                </a:ext>
              </a:extLst>
            </p:cNvPr>
            <p:cNvSpPr/>
            <p:nvPr/>
          </p:nvSpPr>
          <p:spPr>
            <a:xfrm>
              <a:off x="5265775" y="18760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5"/>
                    <a:pt x="524" y="2132"/>
                    <a:pt x="1072" y="2132"/>
                  </a:cubicBezTo>
                  <a:cubicBezTo>
                    <a:pt x="1331" y="2132"/>
                    <a:pt x="1596" y="2036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Freeform: Shape 1147">
              <a:extLst>
                <a:ext uri="{FF2B5EF4-FFF2-40B4-BE49-F238E27FC236}">
                  <a16:creationId xmlns:a16="http://schemas.microsoft.com/office/drawing/2014/main" id="{283A5EBB-C2CD-47C2-86AF-B71E7B055AAA}"/>
                </a:ext>
              </a:extLst>
            </p:cNvPr>
            <p:cNvSpPr/>
            <p:nvPr/>
          </p:nvSpPr>
          <p:spPr>
            <a:xfrm>
              <a:off x="526577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74"/>
                  </a:cubicBezTo>
                  <a:cubicBezTo>
                    <a:pt x="0" y="1712"/>
                    <a:pt x="521" y="2138"/>
                    <a:pt x="1067" y="2138"/>
                  </a:cubicBezTo>
                  <a:cubicBezTo>
                    <a:pt x="1328" y="2138"/>
                    <a:pt x="1595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Freeform: Shape 1148">
              <a:extLst>
                <a:ext uri="{FF2B5EF4-FFF2-40B4-BE49-F238E27FC236}">
                  <a16:creationId xmlns:a16="http://schemas.microsoft.com/office/drawing/2014/main" id="{63220933-1406-45AE-AA9C-183277BDC1AF}"/>
                </a:ext>
              </a:extLst>
            </p:cNvPr>
            <p:cNvSpPr/>
            <p:nvPr/>
          </p:nvSpPr>
          <p:spPr>
            <a:xfrm>
              <a:off x="5265775" y="20282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1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Freeform: Shape 1149">
              <a:extLst>
                <a:ext uri="{FF2B5EF4-FFF2-40B4-BE49-F238E27FC236}">
                  <a16:creationId xmlns:a16="http://schemas.microsoft.com/office/drawing/2014/main" id="{F4F5CE6F-28C4-4AA0-8E77-C6D33BBA7626}"/>
                </a:ext>
              </a:extLst>
            </p:cNvPr>
            <p:cNvSpPr/>
            <p:nvPr/>
          </p:nvSpPr>
          <p:spPr>
            <a:xfrm>
              <a:off x="52657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Freeform: Shape 1150">
              <a:extLst>
                <a:ext uri="{FF2B5EF4-FFF2-40B4-BE49-F238E27FC236}">
                  <a16:creationId xmlns:a16="http://schemas.microsoft.com/office/drawing/2014/main" id="{C474868B-A925-45D9-AE98-A33EF7F4C7FE}"/>
                </a:ext>
              </a:extLst>
            </p:cNvPr>
            <p:cNvSpPr/>
            <p:nvPr/>
          </p:nvSpPr>
          <p:spPr>
            <a:xfrm>
              <a:off x="526577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Freeform: Shape 1151">
              <a:extLst>
                <a:ext uri="{FF2B5EF4-FFF2-40B4-BE49-F238E27FC236}">
                  <a16:creationId xmlns:a16="http://schemas.microsoft.com/office/drawing/2014/main" id="{A8E082D9-9112-41A4-BF28-E3DA6E93EBD8}"/>
                </a:ext>
              </a:extLst>
            </p:cNvPr>
            <p:cNvSpPr/>
            <p:nvPr/>
          </p:nvSpPr>
          <p:spPr>
            <a:xfrm>
              <a:off x="5265775" y="225692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Freeform: Shape 1152">
              <a:extLst>
                <a:ext uri="{FF2B5EF4-FFF2-40B4-BE49-F238E27FC236}">
                  <a16:creationId xmlns:a16="http://schemas.microsoft.com/office/drawing/2014/main" id="{064A4B32-ABA6-4555-88B1-D5D8C0CBB6E1}"/>
                </a:ext>
              </a:extLst>
            </p:cNvPr>
            <p:cNvSpPr/>
            <p:nvPr/>
          </p:nvSpPr>
          <p:spPr>
            <a:xfrm>
              <a:off x="5265775" y="23331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Freeform: Shape 1153">
              <a:extLst>
                <a:ext uri="{FF2B5EF4-FFF2-40B4-BE49-F238E27FC236}">
                  <a16:creationId xmlns:a16="http://schemas.microsoft.com/office/drawing/2014/main" id="{E842F447-FC7C-4028-B18A-3DEF1A8E9027}"/>
                </a:ext>
              </a:extLst>
            </p:cNvPr>
            <p:cNvSpPr/>
            <p:nvPr/>
          </p:nvSpPr>
          <p:spPr>
            <a:xfrm>
              <a:off x="526577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Freeform: Shape 1154">
              <a:extLst>
                <a:ext uri="{FF2B5EF4-FFF2-40B4-BE49-F238E27FC236}">
                  <a16:creationId xmlns:a16="http://schemas.microsoft.com/office/drawing/2014/main" id="{31924FFA-3C7D-44F4-AF77-2F82FDB668A9}"/>
                </a:ext>
              </a:extLst>
            </p:cNvPr>
            <p:cNvSpPr/>
            <p:nvPr/>
          </p:nvSpPr>
          <p:spPr>
            <a:xfrm>
              <a:off x="5265775" y="24855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Freeform: Shape 1155">
              <a:extLst>
                <a:ext uri="{FF2B5EF4-FFF2-40B4-BE49-F238E27FC236}">
                  <a16:creationId xmlns:a16="http://schemas.microsoft.com/office/drawing/2014/main" id="{41EFFAAD-083B-45B8-B0CE-C575F621FC01}"/>
                </a:ext>
              </a:extLst>
            </p:cNvPr>
            <p:cNvSpPr/>
            <p:nvPr/>
          </p:nvSpPr>
          <p:spPr>
            <a:xfrm>
              <a:off x="526577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0" y="1711"/>
                    <a:pt x="521" y="2137"/>
                    <a:pt x="1067" y="2137"/>
                  </a:cubicBezTo>
                  <a:cubicBezTo>
                    <a:pt x="1328" y="2137"/>
                    <a:pt x="1595" y="2039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Freeform: Shape 1156">
              <a:extLst>
                <a:ext uri="{FF2B5EF4-FFF2-40B4-BE49-F238E27FC236}">
                  <a16:creationId xmlns:a16="http://schemas.microsoft.com/office/drawing/2014/main" id="{96AD19C5-9031-48A6-A8B9-C55242F3AF42}"/>
                </a:ext>
              </a:extLst>
            </p:cNvPr>
            <p:cNvSpPr/>
            <p:nvPr/>
          </p:nvSpPr>
          <p:spPr>
            <a:xfrm>
              <a:off x="526577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Freeform: Shape 1157">
              <a:extLst>
                <a:ext uri="{FF2B5EF4-FFF2-40B4-BE49-F238E27FC236}">
                  <a16:creationId xmlns:a16="http://schemas.microsoft.com/office/drawing/2014/main" id="{BA1AB78D-9E5E-446D-B8D2-1D77CAC18B00}"/>
                </a:ext>
              </a:extLst>
            </p:cNvPr>
            <p:cNvSpPr/>
            <p:nvPr/>
          </p:nvSpPr>
          <p:spPr>
            <a:xfrm>
              <a:off x="53419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Freeform: Shape 1158">
              <a:extLst>
                <a:ext uri="{FF2B5EF4-FFF2-40B4-BE49-F238E27FC236}">
                  <a16:creationId xmlns:a16="http://schemas.microsoft.com/office/drawing/2014/main" id="{BBF2CBBF-C68F-42B8-8CF5-5BD4D779D790}"/>
                </a:ext>
              </a:extLst>
            </p:cNvPr>
            <p:cNvSpPr/>
            <p:nvPr/>
          </p:nvSpPr>
          <p:spPr>
            <a:xfrm>
              <a:off x="53419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Freeform: Shape 1159">
              <a:extLst>
                <a:ext uri="{FF2B5EF4-FFF2-40B4-BE49-F238E27FC236}">
                  <a16:creationId xmlns:a16="http://schemas.microsoft.com/office/drawing/2014/main" id="{9A87592B-2CC1-4A01-8882-1FF54F0974B5}"/>
                </a:ext>
              </a:extLst>
            </p:cNvPr>
            <p:cNvSpPr/>
            <p:nvPr/>
          </p:nvSpPr>
          <p:spPr>
            <a:xfrm>
              <a:off x="53419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Freeform: Shape 1160">
              <a:extLst>
                <a:ext uri="{FF2B5EF4-FFF2-40B4-BE49-F238E27FC236}">
                  <a16:creationId xmlns:a16="http://schemas.microsoft.com/office/drawing/2014/main" id="{F4C5FEF3-862E-4C12-8FCE-A3B9D707A663}"/>
                </a:ext>
              </a:extLst>
            </p:cNvPr>
            <p:cNvSpPr/>
            <p:nvPr/>
          </p:nvSpPr>
          <p:spPr>
            <a:xfrm>
              <a:off x="5341975" y="1571400"/>
              <a:ext cx="62375" cy="53250"/>
            </a:xfrm>
            <a:custGeom>
              <a:avLst/>
              <a:gdLst/>
              <a:ahLst/>
              <a:cxnLst/>
              <a:rect l="l" t="t" r="r" b="b"/>
              <a:pathLst>
                <a:path w="2495" h="2130" extrusionOk="0">
                  <a:moveTo>
                    <a:pt x="1084" y="1"/>
                  </a:moveTo>
                  <a:cubicBezTo>
                    <a:pt x="1080" y="1"/>
                    <a:pt x="1077" y="1"/>
                    <a:pt x="1074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4" y="1149"/>
                    <a:pt x="2020" y="1"/>
                    <a:pt x="10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Freeform: Shape 1161">
              <a:extLst>
                <a:ext uri="{FF2B5EF4-FFF2-40B4-BE49-F238E27FC236}">
                  <a16:creationId xmlns:a16="http://schemas.microsoft.com/office/drawing/2014/main" id="{C80B7BB3-20FD-45FF-9D4B-7E73543DE0B4}"/>
                </a:ext>
              </a:extLst>
            </p:cNvPr>
            <p:cNvSpPr/>
            <p:nvPr/>
          </p:nvSpPr>
          <p:spPr>
            <a:xfrm>
              <a:off x="53419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Freeform: Shape 1162">
              <a:extLst>
                <a:ext uri="{FF2B5EF4-FFF2-40B4-BE49-F238E27FC236}">
                  <a16:creationId xmlns:a16="http://schemas.microsoft.com/office/drawing/2014/main" id="{4CD7DD64-2CB9-45B1-950C-55BC8EC789D7}"/>
                </a:ext>
              </a:extLst>
            </p:cNvPr>
            <p:cNvSpPr/>
            <p:nvPr/>
          </p:nvSpPr>
          <p:spPr>
            <a:xfrm>
              <a:off x="53419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Freeform: Shape 1163">
              <a:extLst>
                <a:ext uri="{FF2B5EF4-FFF2-40B4-BE49-F238E27FC236}">
                  <a16:creationId xmlns:a16="http://schemas.microsoft.com/office/drawing/2014/main" id="{EB30F83C-4D0D-493A-934C-E6F52FACC692}"/>
                </a:ext>
              </a:extLst>
            </p:cNvPr>
            <p:cNvSpPr/>
            <p:nvPr/>
          </p:nvSpPr>
          <p:spPr>
            <a:xfrm>
              <a:off x="53419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Freeform: Shape 1164">
              <a:extLst>
                <a:ext uri="{FF2B5EF4-FFF2-40B4-BE49-F238E27FC236}">
                  <a16:creationId xmlns:a16="http://schemas.microsoft.com/office/drawing/2014/main" id="{2923D5AD-E9F0-4BA8-BF39-3ECECFF7C532}"/>
                </a:ext>
              </a:extLst>
            </p:cNvPr>
            <p:cNvSpPr/>
            <p:nvPr/>
          </p:nvSpPr>
          <p:spPr>
            <a:xfrm>
              <a:off x="534197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Freeform: Shape 1165">
              <a:extLst>
                <a:ext uri="{FF2B5EF4-FFF2-40B4-BE49-F238E27FC236}">
                  <a16:creationId xmlns:a16="http://schemas.microsoft.com/office/drawing/2014/main" id="{34D6FA0E-4CCA-4847-A10D-2F60841B99A5}"/>
                </a:ext>
              </a:extLst>
            </p:cNvPr>
            <p:cNvSpPr/>
            <p:nvPr/>
          </p:nvSpPr>
          <p:spPr>
            <a:xfrm>
              <a:off x="53419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Freeform: Shape 1166">
              <a:extLst>
                <a:ext uri="{FF2B5EF4-FFF2-40B4-BE49-F238E27FC236}">
                  <a16:creationId xmlns:a16="http://schemas.microsoft.com/office/drawing/2014/main" id="{03D69F65-66D7-4993-9533-D37FD7B93F98}"/>
                </a:ext>
              </a:extLst>
            </p:cNvPr>
            <p:cNvSpPr/>
            <p:nvPr/>
          </p:nvSpPr>
          <p:spPr>
            <a:xfrm>
              <a:off x="53419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Freeform: Shape 1167">
              <a:extLst>
                <a:ext uri="{FF2B5EF4-FFF2-40B4-BE49-F238E27FC236}">
                  <a16:creationId xmlns:a16="http://schemas.microsoft.com/office/drawing/2014/main" id="{A8A9AEE5-13FE-4AAD-B281-3BC313062581}"/>
                </a:ext>
              </a:extLst>
            </p:cNvPr>
            <p:cNvSpPr/>
            <p:nvPr/>
          </p:nvSpPr>
          <p:spPr>
            <a:xfrm>
              <a:off x="53419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Freeform: Shape 1168">
              <a:extLst>
                <a:ext uri="{FF2B5EF4-FFF2-40B4-BE49-F238E27FC236}">
                  <a16:creationId xmlns:a16="http://schemas.microsoft.com/office/drawing/2014/main" id="{0FA8E619-359E-49A1-A793-45FF2B7855FB}"/>
                </a:ext>
              </a:extLst>
            </p:cNvPr>
            <p:cNvSpPr/>
            <p:nvPr/>
          </p:nvSpPr>
          <p:spPr>
            <a:xfrm>
              <a:off x="53419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Freeform: Shape 1169">
              <a:extLst>
                <a:ext uri="{FF2B5EF4-FFF2-40B4-BE49-F238E27FC236}">
                  <a16:creationId xmlns:a16="http://schemas.microsoft.com/office/drawing/2014/main" id="{7091AF3D-17C8-4017-93AA-BEFFE3AF9402}"/>
                </a:ext>
              </a:extLst>
            </p:cNvPr>
            <p:cNvSpPr/>
            <p:nvPr/>
          </p:nvSpPr>
          <p:spPr>
            <a:xfrm>
              <a:off x="53419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Freeform: Shape 1170">
              <a:extLst>
                <a:ext uri="{FF2B5EF4-FFF2-40B4-BE49-F238E27FC236}">
                  <a16:creationId xmlns:a16="http://schemas.microsoft.com/office/drawing/2014/main" id="{77EB80B2-D95D-44E0-806D-2789633A425E}"/>
                </a:ext>
              </a:extLst>
            </p:cNvPr>
            <p:cNvSpPr/>
            <p:nvPr/>
          </p:nvSpPr>
          <p:spPr>
            <a:xfrm>
              <a:off x="53419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Freeform: Shape 1171">
              <a:extLst>
                <a:ext uri="{FF2B5EF4-FFF2-40B4-BE49-F238E27FC236}">
                  <a16:creationId xmlns:a16="http://schemas.microsoft.com/office/drawing/2014/main" id="{13D344F3-93D7-43F0-9018-A520B81C3D09}"/>
                </a:ext>
              </a:extLst>
            </p:cNvPr>
            <p:cNvSpPr/>
            <p:nvPr/>
          </p:nvSpPr>
          <p:spPr>
            <a:xfrm>
              <a:off x="53419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Freeform: Shape 1172">
              <a:extLst>
                <a:ext uri="{FF2B5EF4-FFF2-40B4-BE49-F238E27FC236}">
                  <a16:creationId xmlns:a16="http://schemas.microsoft.com/office/drawing/2014/main" id="{40D92E8F-A25D-4C48-8BA2-EC1CF8FDD524}"/>
                </a:ext>
              </a:extLst>
            </p:cNvPr>
            <p:cNvSpPr/>
            <p:nvPr/>
          </p:nvSpPr>
          <p:spPr>
            <a:xfrm>
              <a:off x="53419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Freeform: Shape 1173">
              <a:extLst>
                <a:ext uri="{FF2B5EF4-FFF2-40B4-BE49-F238E27FC236}">
                  <a16:creationId xmlns:a16="http://schemas.microsoft.com/office/drawing/2014/main" id="{6394112D-5795-4EB7-9A06-57E771104CF4}"/>
                </a:ext>
              </a:extLst>
            </p:cNvPr>
            <p:cNvSpPr/>
            <p:nvPr/>
          </p:nvSpPr>
          <p:spPr>
            <a:xfrm>
              <a:off x="53419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Freeform: Shape 1174">
              <a:extLst>
                <a:ext uri="{FF2B5EF4-FFF2-40B4-BE49-F238E27FC236}">
                  <a16:creationId xmlns:a16="http://schemas.microsoft.com/office/drawing/2014/main" id="{0BC6C2E9-28D0-451D-9F7B-44BDE14152D9}"/>
                </a:ext>
              </a:extLst>
            </p:cNvPr>
            <p:cNvSpPr/>
            <p:nvPr/>
          </p:nvSpPr>
          <p:spPr>
            <a:xfrm>
              <a:off x="54182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Freeform: Shape 1175">
              <a:extLst>
                <a:ext uri="{FF2B5EF4-FFF2-40B4-BE49-F238E27FC236}">
                  <a16:creationId xmlns:a16="http://schemas.microsoft.com/office/drawing/2014/main" id="{ADEDB13B-E3D0-4E1B-8A44-9AACEEAEFB57}"/>
                </a:ext>
              </a:extLst>
            </p:cNvPr>
            <p:cNvSpPr/>
            <p:nvPr/>
          </p:nvSpPr>
          <p:spPr>
            <a:xfrm>
              <a:off x="54182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Freeform: Shape 1176">
              <a:extLst>
                <a:ext uri="{FF2B5EF4-FFF2-40B4-BE49-F238E27FC236}">
                  <a16:creationId xmlns:a16="http://schemas.microsoft.com/office/drawing/2014/main" id="{10C372E7-D36F-4673-9558-A0DAEA3E33A1}"/>
                </a:ext>
              </a:extLst>
            </p:cNvPr>
            <p:cNvSpPr/>
            <p:nvPr/>
          </p:nvSpPr>
          <p:spPr>
            <a:xfrm>
              <a:off x="54182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Freeform: Shape 1177">
              <a:extLst>
                <a:ext uri="{FF2B5EF4-FFF2-40B4-BE49-F238E27FC236}">
                  <a16:creationId xmlns:a16="http://schemas.microsoft.com/office/drawing/2014/main" id="{6950FE27-5F6C-4FDD-B4DE-87A0E2D76B45}"/>
                </a:ext>
              </a:extLst>
            </p:cNvPr>
            <p:cNvSpPr/>
            <p:nvPr/>
          </p:nvSpPr>
          <p:spPr>
            <a:xfrm>
              <a:off x="54182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Freeform: Shape 1178">
              <a:extLst>
                <a:ext uri="{FF2B5EF4-FFF2-40B4-BE49-F238E27FC236}">
                  <a16:creationId xmlns:a16="http://schemas.microsoft.com/office/drawing/2014/main" id="{5980D01E-A63B-44EA-ADD8-C4B630FC219F}"/>
                </a:ext>
              </a:extLst>
            </p:cNvPr>
            <p:cNvSpPr/>
            <p:nvPr/>
          </p:nvSpPr>
          <p:spPr>
            <a:xfrm>
              <a:off x="54182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Freeform: Shape 1179">
              <a:extLst>
                <a:ext uri="{FF2B5EF4-FFF2-40B4-BE49-F238E27FC236}">
                  <a16:creationId xmlns:a16="http://schemas.microsoft.com/office/drawing/2014/main" id="{575A5CA5-004C-47C2-BE79-DAD8DDC45EA6}"/>
                </a:ext>
              </a:extLst>
            </p:cNvPr>
            <p:cNvSpPr/>
            <p:nvPr/>
          </p:nvSpPr>
          <p:spPr>
            <a:xfrm>
              <a:off x="54182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Freeform: Shape 1180">
              <a:extLst>
                <a:ext uri="{FF2B5EF4-FFF2-40B4-BE49-F238E27FC236}">
                  <a16:creationId xmlns:a16="http://schemas.microsoft.com/office/drawing/2014/main" id="{667AC759-8D08-4862-811D-CF93D2A9B464}"/>
                </a:ext>
              </a:extLst>
            </p:cNvPr>
            <p:cNvSpPr/>
            <p:nvPr/>
          </p:nvSpPr>
          <p:spPr>
            <a:xfrm>
              <a:off x="54182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Freeform: Shape 1181">
              <a:extLst>
                <a:ext uri="{FF2B5EF4-FFF2-40B4-BE49-F238E27FC236}">
                  <a16:creationId xmlns:a16="http://schemas.microsoft.com/office/drawing/2014/main" id="{7A9A8B65-E621-4537-9CB8-329BBA15C611}"/>
                </a:ext>
              </a:extLst>
            </p:cNvPr>
            <p:cNvSpPr/>
            <p:nvPr/>
          </p:nvSpPr>
          <p:spPr>
            <a:xfrm>
              <a:off x="541820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Freeform: Shape 1182">
              <a:extLst>
                <a:ext uri="{FF2B5EF4-FFF2-40B4-BE49-F238E27FC236}">
                  <a16:creationId xmlns:a16="http://schemas.microsoft.com/office/drawing/2014/main" id="{52F7AA28-A479-42B3-B1F2-D589BA9E3E32}"/>
                </a:ext>
              </a:extLst>
            </p:cNvPr>
            <p:cNvSpPr/>
            <p:nvPr/>
          </p:nvSpPr>
          <p:spPr>
            <a:xfrm>
              <a:off x="54182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Freeform: Shape 1183">
              <a:extLst>
                <a:ext uri="{FF2B5EF4-FFF2-40B4-BE49-F238E27FC236}">
                  <a16:creationId xmlns:a16="http://schemas.microsoft.com/office/drawing/2014/main" id="{A339700B-D166-40A6-BCD1-FD9E9B4F3A0E}"/>
                </a:ext>
              </a:extLst>
            </p:cNvPr>
            <p:cNvSpPr/>
            <p:nvPr/>
          </p:nvSpPr>
          <p:spPr>
            <a:xfrm>
              <a:off x="54182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Freeform: Shape 1184">
              <a:extLst>
                <a:ext uri="{FF2B5EF4-FFF2-40B4-BE49-F238E27FC236}">
                  <a16:creationId xmlns:a16="http://schemas.microsoft.com/office/drawing/2014/main" id="{D38A71C1-8F2F-4277-8E7E-DB3E92206C93}"/>
                </a:ext>
              </a:extLst>
            </p:cNvPr>
            <p:cNvSpPr/>
            <p:nvPr/>
          </p:nvSpPr>
          <p:spPr>
            <a:xfrm>
              <a:off x="54182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Freeform: Shape 1185">
              <a:extLst>
                <a:ext uri="{FF2B5EF4-FFF2-40B4-BE49-F238E27FC236}">
                  <a16:creationId xmlns:a16="http://schemas.microsoft.com/office/drawing/2014/main" id="{EEF61D29-027A-42CF-9A23-6F069A07D850}"/>
                </a:ext>
              </a:extLst>
            </p:cNvPr>
            <p:cNvSpPr/>
            <p:nvPr/>
          </p:nvSpPr>
          <p:spPr>
            <a:xfrm>
              <a:off x="54182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Freeform: Shape 1186">
              <a:extLst>
                <a:ext uri="{FF2B5EF4-FFF2-40B4-BE49-F238E27FC236}">
                  <a16:creationId xmlns:a16="http://schemas.microsoft.com/office/drawing/2014/main" id="{D078FE96-5CAC-4996-B133-74807F559D70}"/>
                </a:ext>
              </a:extLst>
            </p:cNvPr>
            <p:cNvSpPr/>
            <p:nvPr/>
          </p:nvSpPr>
          <p:spPr>
            <a:xfrm>
              <a:off x="541820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Freeform: Shape 1187">
              <a:extLst>
                <a:ext uri="{FF2B5EF4-FFF2-40B4-BE49-F238E27FC236}">
                  <a16:creationId xmlns:a16="http://schemas.microsoft.com/office/drawing/2014/main" id="{FBCCDE25-8139-49CF-8A93-9879F97D91BE}"/>
                </a:ext>
              </a:extLst>
            </p:cNvPr>
            <p:cNvSpPr/>
            <p:nvPr/>
          </p:nvSpPr>
          <p:spPr>
            <a:xfrm>
              <a:off x="54182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Freeform: Shape 1188">
              <a:extLst>
                <a:ext uri="{FF2B5EF4-FFF2-40B4-BE49-F238E27FC236}">
                  <a16:creationId xmlns:a16="http://schemas.microsoft.com/office/drawing/2014/main" id="{530D4E5D-5F1B-49C8-8560-B2323A3DA837}"/>
                </a:ext>
              </a:extLst>
            </p:cNvPr>
            <p:cNvSpPr/>
            <p:nvPr/>
          </p:nvSpPr>
          <p:spPr>
            <a:xfrm>
              <a:off x="541820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Freeform: Shape 1189">
              <a:extLst>
                <a:ext uri="{FF2B5EF4-FFF2-40B4-BE49-F238E27FC236}">
                  <a16:creationId xmlns:a16="http://schemas.microsoft.com/office/drawing/2014/main" id="{C8785003-2C83-4987-AF99-9B447E758B53}"/>
                </a:ext>
              </a:extLst>
            </p:cNvPr>
            <p:cNvSpPr/>
            <p:nvPr/>
          </p:nvSpPr>
          <p:spPr>
            <a:xfrm>
              <a:off x="541820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Freeform: Shape 1190">
              <a:extLst>
                <a:ext uri="{FF2B5EF4-FFF2-40B4-BE49-F238E27FC236}">
                  <a16:creationId xmlns:a16="http://schemas.microsoft.com/office/drawing/2014/main" id="{FAB79F2B-48DA-416D-A28B-088FB38D465E}"/>
                </a:ext>
              </a:extLst>
            </p:cNvPr>
            <p:cNvSpPr/>
            <p:nvPr/>
          </p:nvSpPr>
          <p:spPr>
            <a:xfrm>
              <a:off x="541820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8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Freeform: Shape 1191">
              <a:extLst>
                <a:ext uri="{FF2B5EF4-FFF2-40B4-BE49-F238E27FC236}">
                  <a16:creationId xmlns:a16="http://schemas.microsoft.com/office/drawing/2014/main" id="{8930BE75-9AFD-4CF8-AD13-765D55B3C01E}"/>
                </a:ext>
              </a:extLst>
            </p:cNvPr>
            <p:cNvSpPr/>
            <p:nvPr/>
          </p:nvSpPr>
          <p:spPr>
            <a:xfrm>
              <a:off x="541820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Freeform: Shape 1192">
              <a:extLst>
                <a:ext uri="{FF2B5EF4-FFF2-40B4-BE49-F238E27FC236}">
                  <a16:creationId xmlns:a16="http://schemas.microsoft.com/office/drawing/2014/main" id="{22D292EB-0BDB-4040-B01C-EF08E6AA961E}"/>
                </a:ext>
              </a:extLst>
            </p:cNvPr>
            <p:cNvSpPr/>
            <p:nvPr/>
          </p:nvSpPr>
          <p:spPr>
            <a:xfrm>
              <a:off x="549440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Freeform: Shape 1193">
              <a:extLst>
                <a:ext uri="{FF2B5EF4-FFF2-40B4-BE49-F238E27FC236}">
                  <a16:creationId xmlns:a16="http://schemas.microsoft.com/office/drawing/2014/main" id="{565DAB91-4044-4950-A23C-8CC802D46448}"/>
                </a:ext>
              </a:extLst>
            </p:cNvPr>
            <p:cNvSpPr/>
            <p:nvPr/>
          </p:nvSpPr>
          <p:spPr>
            <a:xfrm>
              <a:off x="54944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Freeform: Shape 1194">
              <a:extLst>
                <a:ext uri="{FF2B5EF4-FFF2-40B4-BE49-F238E27FC236}">
                  <a16:creationId xmlns:a16="http://schemas.microsoft.com/office/drawing/2014/main" id="{0E93EF36-1EFE-463D-83F0-73CA1CA01DF2}"/>
                </a:ext>
              </a:extLst>
            </p:cNvPr>
            <p:cNvSpPr/>
            <p:nvPr/>
          </p:nvSpPr>
          <p:spPr>
            <a:xfrm>
              <a:off x="54944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Freeform: Shape 1195">
              <a:extLst>
                <a:ext uri="{FF2B5EF4-FFF2-40B4-BE49-F238E27FC236}">
                  <a16:creationId xmlns:a16="http://schemas.microsoft.com/office/drawing/2014/main" id="{33C0C25E-8262-4863-8FEE-C89E73958609}"/>
                </a:ext>
              </a:extLst>
            </p:cNvPr>
            <p:cNvSpPr/>
            <p:nvPr/>
          </p:nvSpPr>
          <p:spPr>
            <a:xfrm>
              <a:off x="54944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Freeform: Shape 1196">
              <a:extLst>
                <a:ext uri="{FF2B5EF4-FFF2-40B4-BE49-F238E27FC236}">
                  <a16:creationId xmlns:a16="http://schemas.microsoft.com/office/drawing/2014/main" id="{890DD1BD-5DFB-475E-B0B4-0473AC388CE1}"/>
                </a:ext>
              </a:extLst>
            </p:cNvPr>
            <p:cNvSpPr/>
            <p:nvPr/>
          </p:nvSpPr>
          <p:spPr>
            <a:xfrm>
              <a:off x="54944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Freeform: Shape 1197">
              <a:extLst>
                <a:ext uri="{FF2B5EF4-FFF2-40B4-BE49-F238E27FC236}">
                  <a16:creationId xmlns:a16="http://schemas.microsoft.com/office/drawing/2014/main" id="{FE19C564-A49C-4FC6-81B4-C75B5B6D48BE}"/>
                </a:ext>
              </a:extLst>
            </p:cNvPr>
            <p:cNvSpPr/>
            <p:nvPr/>
          </p:nvSpPr>
          <p:spPr>
            <a:xfrm>
              <a:off x="63323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Freeform: Shape 1198">
              <a:extLst>
                <a:ext uri="{FF2B5EF4-FFF2-40B4-BE49-F238E27FC236}">
                  <a16:creationId xmlns:a16="http://schemas.microsoft.com/office/drawing/2014/main" id="{686DE96E-4E6B-45B4-831A-2174A10D9E9E}"/>
                </a:ext>
              </a:extLst>
            </p:cNvPr>
            <p:cNvSpPr/>
            <p:nvPr/>
          </p:nvSpPr>
          <p:spPr>
            <a:xfrm>
              <a:off x="63323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Freeform: Shape 1199">
              <a:extLst>
                <a:ext uri="{FF2B5EF4-FFF2-40B4-BE49-F238E27FC236}">
                  <a16:creationId xmlns:a16="http://schemas.microsoft.com/office/drawing/2014/main" id="{3C9EA377-8EA9-4F29-858C-4E9CD59245BC}"/>
                </a:ext>
              </a:extLst>
            </p:cNvPr>
            <p:cNvSpPr/>
            <p:nvPr/>
          </p:nvSpPr>
          <p:spPr>
            <a:xfrm>
              <a:off x="64083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Freeform: Shape 1200">
              <a:extLst>
                <a:ext uri="{FF2B5EF4-FFF2-40B4-BE49-F238E27FC236}">
                  <a16:creationId xmlns:a16="http://schemas.microsoft.com/office/drawing/2014/main" id="{17BAC7A0-BB12-4F91-BD33-715067F7C0B4}"/>
                </a:ext>
              </a:extLst>
            </p:cNvPr>
            <p:cNvSpPr/>
            <p:nvPr/>
          </p:nvSpPr>
          <p:spPr>
            <a:xfrm>
              <a:off x="640835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Freeform: Shape 1201">
              <a:extLst>
                <a:ext uri="{FF2B5EF4-FFF2-40B4-BE49-F238E27FC236}">
                  <a16:creationId xmlns:a16="http://schemas.microsoft.com/office/drawing/2014/main" id="{8A297810-967A-4B4E-9CFE-3A6C95C8B3B9}"/>
                </a:ext>
              </a:extLst>
            </p:cNvPr>
            <p:cNvSpPr/>
            <p:nvPr/>
          </p:nvSpPr>
          <p:spPr>
            <a:xfrm>
              <a:off x="64845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Freeform: Shape 1202">
              <a:extLst>
                <a:ext uri="{FF2B5EF4-FFF2-40B4-BE49-F238E27FC236}">
                  <a16:creationId xmlns:a16="http://schemas.microsoft.com/office/drawing/2014/main" id="{72177B95-4089-42CD-A8B4-52093C97BF2D}"/>
                </a:ext>
              </a:extLst>
            </p:cNvPr>
            <p:cNvSpPr/>
            <p:nvPr/>
          </p:nvSpPr>
          <p:spPr>
            <a:xfrm>
              <a:off x="64845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Freeform: Shape 1203">
              <a:extLst>
                <a:ext uri="{FF2B5EF4-FFF2-40B4-BE49-F238E27FC236}">
                  <a16:creationId xmlns:a16="http://schemas.microsoft.com/office/drawing/2014/main" id="{4F479C7C-67DD-4D4B-8C45-9BBECC24A848}"/>
                </a:ext>
              </a:extLst>
            </p:cNvPr>
            <p:cNvSpPr/>
            <p:nvPr/>
          </p:nvSpPr>
          <p:spPr>
            <a:xfrm>
              <a:off x="64845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Freeform: Shape 1204">
              <a:extLst>
                <a:ext uri="{FF2B5EF4-FFF2-40B4-BE49-F238E27FC236}">
                  <a16:creationId xmlns:a16="http://schemas.microsoft.com/office/drawing/2014/main" id="{7253E19D-7888-4386-894C-B7576569D4C0}"/>
                </a:ext>
              </a:extLst>
            </p:cNvPr>
            <p:cNvSpPr/>
            <p:nvPr/>
          </p:nvSpPr>
          <p:spPr>
            <a:xfrm>
              <a:off x="65608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Freeform: Shape 1205">
              <a:extLst>
                <a:ext uri="{FF2B5EF4-FFF2-40B4-BE49-F238E27FC236}">
                  <a16:creationId xmlns:a16="http://schemas.microsoft.com/office/drawing/2014/main" id="{4FAECAA1-75B5-4F27-A13E-0893E94CAE68}"/>
                </a:ext>
              </a:extLst>
            </p:cNvPr>
            <p:cNvSpPr/>
            <p:nvPr/>
          </p:nvSpPr>
          <p:spPr>
            <a:xfrm>
              <a:off x="65608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Freeform: Shape 1206">
              <a:extLst>
                <a:ext uri="{FF2B5EF4-FFF2-40B4-BE49-F238E27FC236}">
                  <a16:creationId xmlns:a16="http://schemas.microsoft.com/office/drawing/2014/main" id="{73FBEDA4-974A-4FD4-83E4-BCFEE0242740}"/>
                </a:ext>
              </a:extLst>
            </p:cNvPr>
            <p:cNvSpPr/>
            <p:nvPr/>
          </p:nvSpPr>
          <p:spPr>
            <a:xfrm>
              <a:off x="66370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Freeform: Shape 1207">
              <a:extLst>
                <a:ext uri="{FF2B5EF4-FFF2-40B4-BE49-F238E27FC236}">
                  <a16:creationId xmlns:a16="http://schemas.microsoft.com/office/drawing/2014/main" id="{F565F99A-6CDD-46F2-8059-DA162211A585}"/>
                </a:ext>
              </a:extLst>
            </p:cNvPr>
            <p:cNvSpPr/>
            <p:nvPr/>
          </p:nvSpPr>
          <p:spPr>
            <a:xfrm>
              <a:off x="70940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Freeform: Shape 1208">
              <a:extLst>
                <a:ext uri="{FF2B5EF4-FFF2-40B4-BE49-F238E27FC236}">
                  <a16:creationId xmlns:a16="http://schemas.microsoft.com/office/drawing/2014/main" id="{3BA79A1F-A402-4024-BAAA-FA32FDEFE774}"/>
                </a:ext>
              </a:extLst>
            </p:cNvPr>
            <p:cNvSpPr/>
            <p:nvPr/>
          </p:nvSpPr>
          <p:spPr>
            <a:xfrm>
              <a:off x="67132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Freeform: Shape 1209">
              <a:extLst>
                <a:ext uri="{FF2B5EF4-FFF2-40B4-BE49-F238E27FC236}">
                  <a16:creationId xmlns:a16="http://schemas.microsoft.com/office/drawing/2014/main" id="{E31FD2CB-1592-493E-A4EB-6F2BE6D9897A}"/>
                </a:ext>
              </a:extLst>
            </p:cNvPr>
            <p:cNvSpPr/>
            <p:nvPr/>
          </p:nvSpPr>
          <p:spPr>
            <a:xfrm>
              <a:off x="678922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Freeform: Shape 1210">
              <a:extLst>
                <a:ext uri="{FF2B5EF4-FFF2-40B4-BE49-F238E27FC236}">
                  <a16:creationId xmlns:a16="http://schemas.microsoft.com/office/drawing/2014/main" id="{E4928C08-2E5B-445F-949D-AB1454EBBC7F}"/>
                </a:ext>
              </a:extLst>
            </p:cNvPr>
            <p:cNvSpPr/>
            <p:nvPr/>
          </p:nvSpPr>
          <p:spPr>
            <a:xfrm>
              <a:off x="68656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Freeform: Shape 1211">
              <a:extLst>
                <a:ext uri="{FF2B5EF4-FFF2-40B4-BE49-F238E27FC236}">
                  <a16:creationId xmlns:a16="http://schemas.microsoft.com/office/drawing/2014/main" id="{3DE427D2-9DBB-4170-8A94-FFF632E2C265}"/>
                </a:ext>
              </a:extLst>
            </p:cNvPr>
            <p:cNvSpPr/>
            <p:nvPr/>
          </p:nvSpPr>
          <p:spPr>
            <a:xfrm>
              <a:off x="7017875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Freeform: Shape 1212">
              <a:extLst>
                <a:ext uri="{FF2B5EF4-FFF2-40B4-BE49-F238E27FC236}">
                  <a16:creationId xmlns:a16="http://schemas.microsoft.com/office/drawing/2014/main" id="{F1D790C4-CEE1-412C-8D77-418B5DFE35EC}"/>
                </a:ext>
              </a:extLst>
            </p:cNvPr>
            <p:cNvSpPr/>
            <p:nvPr/>
          </p:nvSpPr>
          <p:spPr>
            <a:xfrm>
              <a:off x="69418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Freeform: Shape 1213">
              <a:extLst>
                <a:ext uri="{FF2B5EF4-FFF2-40B4-BE49-F238E27FC236}">
                  <a16:creationId xmlns:a16="http://schemas.microsoft.com/office/drawing/2014/main" id="{7EF746DF-66EC-4DF1-A4D8-E3D4F45B0020}"/>
                </a:ext>
              </a:extLst>
            </p:cNvPr>
            <p:cNvSpPr/>
            <p:nvPr/>
          </p:nvSpPr>
          <p:spPr>
            <a:xfrm>
              <a:off x="68656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Freeform: Shape 1214">
              <a:extLst>
                <a:ext uri="{FF2B5EF4-FFF2-40B4-BE49-F238E27FC236}">
                  <a16:creationId xmlns:a16="http://schemas.microsoft.com/office/drawing/2014/main" id="{E7966B02-BCEF-4D4D-82E9-03036981CB3E}"/>
                </a:ext>
              </a:extLst>
            </p:cNvPr>
            <p:cNvSpPr/>
            <p:nvPr/>
          </p:nvSpPr>
          <p:spPr>
            <a:xfrm>
              <a:off x="678922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Freeform: Shape 1215">
              <a:extLst>
                <a:ext uri="{FF2B5EF4-FFF2-40B4-BE49-F238E27FC236}">
                  <a16:creationId xmlns:a16="http://schemas.microsoft.com/office/drawing/2014/main" id="{0140F85D-C620-4A1B-8C80-C2D692ADE8C6}"/>
                </a:ext>
              </a:extLst>
            </p:cNvPr>
            <p:cNvSpPr/>
            <p:nvPr/>
          </p:nvSpPr>
          <p:spPr>
            <a:xfrm>
              <a:off x="67132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Freeform: Shape 1216">
              <a:extLst>
                <a:ext uri="{FF2B5EF4-FFF2-40B4-BE49-F238E27FC236}">
                  <a16:creationId xmlns:a16="http://schemas.microsoft.com/office/drawing/2014/main" id="{D027E845-80FF-4758-B9C4-D84F382F52A9}"/>
                </a:ext>
              </a:extLst>
            </p:cNvPr>
            <p:cNvSpPr/>
            <p:nvPr/>
          </p:nvSpPr>
          <p:spPr>
            <a:xfrm>
              <a:off x="66370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Freeform: Shape 1217">
              <a:extLst>
                <a:ext uri="{FF2B5EF4-FFF2-40B4-BE49-F238E27FC236}">
                  <a16:creationId xmlns:a16="http://schemas.microsoft.com/office/drawing/2014/main" id="{8AB84DE6-37F5-455F-8F9A-297FB91488E5}"/>
                </a:ext>
              </a:extLst>
            </p:cNvPr>
            <p:cNvSpPr/>
            <p:nvPr/>
          </p:nvSpPr>
          <p:spPr>
            <a:xfrm>
              <a:off x="66370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Freeform: Shape 1218">
              <a:extLst>
                <a:ext uri="{FF2B5EF4-FFF2-40B4-BE49-F238E27FC236}">
                  <a16:creationId xmlns:a16="http://schemas.microsoft.com/office/drawing/2014/main" id="{6B31B1F0-19CE-4ED9-A5BC-0D045B26A841}"/>
                </a:ext>
              </a:extLst>
            </p:cNvPr>
            <p:cNvSpPr/>
            <p:nvPr/>
          </p:nvSpPr>
          <p:spPr>
            <a:xfrm>
              <a:off x="65608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Freeform: Shape 1219">
              <a:extLst>
                <a:ext uri="{FF2B5EF4-FFF2-40B4-BE49-F238E27FC236}">
                  <a16:creationId xmlns:a16="http://schemas.microsoft.com/office/drawing/2014/main" id="{946565CB-3652-4BAE-8771-B70C5C119B5E}"/>
                </a:ext>
              </a:extLst>
            </p:cNvPr>
            <p:cNvSpPr/>
            <p:nvPr/>
          </p:nvSpPr>
          <p:spPr>
            <a:xfrm>
              <a:off x="64845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Freeform: Shape 1220">
              <a:extLst>
                <a:ext uri="{FF2B5EF4-FFF2-40B4-BE49-F238E27FC236}">
                  <a16:creationId xmlns:a16="http://schemas.microsoft.com/office/drawing/2014/main" id="{69189F67-0B41-4108-9EFD-8E59D016C718}"/>
                </a:ext>
              </a:extLst>
            </p:cNvPr>
            <p:cNvSpPr/>
            <p:nvPr/>
          </p:nvSpPr>
          <p:spPr>
            <a:xfrm>
              <a:off x="64083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Freeform: Shape 1221">
              <a:extLst>
                <a:ext uri="{FF2B5EF4-FFF2-40B4-BE49-F238E27FC236}">
                  <a16:creationId xmlns:a16="http://schemas.microsoft.com/office/drawing/2014/main" id="{518C7982-9188-4CCC-A476-EF53DC015EC5}"/>
                </a:ext>
              </a:extLst>
            </p:cNvPr>
            <p:cNvSpPr/>
            <p:nvPr/>
          </p:nvSpPr>
          <p:spPr>
            <a:xfrm>
              <a:off x="63323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Freeform: Shape 1222">
              <a:extLst>
                <a:ext uri="{FF2B5EF4-FFF2-40B4-BE49-F238E27FC236}">
                  <a16:creationId xmlns:a16="http://schemas.microsoft.com/office/drawing/2014/main" id="{C4085A60-3B38-4F33-951C-E8E900C10199}"/>
                </a:ext>
              </a:extLst>
            </p:cNvPr>
            <p:cNvSpPr/>
            <p:nvPr/>
          </p:nvSpPr>
          <p:spPr>
            <a:xfrm>
              <a:off x="58752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Freeform: Shape 1223">
              <a:extLst>
                <a:ext uri="{FF2B5EF4-FFF2-40B4-BE49-F238E27FC236}">
                  <a16:creationId xmlns:a16="http://schemas.microsoft.com/office/drawing/2014/main" id="{9C4C41E0-D0DB-47FC-807B-E625AE3B3AB3}"/>
                </a:ext>
              </a:extLst>
            </p:cNvPr>
            <p:cNvSpPr/>
            <p:nvPr/>
          </p:nvSpPr>
          <p:spPr>
            <a:xfrm>
              <a:off x="58752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Freeform: Shape 1224">
              <a:extLst>
                <a:ext uri="{FF2B5EF4-FFF2-40B4-BE49-F238E27FC236}">
                  <a16:creationId xmlns:a16="http://schemas.microsoft.com/office/drawing/2014/main" id="{75863797-3161-40C1-871F-192E25AC8C33}"/>
                </a:ext>
              </a:extLst>
            </p:cNvPr>
            <p:cNvSpPr/>
            <p:nvPr/>
          </p:nvSpPr>
          <p:spPr>
            <a:xfrm>
              <a:off x="59514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Freeform: Shape 1225">
              <a:extLst>
                <a:ext uri="{FF2B5EF4-FFF2-40B4-BE49-F238E27FC236}">
                  <a16:creationId xmlns:a16="http://schemas.microsoft.com/office/drawing/2014/main" id="{8FED84F9-3F2B-4BE1-8BBF-C62036AD855D}"/>
                </a:ext>
              </a:extLst>
            </p:cNvPr>
            <p:cNvSpPr/>
            <p:nvPr/>
          </p:nvSpPr>
          <p:spPr>
            <a:xfrm>
              <a:off x="59514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Freeform: Shape 1226">
              <a:extLst>
                <a:ext uri="{FF2B5EF4-FFF2-40B4-BE49-F238E27FC236}">
                  <a16:creationId xmlns:a16="http://schemas.microsoft.com/office/drawing/2014/main" id="{5928947E-C023-4928-BF6A-99BC8B11E1E0}"/>
                </a:ext>
              </a:extLst>
            </p:cNvPr>
            <p:cNvSpPr/>
            <p:nvPr/>
          </p:nvSpPr>
          <p:spPr>
            <a:xfrm>
              <a:off x="59514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Freeform: Shape 1227">
              <a:extLst>
                <a:ext uri="{FF2B5EF4-FFF2-40B4-BE49-F238E27FC236}">
                  <a16:creationId xmlns:a16="http://schemas.microsoft.com/office/drawing/2014/main" id="{85EA5E23-4338-40BB-AB30-5818CE9B5B22}"/>
                </a:ext>
              </a:extLst>
            </p:cNvPr>
            <p:cNvSpPr/>
            <p:nvPr/>
          </p:nvSpPr>
          <p:spPr>
            <a:xfrm>
              <a:off x="59514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Freeform: Shape 1228">
              <a:extLst>
                <a:ext uri="{FF2B5EF4-FFF2-40B4-BE49-F238E27FC236}">
                  <a16:creationId xmlns:a16="http://schemas.microsoft.com/office/drawing/2014/main" id="{C7DB6AEB-C3FC-42EA-9EBB-797ED70409E1}"/>
                </a:ext>
              </a:extLst>
            </p:cNvPr>
            <p:cNvSpPr/>
            <p:nvPr/>
          </p:nvSpPr>
          <p:spPr>
            <a:xfrm>
              <a:off x="59514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Freeform: Shape 1229">
              <a:extLst>
                <a:ext uri="{FF2B5EF4-FFF2-40B4-BE49-F238E27FC236}">
                  <a16:creationId xmlns:a16="http://schemas.microsoft.com/office/drawing/2014/main" id="{D9FA2506-D352-4551-8F12-6749115937F1}"/>
                </a:ext>
              </a:extLst>
            </p:cNvPr>
            <p:cNvSpPr/>
            <p:nvPr/>
          </p:nvSpPr>
          <p:spPr>
            <a:xfrm>
              <a:off x="59514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Freeform: Shape 1230">
              <a:extLst>
                <a:ext uri="{FF2B5EF4-FFF2-40B4-BE49-F238E27FC236}">
                  <a16:creationId xmlns:a16="http://schemas.microsoft.com/office/drawing/2014/main" id="{8F54580D-0F67-4A2C-AFBC-B49A752800DF}"/>
                </a:ext>
              </a:extLst>
            </p:cNvPr>
            <p:cNvSpPr/>
            <p:nvPr/>
          </p:nvSpPr>
          <p:spPr>
            <a:xfrm>
              <a:off x="595147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Freeform: Shape 1231">
              <a:extLst>
                <a:ext uri="{FF2B5EF4-FFF2-40B4-BE49-F238E27FC236}">
                  <a16:creationId xmlns:a16="http://schemas.microsoft.com/office/drawing/2014/main" id="{BBFF0D00-D4B0-4C82-8EEB-EAF5F50FB6A8}"/>
                </a:ext>
              </a:extLst>
            </p:cNvPr>
            <p:cNvSpPr/>
            <p:nvPr/>
          </p:nvSpPr>
          <p:spPr>
            <a:xfrm>
              <a:off x="59514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Freeform: Shape 1232">
              <a:extLst>
                <a:ext uri="{FF2B5EF4-FFF2-40B4-BE49-F238E27FC236}">
                  <a16:creationId xmlns:a16="http://schemas.microsoft.com/office/drawing/2014/main" id="{58E50E87-4F16-46EB-B9FD-69F3A5F1F820}"/>
                </a:ext>
              </a:extLst>
            </p:cNvPr>
            <p:cNvSpPr/>
            <p:nvPr/>
          </p:nvSpPr>
          <p:spPr>
            <a:xfrm>
              <a:off x="59514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Freeform: Shape 1233">
              <a:extLst>
                <a:ext uri="{FF2B5EF4-FFF2-40B4-BE49-F238E27FC236}">
                  <a16:creationId xmlns:a16="http://schemas.microsoft.com/office/drawing/2014/main" id="{25D7026F-B6A1-4F26-8F19-025CEE77776A}"/>
                </a:ext>
              </a:extLst>
            </p:cNvPr>
            <p:cNvSpPr/>
            <p:nvPr/>
          </p:nvSpPr>
          <p:spPr>
            <a:xfrm>
              <a:off x="60275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Freeform: Shape 1234">
              <a:extLst>
                <a:ext uri="{FF2B5EF4-FFF2-40B4-BE49-F238E27FC236}">
                  <a16:creationId xmlns:a16="http://schemas.microsoft.com/office/drawing/2014/main" id="{B59E91FA-56BB-482A-BBE8-5ACCFAAC6F0E}"/>
                </a:ext>
              </a:extLst>
            </p:cNvPr>
            <p:cNvSpPr/>
            <p:nvPr/>
          </p:nvSpPr>
          <p:spPr>
            <a:xfrm>
              <a:off x="60275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Freeform: Shape 1235">
              <a:extLst>
                <a:ext uri="{FF2B5EF4-FFF2-40B4-BE49-F238E27FC236}">
                  <a16:creationId xmlns:a16="http://schemas.microsoft.com/office/drawing/2014/main" id="{0E6CBEC3-58B6-41B9-9AD7-321EAF2D2260}"/>
                </a:ext>
              </a:extLst>
            </p:cNvPr>
            <p:cNvSpPr/>
            <p:nvPr/>
          </p:nvSpPr>
          <p:spPr>
            <a:xfrm>
              <a:off x="60275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Freeform: Shape 1236">
              <a:extLst>
                <a:ext uri="{FF2B5EF4-FFF2-40B4-BE49-F238E27FC236}">
                  <a16:creationId xmlns:a16="http://schemas.microsoft.com/office/drawing/2014/main" id="{274C11B9-FC7E-4689-BC7C-630E684BAF6C}"/>
                </a:ext>
              </a:extLst>
            </p:cNvPr>
            <p:cNvSpPr/>
            <p:nvPr/>
          </p:nvSpPr>
          <p:spPr>
            <a:xfrm>
              <a:off x="60275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Freeform: Shape 1237">
              <a:extLst>
                <a:ext uri="{FF2B5EF4-FFF2-40B4-BE49-F238E27FC236}">
                  <a16:creationId xmlns:a16="http://schemas.microsoft.com/office/drawing/2014/main" id="{7BF9FB49-28A9-422F-9FFA-EC4FEBA43CE2}"/>
                </a:ext>
              </a:extLst>
            </p:cNvPr>
            <p:cNvSpPr/>
            <p:nvPr/>
          </p:nvSpPr>
          <p:spPr>
            <a:xfrm>
              <a:off x="60275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Freeform: Shape 1238">
              <a:extLst>
                <a:ext uri="{FF2B5EF4-FFF2-40B4-BE49-F238E27FC236}">
                  <a16:creationId xmlns:a16="http://schemas.microsoft.com/office/drawing/2014/main" id="{013C2E31-B002-4550-97AD-92F845E8E141}"/>
                </a:ext>
              </a:extLst>
            </p:cNvPr>
            <p:cNvSpPr/>
            <p:nvPr/>
          </p:nvSpPr>
          <p:spPr>
            <a:xfrm>
              <a:off x="60275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Freeform: Shape 1239">
              <a:extLst>
                <a:ext uri="{FF2B5EF4-FFF2-40B4-BE49-F238E27FC236}">
                  <a16:creationId xmlns:a16="http://schemas.microsoft.com/office/drawing/2014/main" id="{4AEEB036-1B13-4841-A765-64AF91129588}"/>
                </a:ext>
              </a:extLst>
            </p:cNvPr>
            <p:cNvSpPr/>
            <p:nvPr/>
          </p:nvSpPr>
          <p:spPr>
            <a:xfrm>
              <a:off x="6027500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Freeform: Shape 1240">
              <a:extLst>
                <a:ext uri="{FF2B5EF4-FFF2-40B4-BE49-F238E27FC236}">
                  <a16:creationId xmlns:a16="http://schemas.microsoft.com/office/drawing/2014/main" id="{5AA26E75-74B1-4C71-AAC0-80C642BF4E91}"/>
                </a:ext>
              </a:extLst>
            </p:cNvPr>
            <p:cNvSpPr/>
            <p:nvPr/>
          </p:nvSpPr>
          <p:spPr>
            <a:xfrm>
              <a:off x="60275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9"/>
                    <a:pt x="9" y="481"/>
                    <a:pt x="0" y="1074"/>
                  </a:cubicBezTo>
                  <a:cubicBezTo>
                    <a:pt x="0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Freeform: Shape 1241">
              <a:extLst>
                <a:ext uri="{FF2B5EF4-FFF2-40B4-BE49-F238E27FC236}">
                  <a16:creationId xmlns:a16="http://schemas.microsoft.com/office/drawing/2014/main" id="{942FE248-32EA-4C92-9120-D6A4B686EF3C}"/>
                </a:ext>
              </a:extLst>
            </p:cNvPr>
            <p:cNvSpPr/>
            <p:nvPr/>
          </p:nvSpPr>
          <p:spPr>
            <a:xfrm>
              <a:off x="61037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Freeform: Shape 1242">
              <a:extLst>
                <a:ext uri="{FF2B5EF4-FFF2-40B4-BE49-F238E27FC236}">
                  <a16:creationId xmlns:a16="http://schemas.microsoft.com/office/drawing/2014/main" id="{F9B01B88-97FF-461E-8498-9348CE5660C1}"/>
                </a:ext>
              </a:extLst>
            </p:cNvPr>
            <p:cNvSpPr/>
            <p:nvPr/>
          </p:nvSpPr>
          <p:spPr>
            <a:xfrm>
              <a:off x="61037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Freeform: Shape 1243">
              <a:extLst>
                <a:ext uri="{FF2B5EF4-FFF2-40B4-BE49-F238E27FC236}">
                  <a16:creationId xmlns:a16="http://schemas.microsoft.com/office/drawing/2014/main" id="{7C32F3DB-0189-4BFC-A086-3D27D8542D25}"/>
                </a:ext>
              </a:extLst>
            </p:cNvPr>
            <p:cNvSpPr/>
            <p:nvPr/>
          </p:nvSpPr>
          <p:spPr>
            <a:xfrm>
              <a:off x="61037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Freeform: Shape 1244">
              <a:extLst>
                <a:ext uri="{FF2B5EF4-FFF2-40B4-BE49-F238E27FC236}">
                  <a16:creationId xmlns:a16="http://schemas.microsoft.com/office/drawing/2014/main" id="{D972331C-6470-42A1-A30F-1BC9DF70A12D}"/>
                </a:ext>
              </a:extLst>
            </p:cNvPr>
            <p:cNvSpPr/>
            <p:nvPr/>
          </p:nvSpPr>
          <p:spPr>
            <a:xfrm>
              <a:off x="61037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Freeform: Shape 1245">
              <a:extLst>
                <a:ext uri="{FF2B5EF4-FFF2-40B4-BE49-F238E27FC236}">
                  <a16:creationId xmlns:a16="http://schemas.microsoft.com/office/drawing/2014/main" id="{E15A9049-DA27-41CE-92F6-B40A24792C7C}"/>
                </a:ext>
              </a:extLst>
            </p:cNvPr>
            <p:cNvSpPr/>
            <p:nvPr/>
          </p:nvSpPr>
          <p:spPr>
            <a:xfrm>
              <a:off x="61037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Freeform: Shape 1246">
              <a:extLst>
                <a:ext uri="{FF2B5EF4-FFF2-40B4-BE49-F238E27FC236}">
                  <a16:creationId xmlns:a16="http://schemas.microsoft.com/office/drawing/2014/main" id="{68644C54-D556-4187-AA70-52A492702C32}"/>
                </a:ext>
              </a:extLst>
            </p:cNvPr>
            <p:cNvSpPr/>
            <p:nvPr/>
          </p:nvSpPr>
          <p:spPr>
            <a:xfrm>
              <a:off x="61037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Freeform: Shape 1247">
              <a:extLst>
                <a:ext uri="{FF2B5EF4-FFF2-40B4-BE49-F238E27FC236}">
                  <a16:creationId xmlns:a16="http://schemas.microsoft.com/office/drawing/2014/main" id="{43330A84-64E5-4758-AF7A-9BF1B1105A31}"/>
                </a:ext>
              </a:extLst>
            </p:cNvPr>
            <p:cNvSpPr/>
            <p:nvPr/>
          </p:nvSpPr>
          <p:spPr>
            <a:xfrm>
              <a:off x="610370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Freeform: Shape 1248">
              <a:extLst>
                <a:ext uri="{FF2B5EF4-FFF2-40B4-BE49-F238E27FC236}">
                  <a16:creationId xmlns:a16="http://schemas.microsoft.com/office/drawing/2014/main" id="{70312221-678E-4D3B-9270-53524678587C}"/>
                </a:ext>
              </a:extLst>
            </p:cNvPr>
            <p:cNvSpPr/>
            <p:nvPr/>
          </p:nvSpPr>
          <p:spPr>
            <a:xfrm>
              <a:off x="61037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Freeform: Shape 1249">
              <a:extLst>
                <a:ext uri="{FF2B5EF4-FFF2-40B4-BE49-F238E27FC236}">
                  <a16:creationId xmlns:a16="http://schemas.microsoft.com/office/drawing/2014/main" id="{1321F33C-451C-4779-A5FF-C496737B963D}"/>
                </a:ext>
              </a:extLst>
            </p:cNvPr>
            <p:cNvSpPr/>
            <p:nvPr/>
          </p:nvSpPr>
          <p:spPr>
            <a:xfrm>
              <a:off x="61799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Freeform: Shape 1250">
              <a:extLst>
                <a:ext uri="{FF2B5EF4-FFF2-40B4-BE49-F238E27FC236}">
                  <a16:creationId xmlns:a16="http://schemas.microsoft.com/office/drawing/2014/main" id="{560F6D61-7461-46C8-AA63-0CB5F70CC1BC}"/>
                </a:ext>
              </a:extLst>
            </p:cNvPr>
            <p:cNvSpPr/>
            <p:nvPr/>
          </p:nvSpPr>
          <p:spPr>
            <a:xfrm>
              <a:off x="61799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Freeform: Shape 1251">
              <a:extLst>
                <a:ext uri="{FF2B5EF4-FFF2-40B4-BE49-F238E27FC236}">
                  <a16:creationId xmlns:a16="http://schemas.microsoft.com/office/drawing/2014/main" id="{8AB0C53E-DA23-4976-9D21-3FDB727C5B46}"/>
                </a:ext>
              </a:extLst>
            </p:cNvPr>
            <p:cNvSpPr/>
            <p:nvPr/>
          </p:nvSpPr>
          <p:spPr>
            <a:xfrm>
              <a:off x="61799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Freeform: Shape 1252">
              <a:extLst>
                <a:ext uri="{FF2B5EF4-FFF2-40B4-BE49-F238E27FC236}">
                  <a16:creationId xmlns:a16="http://schemas.microsoft.com/office/drawing/2014/main" id="{FAC9804D-037A-4505-A8B9-562D8D445B98}"/>
                </a:ext>
              </a:extLst>
            </p:cNvPr>
            <p:cNvSpPr/>
            <p:nvPr/>
          </p:nvSpPr>
          <p:spPr>
            <a:xfrm>
              <a:off x="62561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Freeform: Shape 1253">
              <a:extLst>
                <a:ext uri="{FF2B5EF4-FFF2-40B4-BE49-F238E27FC236}">
                  <a16:creationId xmlns:a16="http://schemas.microsoft.com/office/drawing/2014/main" id="{A7624943-178E-4A7D-A294-22C5F865CC7C}"/>
                </a:ext>
              </a:extLst>
            </p:cNvPr>
            <p:cNvSpPr/>
            <p:nvPr/>
          </p:nvSpPr>
          <p:spPr>
            <a:xfrm>
              <a:off x="62561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Freeform: Shape 1254">
              <a:extLst>
                <a:ext uri="{FF2B5EF4-FFF2-40B4-BE49-F238E27FC236}">
                  <a16:creationId xmlns:a16="http://schemas.microsoft.com/office/drawing/2014/main" id="{FDFC3663-26FE-43A4-9E53-679325E57DD5}"/>
                </a:ext>
              </a:extLst>
            </p:cNvPr>
            <p:cNvSpPr/>
            <p:nvPr/>
          </p:nvSpPr>
          <p:spPr>
            <a:xfrm>
              <a:off x="62561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Freeform: Shape 1255">
              <a:extLst>
                <a:ext uri="{FF2B5EF4-FFF2-40B4-BE49-F238E27FC236}">
                  <a16:creationId xmlns:a16="http://schemas.microsoft.com/office/drawing/2014/main" id="{48D6DEA4-96BA-4DBA-9CB1-1167A9B2B684}"/>
                </a:ext>
              </a:extLst>
            </p:cNvPr>
            <p:cNvSpPr/>
            <p:nvPr/>
          </p:nvSpPr>
          <p:spPr>
            <a:xfrm>
              <a:off x="62561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Freeform: Shape 1256">
              <a:extLst>
                <a:ext uri="{FF2B5EF4-FFF2-40B4-BE49-F238E27FC236}">
                  <a16:creationId xmlns:a16="http://schemas.microsoft.com/office/drawing/2014/main" id="{40B46224-B94A-4BF2-9510-C8BC57E25B6B}"/>
                </a:ext>
              </a:extLst>
            </p:cNvPr>
            <p:cNvSpPr/>
            <p:nvPr/>
          </p:nvSpPr>
          <p:spPr>
            <a:xfrm>
              <a:off x="61799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Freeform: Shape 1257">
              <a:extLst>
                <a:ext uri="{FF2B5EF4-FFF2-40B4-BE49-F238E27FC236}">
                  <a16:creationId xmlns:a16="http://schemas.microsoft.com/office/drawing/2014/main" id="{919B2F4A-63B6-4D22-9825-9DCD86981DF8}"/>
                </a:ext>
              </a:extLst>
            </p:cNvPr>
            <p:cNvSpPr/>
            <p:nvPr/>
          </p:nvSpPr>
          <p:spPr>
            <a:xfrm>
              <a:off x="61799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Freeform: Shape 1258">
              <a:extLst>
                <a:ext uri="{FF2B5EF4-FFF2-40B4-BE49-F238E27FC236}">
                  <a16:creationId xmlns:a16="http://schemas.microsoft.com/office/drawing/2014/main" id="{DA987616-52F3-4B44-B12E-63E8DBCAFC8C}"/>
                </a:ext>
              </a:extLst>
            </p:cNvPr>
            <p:cNvSpPr/>
            <p:nvPr/>
          </p:nvSpPr>
          <p:spPr>
            <a:xfrm>
              <a:off x="61799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Freeform: Shape 1259">
              <a:extLst>
                <a:ext uri="{FF2B5EF4-FFF2-40B4-BE49-F238E27FC236}">
                  <a16:creationId xmlns:a16="http://schemas.microsoft.com/office/drawing/2014/main" id="{7CC0D2E5-E435-4878-A41E-E6F5B60BE458}"/>
                </a:ext>
              </a:extLst>
            </p:cNvPr>
            <p:cNvSpPr/>
            <p:nvPr/>
          </p:nvSpPr>
          <p:spPr>
            <a:xfrm>
              <a:off x="61799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Freeform: Shape 1260">
              <a:extLst>
                <a:ext uri="{FF2B5EF4-FFF2-40B4-BE49-F238E27FC236}">
                  <a16:creationId xmlns:a16="http://schemas.microsoft.com/office/drawing/2014/main" id="{12B043C3-6EF5-4D15-B831-9D68D34C1151}"/>
                </a:ext>
              </a:extLst>
            </p:cNvPr>
            <p:cNvSpPr/>
            <p:nvPr/>
          </p:nvSpPr>
          <p:spPr>
            <a:xfrm>
              <a:off x="61799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Freeform: Shape 1261">
              <a:extLst>
                <a:ext uri="{FF2B5EF4-FFF2-40B4-BE49-F238E27FC236}">
                  <a16:creationId xmlns:a16="http://schemas.microsoft.com/office/drawing/2014/main" id="{5289C444-8A4D-4889-B213-70D61B976289}"/>
                </a:ext>
              </a:extLst>
            </p:cNvPr>
            <p:cNvSpPr/>
            <p:nvPr/>
          </p:nvSpPr>
          <p:spPr>
            <a:xfrm>
              <a:off x="61799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Freeform: Shape 1262">
              <a:extLst>
                <a:ext uri="{FF2B5EF4-FFF2-40B4-BE49-F238E27FC236}">
                  <a16:creationId xmlns:a16="http://schemas.microsoft.com/office/drawing/2014/main" id="{7E5E0D4E-581E-48C8-9870-2D3AC9EA81C4}"/>
                </a:ext>
              </a:extLst>
            </p:cNvPr>
            <p:cNvSpPr/>
            <p:nvPr/>
          </p:nvSpPr>
          <p:spPr>
            <a:xfrm>
              <a:off x="61037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Freeform: Shape 1263">
              <a:extLst>
                <a:ext uri="{FF2B5EF4-FFF2-40B4-BE49-F238E27FC236}">
                  <a16:creationId xmlns:a16="http://schemas.microsoft.com/office/drawing/2014/main" id="{A20289E9-D148-437E-9053-BAACE7ED843B}"/>
                </a:ext>
              </a:extLst>
            </p:cNvPr>
            <p:cNvSpPr/>
            <p:nvPr/>
          </p:nvSpPr>
          <p:spPr>
            <a:xfrm>
              <a:off x="60275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40"/>
                    <a:pt x="1821" y="1821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Freeform: Shape 1264">
              <a:extLst>
                <a:ext uri="{FF2B5EF4-FFF2-40B4-BE49-F238E27FC236}">
                  <a16:creationId xmlns:a16="http://schemas.microsoft.com/office/drawing/2014/main" id="{6D6E3E75-89B6-4FDE-922A-993A046FCCAF}"/>
                </a:ext>
              </a:extLst>
            </p:cNvPr>
            <p:cNvSpPr/>
            <p:nvPr/>
          </p:nvSpPr>
          <p:spPr>
            <a:xfrm>
              <a:off x="60275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Freeform: Shape 1265">
              <a:extLst>
                <a:ext uri="{FF2B5EF4-FFF2-40B4-BE49-F238E27FC236}">
                  <a16:creationId xmlns:a16="http://schemas.microsoft.com/office/drawing/2014/main" id="{87D961DE-E9BE-4726-8702-DDFEBE9BC3CD}"/>
                </a:ext>
              </a:extLst>
            </p:cNvPr>
            <p:cNvSpPr/>
            <p:nvPr/>
          </p:nvSpPr>
          <p:spPr>
            <a:xfrm>
              <a:off x="59514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Freeform: Shape 1266">
              <a:extLst>
                <a:ext uri="{FF2B5EF4-FFF2-40B4-BE49-F238E27FC236}">
                  <a16:creationId xmlns:a16="http://schemas.microsoft.com/office/drawing/2014/main" id="{41FE2CFB-B664-4F3D-8D4F-E7FEAEDD7EC7}"/>
                </a:ext>
              </a:extLst>
            </p:cNvPr>
            <p:cNvSpPr/>
            <p:nvPr/>
          </p:nvSpPr>
          <p:spPr>
            <a:xfrm>
              <a:off x="54944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Freeform: Shape 1267">
              <a:extLst>
                <a:ext uri="{FF2B5EF4-FFF2-40B4-BE49-F238E27FC236}">
                  <a16:creationId xmlns:a16="http://schemas.microsoft.com/office/drawing/2014/main" id="{D98C43AB-CAB7-4D60-914F-1A6B6CF5F5D9}"/>
                </a:ext>
              </a:extLst>
            </p:cNvPr>
            <p:cNvSpPr/>
            <p:nvPr/>
          </p:nvSpPr>
          <p:spPr>
            <a:xfrm>
              <a:off x="54944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Freeform: Shape 1268">
              <a:extLst>
                <a:ext uri="{FF2B5EF4-FFF2-40B4-BE49-F238E27FC236}">
                  <a16:creationId xmlns:a16="http://schemas.microsoft.com/office/drawing/2014/main" id="{8C835074-78F8-4B7C-ABD3-CC3CB8E76DFE}"/>
                </a:ext>
              </a:extLst>
            </p:cNvPr>
            <p:cNvSpPr/>
            <p:nvPr/>
          </p:nvSpPr>
          <p:spPr>
            <a:xfrm>
              <a:off x="54944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Freeform: Shape 1269">
              <a:extLst>
                <a:ext uri="{FF2B5EF4-FFF2-40B4-BE49-F238E27FC236}">
                  <a16:creationId xmlns:a16="http://schemas.microsoft.com/office/drawing/2014/main" id="{B19D926D-EC13-4FD9-8D46-59B5D1E96007}"/>
                </a:ext>
              </a:extLst>
            </p:cNvPr>
            <p:cNvSpPr/>
            <p:nvPr/>
          </p:nvSpPr>
          <p:spPr>
            <a:xfrm>
              <a:off x="549440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5"/>
                    <a:pt x="525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Freeform: Shape 1270">
              <a:extLst>
                <a:ext uri="{FF2B5EF4-FFF2-40B4-BE49-F238E27FC236}">
                  <a16:creationId xmlns:a16="http://schemas.microsoft.com/office/drawing/2014/main" id="{B0B2271C-07EA-4D29-9778-EAAE9DB9FD92}"/>
                </a:ext>
              </a:extLst>
            </p:cNvPr>
            <p:cNvSpPr/>
            <p:nvPr/>
          </p:nvSpPr>
          <p:spPr>
            <a:xfrm>
              <a:off x="54944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Freeform: Shape 1271">
              <a:extLst>
                <a:ext uri="{FF2B5EF4-FFF2-40B4-BE49-F238E27FC236}">
                  <a16:creationId xmlns:a16="http://schemas.microsoft.com/office/drawing/2014/main" id="{8F06F188-E102-42E7-B602-E3FBC79F9F11}"/>
                </a:ext>
              </a:extLst>
            </p:cNvPr>
            <p:cNvSpPr/>
            <p:nvPr/>
          </p:nvSpPr>
          <p:spPr>
            <a:xfrm>
              <a:off x="54944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Freeform: Shape 1272">
              <a:extLst>
                <a:ext uri="{FF2B5EF4-FFF2-40B4-BE49-F238E27FC236}">
                  <a16:creationId xmlns:a16="http://schemas.microsoft.com/office/drawing/2014/main" id="{6B436890-E1EC-4ED6-910F-743F08AA10B3}"/>
                </a:ext>
              </a:extLst>
            </p:cNvPr>
            <p:cNvSpPr/>
            <p:nvPr/>
          </p:nvSpPr>
          <p:spPr>
            <a:xfrm>
              <a:off x="54944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Freeform: Shape 1273">
              <a:extLst>
                <a:ext uri="{FF2B5EF4-FFF2-40B4-BE49-F238E27FC236}">
                  <a16:creationId xmlns:a16="http://schemas.microsoft.com/office/drawing/2014/main" id="{90439507-7D5D-4225-A210-8E02DEFF1D2A}"/>
                </a:ext>
              </a:extLst>
            </p:cNvPr>
            <p:cNvSpPr/>
            <p:nvPr/>
          </p:nvSpPr>
          <p:spPr>
            <a:xfrm>
              <a:off x="54944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Freeform: Shape 1274">
              <a:extLst>
                <a:ext uri="{FF2B5EF4-FFF2-40B4-BE49-F238E27FC236}">
                  <a16:creationId xmlns:a16="http://schemas.microsoft.com/office/drawing/2014/main" id="{E132B7C6-37E7-4165-885C-47F945C67AEB}"/>
                </a:ext>
              </a:extLst>
            </p:cNvPr>
            <p:cNvSpPr/>
            <p:nvPr/>
          </p:nvSpPr>
          <p:spPr>
            <a:xfrm>
              <a:off x="54944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Freeform: Shape 1275">
              <a:extLst>
                <a:ext uri="{FF2B5EF4-FFF2-40B4-BE49-F238E27FC236}">
                  <a16:creationId xmlns:a16="http://schemas.microsoft.com/office/drawing/2014/main" id="{AB5A40E2-C180-425B-A6AC-BA6852701CF9}"/>
                </a:ext>
              </a:extLst>
            </p:cNvPr>
            <p:cNvSpPr/>
            <p:nvPr/>
          </p:nvSpPr>
          <p:spPr>
            <a:xfrm>
              <a:off x="54944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Freeform: Shape 1276">
              <a:extLst>
                <a:ext uri="{FF2B5EF4-FFF2-40B4-BE49-F238E27FC236}">
                  <a16:creationId xmlns:a16="http://schemas.microsoft.com/office/drawing/2014/main" id="{97718E80-B8D0-46AC-9613-22E44C3934FF}"/>
                </a:ext>
              </a:extLst>
            </p:cNvPr>
            <p:cNvSpPr/>
            <p:nvPr/>
          </p:nvSpPr>
          <p:spPr>
            <a:xfrm>
              <a:off x="54944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Freeform: Shape 1277">
              <a:extLst>
                <a:ext uri="{FF2B5EF4-FFF2-40B4-BE49-F238E27FC236}">
                  <a16:creationId xmlns:a16="http://schemas.microsoft.com/office/drawing/2014/main" id="{079FD851-0910-4164-B820-793390AC5298}"/>
                </a:ext>
              </a:extLst>
            </p:cNvPr>
            <p:cNvSpPr/>
            <p:nvPr/>
          </p:nvSpPr>
          <p:spPr>
            <a:xfrm>
              <a:off x="54944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1" y="1711"/>
                    <a:pt x="522" y="2137"/>
                    <a:pt x="1067" y="2137"/>
                  </a:cubicBezTo>
                  <a:cubicBezTo>
                    <a:pt x="1329" y="2137"/>
                    <a:pt x="1595" y="2039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Freeform: Shape 1278">
              <a:extLst>
                <a:ext uri="{FF2B5EF4-FFF2-40B4-BE49-F238E27FC236}">
                  <a16:creationId xmlns:a16="http://schemas.microsoft.com/office/drawing/2014/main" id="{6B5D3EF0-1988-4D15-A073-E0ABBA542FDE}"/>
                </a:ext>
              </a:extLst>
            </p:cNvPr>
            <p:cNvSpPr/>
            <p:nvPr/>
          </p:nvSpPr>
          <p:spPr>
            <a:xfrm>
              <a:off x="54944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Freeform: Shape 1279">
              <a:extLst>
                <a:ext uri="{FF2B5EF4-FFF2-40B4-BE49-F238E27FC236}">
                  <a16:creationId xmlns:a16="http://schemas.microsoft.com/office/drawing/2014/main" id="{C7D22BCB-E8B3-4C52-AD3F-ABAE586ED5EE}"/>
                </a:ext>
              </a:extLst>
            </p:cNvPr>
            <p:cNvSpPr/>
            <p:nvPr/>
          </p:nvSpPr>
          <p:spPr>
            <a:xfrm>
              <a:off x="54944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Freeform: Shape 1280">
              <a:extLst>
                <a:ext uri="{FF2B5EF4-FFF2-40B4-BE49-F238E27FC236}">
                  <a16:creationId xmlns:a16="http://schemas.microsoft.com/office/drawing/2014/main" id="{166B561A-5A65-45EA-A689-86B0186B23AA}"/>
                </a:ext>
              </a:extLst>
            </p:cNvPr>
            <p:cNvSpPr/>
            <p:nvPr/>
          </p:nvSpPr>
          <p:spPr>
            <a:xfrm>
              <a:off x="54944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Freeform: Shape 1281">
              <a:extLst>
                <a:ext uri="{FF2B5EF4-FFF2-40B4-BE49-F238E27FC236}">
                  <a16:creationId xmlns:a16="http://schemas.microsoft.com/office/drawing/2014/main" id="{CD77BED6-6A4A-4A37-8E8A-6079B602D97C}"/>
                </a:ext>
              </a:extLst>
            </p:cNvPr>
            <p:cNvSpPr/>
            <p:nvPr/>
          </p:nvSpPr>
          <p:spPr>
            <a:xfrm>
              <a:off x="55706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16" y="9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Freeform: Shape 1282">
              <a:extLst>
                <a:ext uri="{FF2B5EF4-FFF2-40B4-BE49-F238E27FC236}">
                  <a16:creationId xmlns:a16="http://schemas.microsoft.com/office/drawing/2014/main" id="{A76B0957-AF71-4211-8B5C-6A25E14BC1F9}"/>
                </a:ext>
              </a:extLst>
            </p:cNvPr>
            <p:cNvSpPr/>
            <p:nvPr/>
          </p:nvSpPr>
          <p:spPr>
            <a:xfrm>
              <a:off x="55706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Freeform: Shape 1283">
              <a:extLst>
                <a:ext uri="{FF2B5EF4-FFF2-40B4-BE49-F238E27FC236}">
                  <a16:creationId xmlns:a16="http://schemas.microsoft.com/office/drawing/2014/main" id="{30E69046-FE5D-4E44-AD97-3E99982E854C}"/>
                </a:ext>
              </a:extLst>
            </p:cNvPr>
            <p:cNvSpPr/>
            <p:nvPr/>
          </p:nvSpPr>
          <p:spPr>
            <a:xfrm>
              <a:off x="55706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Freeform: Shape 1284">
              <a:extLst>
                <a:ext uri="{FF2B5EF4-FFF2-40B4-BE49-F238E27FC236}">
                  <a16:creationId xmlns:a16="http://schemas.microsoft.com/office/drawing/2014/main" id="{831421F5-156B-4464-967E-20C67055DD68}"/>
                </a:ext>
              </a:extLst>
            </p:cNvPr>
            <p:cNvSpPr/>
            <p:nvPr/>
          </p:nvSpPr>
          <p:spPr>
            <a:xfrm>
              <a:off x="55706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Freeform: Shape 1285">
              <a:extLst>
                <a:ext uri="{FF2B5EF4-FFF2-40B4-BE49-F238E27FC236}">
                  <a16:creationId xmlns:a16="http://schemas.microsoft.com/office/drawing/2014/main" id="{6BDA2198-06CE-4E7D-85AB-D249FDBD3A91}"/>
                </a:ext>
              </a:extLst>
            </p:cNvPr>
            <p:cNvSpPr/>
            <p:nvPr/>
          </p:nvSpPr>
          <p:spPr>
            <a:xfrm>
              <a:off x="55706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Freeform: Shape 1286">
              <a:extLst>
                <a:ext uri="{FF2B5EF4-FFF2-40B4-BE49-F238E27FC236}">
                  <a16:creationId xmlns:a16="http://schemas.microsoft.com/office/drawing/2014/main" id="{B1E1345D-F13E-45FC-AC8B-7CA36A0A8CB2}"/>
                </a:ext>
              </a:extLst>
            </p:cNvPr>
            <p:cNvSpPr/>
            <p:nvPr/>
          </p:nvSpPr>
          <p:spPr>
            <a:xfrm>
              <a:off x="55706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Freeform: Shape 1287">
              <a:extLst>
                <a:ext uri="{FF2B5EF4-FFF2-40B4-BE49-F238E27FC236}">
                  <a16:creationId xmlns:a16="http://schemas.microsoft.com/office/drawing/2014/main" id="{408DEC4E-9B04-4562-8A2E-D1B05FDA0F53}"/>
                </a:ext>
              </a:extLst>
            </p:cNvPr>
            <p:cNvSpPr/>
            <p:nvPr/>
          </p:nvSpPr>
          <p:spPr>
            <a:xfrm>
              <a:off x="55706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Freeform: Shape 1288">
              <a:extLst>
                <a:ext uri="{FF2B5EF4-FFF2-40B4-BE49-F238E27FC236}">
                  <a16:creationId xmlns:a16="http://schemas.microsoft.com/office/drawing/2014/main" id="{5DF83A86-BD1B-4610-9933-ED4AD4C09000}"/>
                </a:ext>
              </a:extLst>
            </p:cNvPr>
            <p:cNvSpPr/>
            <p:nvPr/>
          </p:nvSpPr>
          <p:spPr>
            <a:xfrm>
              <a:off x="55706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Freeform: Shape 1289">
              <a:extLst>
                <a:ext uri="{FF2B5EF4-FFF2-40B4-BE49-F238E27FC236}">
                  <a16:creationId xmlns:a16="http://schemas.microsoft.com/office/drawing/2014/main" id="{04A15188-53DF-4D26-AAD3-31951433BB22}"/>
                </a:ext>
              </a:extLst>
            </p:cNvPr>
            <p:cNvSpPr/>
            <p:nvPr/>
          </p:nvSpPr>
          <p:spPr>
            <a:xfrm>
              <a:off x="5570625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Freeform: Shape 1290">
              <a:extLst>
                <a:ext uri="{FF2B5EF4-FFF2-40B4-BE49-F238E27FC236}">
                  <a16:creationId xmlns:a16="http://schemas.microsoft.com/office/drawing/2014/main" id="{DB0C201D-8A45-4AAD-9FB1-FAD4D8B61533}"/>
                </a:ext>
              </a:extLst>
            </p:cNvPr>
            <p:cNvSpPr/>
            <p:nvPr/>
          </p:nvSpPr>
          <p:spPr>
            <a:xfrm>
              <a:off x="55706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Freeform: Shape 1291">
              <a:extLst>
                <a:ext uri="{FF2B5EF4-FFF2-40B4-BE49-F238E27FC236}">
                  <a16:creationId xmlns:a16="http://schemas.microsoft.com/office/drawing/2014/main" id="{3213F6E9-6F3E-4CF7-8B7E-7D55DEDD797E}"/>
                </a:ext>
              </a:extLst>
            </p:cNvPr>
            <p:cNvSpPr/>
            <p:nvPr/>
          </p:nvSpPr>
          <p:spPr>
            <a:xfrm>
              <a:off x="557062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Freeform: Shape 1292">
              <a:extLst>
                <a:ext uri="{FF2B5EF4-FFF2-40B4-BE49-F238E27FC236}">
                  <a16:creationId xmlns:a16="http://schemas.microsoft.com/office/drawing/2014/main" id="{3A193C89-F092-41B0-B218-951B54F6BC32}"/>
                </a:ext>
              </a:extLst>
            </p:cNvPr>
            <p:cNvSpPr/>
            <p:nvPr/>
          </p:nvSpPr>
          <p:spPr>
            <a:xfrm>
              <a:off x="557062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Freeform: Shape 1293">
              <a:extLst>
                <a:ext uri="{FF2B5EF4-FFF2-40B4-BE49-F238E27FC236}">
                  <a16:creationId xmlns:a16="http://schemas.microsoft.com/office/drawing/2014/main" id="{B7F51310-4F3E-4489-A5B6-2AA57225093E}"/>
                </a:ext>
              </a:extLst>
            </p:cNvPr>
            <p:cNvSpPr/>
            <p:nvPr/>
          </p:nvSpPr>
          <p:spPr>
            <a:xfrm>
              <a:off x="557062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Freeform: Shape 1294">
              <a:extLst>
                <a:ext uri="{FF2B5EF4-FFF2-40B4-BE49-F238E27FC236}">
                  <a16:creationId xmlns:a16="http://schemas.microsoft.com/office/drawing/2014/main" id="{D487DE12-5575-469F-9F26-8DFDECA7555D}"/>
                </a:ext>
              </a:extLst>
            </p:cNvPr>
            <p:cNvSpPr/>
            <p:nvPr/>
          </p:nvSpPr>
          <p:spPr>
            <a:xfrm>
              <a:off x="5570625" y="225692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Freeform: Shape 1295">
              <a:extLst>
                <a:ext uri="{FF2B5EF4-FFF2-40B4-BE49-F238E27FC236}">
                  <a16:creationId xmlns:a16="http://schemas.microsoft.com/office/drawing/2014/main" id="{2EA78689-D271-48D2-A8DC-5DD09EB92DE3}"/>
                </a:ext>
              </a:extLst>
            </p:cNvPr>
            <p:cNvSpPr/>
            <p:nvPr/>
          </p:nvSpPr>
          <p:spPr>
            <a:xfrm>
              <a:off x="557062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Freeform: Shape 1296">
              <a:extLst>
                <a:ext uri="{FF2B5EF4-FFF2-40B4-BE49-F238E27FC236}">
                  <a16:creationId xmlns:a16="http://schemas.microsoft.com/office/drawing/2014/main" id="{09500033-8E31-41CE-A1E0-5277E9E871ED}"/>
                </a:ext>
              </a:extLst>
            </p:cNvPr>
            <p:cNvSpPr/>
            <p:nvPr/>
          </p:nvSpPr>
          <p:spPr>
            <a:xfrm>
              <a:off x="557062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Freeform: Shape 1297">
              <a:extLst>
                <a:ext uri="{FF2B5EF4-FFF2-40B4-BE49-F238E27FC236}">
                  <a16:creationId xmlns:a16="http://schemas.microsoft.com/office/drawing/2014/main" id="{85CB98EA-0E30-4F80-9794-D9D6E8C77AC6}"/>
                </a:ext>
              </a:extLst>
            </p:cNvPr>
            <p:cNvSpPr/>
            <p:nvPr/>
          </p:nvSpPr>
          <p:spPr>
            <a:xfrm>
              <a:off x="557062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Freeform: Shape 1298">
              <a:extLst>
                <a:ext uri="{FF2B5EF4-FFF2-40B4-BE49-F238E27FC236}">
                  <a16:creationId xmlns:a16="http://schemas.microsoft.com/office/drawing/2014/main" id="{2A866B9D-76EB-44F9-A620-20BA3B3D62DA}"/>
                </a:ext>
              </a:extLst>
            </p:cNvPr>
            <p:cNvSpPr/>
            <p:nvPr/>
          </p:nvSpPr>
          <p:spPr>
            <a:xfrm>
              <a:off x="557062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Freeform: Shape 1299">
              <a:extLst>
                <a:ext uri="{FF2B5EF4-FFF2-40B4-BE49-F238E27FC236}">
                  <a16:creationId xmlns:a16="http://schemas.microsoft.com/office/drawing/2014/main" id="{8164338B-038D-4AC3-BD3F-E45155675235}"/>
                </a:ext>
              </a:extLst>
            </p:cNvPr>
            <p:cNvSpPr/>
            <p:nvPr/>
          </p:nvSpPr>
          <p:spPr>
            <a:xfrm>
              <a:off x="557062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Freeform: Shape 1300">
              <a:extLst>
                <a:ext uri="{FF2B5EF4-FFF2-40B4-BE49-F238E27FC236}">
                  <a16:creationId xmlns:a16="http://schemas.microsoft.com/office/drawing/2014/main" id="{7E706B8F-B8AE-4D67-84C6-E7551E9DF2CF}"/>
                </a:ext>
              </a:extLst>
            </p:cNvPr>
            <p:cNvSpPr/>
            <p:nvPr/>
          </p:nvSpPr>
          <p:spPr>
            <a:xfrm>
              <a:off x="557062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Freeform: Shape 1301">
              <a:extLst>
                <a:ext uri="{FF2B5EF4-FFF2-40B4-BE49-F238E27FC236}">
                  <a16:creationId xmlns:a16="http://schemas.microsoft.com/office/drawing/2014/main" id="{B5D20948-4D72-42B1-AAFF-7A36368353AF}"/>
                </a:ext>
              </a:extLst>
            </p:cNvPr>
            <p:cNvSpPr/>
            <p:nvPr/>
          </p:nvSpPr>
          <p:spPr>
            <a:xfrm>
              <a:off x="557062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Freeform: Shape 1302">
              <a:extLst>
                <a:ext uri="{FF2B5EF4-FFF2-40B4-BE49-F238E27FC236}">
                  <a16:creationId xmlns:a16="http://schemas.microsoft.com/office/drawing/2014/main" id="{149AE838-A09E-4270-B800-B15D7E9A80BA}"/>
                </a:ext>
              </a:extLst>
            </p:cNvPr>
            <p:cNvSpPr/>
            <p:nvPr/>
          </p:nvSpPr>
          <p:spPr>
            <a:xfrm>
              <a:off x="56468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Freeform: Shape 1303">
              <a:extLst>
                <a:ext uri="{FF2B5EF4-FFF2-40B4-BE49-F238E27FC236}">
                  <a16:creationId xmlns:a16="http://schemas.microsoft.com/office/drawing/2014/main" id="{DB624AE3-7B0C-4291-9A0C-239303464911}"/>
                </a:ext>
              </a:extLst>
            </p:cNvPr>
            <p:cNvSpPr/>
            <p:nvPr/>
          </p:nvSpPr>
          <p:spPr>
            <a:xfrm>
              <a:off x="56468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Freeform: Shape 1304">
              <a:extLst>
                <a:ext uri="{FF2B5EF4-FFF2-40B4-BE49-F238E27FC236}">
                  <a16:creationId xmlns:a16="http://schemas.microsoft.com/office/drawing/2014/main" id="{4B2E4466-E460-485A-8CC3-98DA7B05F690}"/>
                </a:ext>
              </a:extLst>
            </p:cNvPr>
            <p:cNvSpPr/>
            <p:nvPr/>
          </p:nvSpPr>
          <p:spPr>
            <a:xfrm>
              <a:off x="56468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Freeform: Shape 1305">
              <a:extLst>
                <a:ext uri="{FF2B5EF4-FFF2-40B4-BE49-F238E27FC236}">
                  <a16:creationId xmlns:a16="http://schemas.microsoft.com/office/drawing/2014/main" id="{7CDAC93F-A17B-4EA0-8102-594BE5F4D429}"/>
                </a:ext>
              </a:extLst>
            </p:cNvPr>
            <p:cNvSpPr/>
            <p:nvPr/>
          </p:nvSpPr>
          <p:spPr>
            <a:xfrm>
              <a:off x="56468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Freeform: Shape 1306">
              <a:extLst>
                <a:ext uri="{FF2B5EF4-FFF2-40B4-BE49-F238E27FC236}">
                  <a16:creationId xmlns:a16="http://schemas.microsoft.com/office/drawing/2014/main" id="{363E9D47-A2C2-4C48-9787-FB37CBD5FB11}"/>
                </a:ext>
              </a:extLst>
            </p:cNvPr>
            <p:cNvSpPr/>
            <p:nvPr/>
          </p:nvSpPr>
          <p:spPr>
            <a:xfrm>
              <a:off x="56468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Freeform: Shape 1307">
              <a:extLst>
                <a:ext uri="{FF2B5EF4-FFF2-40B4-BE49-F238E27FC236}">
                  <a16:creationId xmlns:a16="http://schemas.microsoft.com/office/drawing/2014/main" id="{C773D2EE-37C1-4B1E-A538-FBA1B0FA7589}"/>
                </a:ext>
              </a:extLst>
            </p:cNvPr>
            <p:cNvSpPr/>
            <p:nvPr/>
          </p:nvSpPr>
          <p:spPr>
            <a:xfrm>
              <a:off x="56468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Freeform: Shape 1308">
              <a:extLst>
                <a:ext uri="{FF2B5EF4-FFF2-40B4-BE49-F238E27FC236}">
                  <a16:creationId xmlns:a16="http://schemas.microsoft.com/office/drawing/2014/main" id="{29147D3B-104F-4D3D-945E-1D2CF294FE5E}"/>
                </a:ext>
              </a:extLst>
            </p:cNvPr>
            <p:cNvSpPr/>
            <p:nvPr/>
          </p:nvSpPr>
          <p:spPr>
            <a:xfrm>
              <a:off x="564682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Freeform: Shape 1309">
              <a:extLst>
                <a:ext uri="{FF2B5EF4-FFF2-40B4-BE49-F238E27FC236}">
                  <a16:creationId xmlns:a16="http://schemas.microsoft.com/office/drawing/2014/main" id="{3F63F50B-C125-4758-A44B-F0194A32F1AE}"/>
                </a:ext>
              </a:extLst>
            </p:cNvPr>
            <p:cNvSpPr/>
            <p:nvPr/>
          </p:nvSpPr>
          <p:spPr>
            <a:xfrm>
              <a:off x="56468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Freeform: Shape 1310">
              <a:extLst>
                <a:ext uri="{FF2B5EF4-FFF2-40B4-BE49-F238E27FC236}">
                  <a16:creationId xmlns:a16="http://schemas.microsoft.com/office/drawing/2014/main" id="{081C9DA8-6BE2-4564-9F62-63C03083308C}"/>
                </a:ext>
              </a:extLst>
            </p:cNvPr>
            <p:cNvSpPr/>
            <p:nvPr/>
          </p:nvSpPr>
          <p:spPr>
            <a:xfrm>
              <a:off x="56468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Freeform: Shape 1311">
              <a:extLst>
                <a:ext uri="{FF2B5EF4-FFF2-40B4-BE49-F238E27FC236}">
                  <a16:creationId xmlns:a16="http://schemas.microsoft.com/office/drawing/2014/main" id="{DA71CC92-0808-49A8-9337-7C0AFF02CA76}"/>
                </a:ext>
              </a:extLst>
            </p:cNvPr>
            <p:cNvSpPr/>
            <p:nvPr/>
          </p:nvSpPr>
          <p:spPr>
            <a:xfrm>
              <a:off x="56468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Freeform: Shape 1312">
              <a:extLst>
                <a:ext uri="{FF2B5EF4-FFF2-40B4-BE49-F238E27FC236}">
                  <a16:creationId xmlns:a16="http://schemas.microsoft.com/office/drawing/2014/main" id="{F0D41897-D701-4B4F-8DBD-9B873FCDF543}"/>
                </a:ext>
              </a:extLst>
            </p:cNvPr>
            <p:cNvSpPr/>
            <p:nvPr/>
          </p:nvSpPr>
          <p:spPr>
            <a:xfrm>
              <a:off x="56468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Freeform: Shape 1313">
              <a:extLst>
                <a:ext uri="{FF2B5EF4-FFF2-40B4-BE49-F238E27FC236}">
                  <a16:creationId xmlns:a16="http://schemas.microsoft.com/office/drawing/2014/main" id="{CE7569A7-433E-4178-8FBD-4379758AB9D4}"/>
                </a:ext>
              </a:extLst>
            </p:cNvPr>
            <p:cNvSpPr/>
            <p:nvPr/>
          </p:nvSpPr>
          <p:spPr>
            <a:xfrm>
              <a:off x="564682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Freeform: Shape 1314">
              <a:extLst>
                <a:ext uri="{FF2B5EF4-FFF2-40B4-BE49-F238E27FC236}">
                  <a16:creationId xmlns:a16="http://schemas.microsoft.com/office/drawing/2014/main" id="{938ECAAB-4EC6-4B74-B703-1BFEA1729892}"/>
                </a:ext>
              </a:extLst>
            </p:cNvPr>
            <p:cNvSpPr/>
            <p:nvPr/>
          </p:nvSpPr>
          <p:spPr>
            <a:xfrm>
              <a:off x="564682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Freeform: Shape 1315">
              <a:extLst>
                <a:ext uri="{FF2B5EF4-FFF2-40B4-BE49-F238E27FC236}">
                  <a16:creationId xmlns:a16="http://schemas.microsoft.com/office/drawing/2014/main" id="{5512ABA1-96D6-41E2-A925-66ED5E1A34E1}"/>
                </a:ext>
              </a:extLst>
            </p:cNvPr>
            <p:cNvSpPr/>
            <p:nvPr/>
          </p:nvSpPr>
          <p:spPr>
            <a:xfrm>
              <a:off x="56468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Freeform: Shape 1316">
              <a:extLst>
                <a:ext uri="{FF2B5EF4-FFF2-40B4-BE49-F238E27FC236}">
                  <a16:creationId xmlns:a16="http://schemas.microsoft.com/office/drawing/2014/main" id="{E26629C7-95E1-4938-B87D-6DD28AB5B27E}"/>
                </a:ext>
              </a:extLst>
            </p:cNvPr>
            <p:cNvSpPr/>
            <p:nvPr/>
          </p:nvSpPr>
          <p:spPr>
            <a:xfrm>
              <a:off x="564682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Freeform: Shape 1317">
              <a:extLst>
                <a:ext uri="{FF2B5EF4-FFF2-40B4-BE49-F238E27FC236}">
                  <a16:creationId xmlns:a16="http://schemas.microsoft.com/office/drawing/2014/main" id="{BAA0B2D4-7C9C-48F1-BDE8-809DFB77BA7E}"/>
                </a:ext>
              </a:extLst>
            </p:cNvPr>
            <p:cNvSpPr/>
            <p:nvPr/>
          </p:nvSpPr>
          <p:spPr>
            <a:xfrm>
              <a:off x="56468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Freeform: Shape 1318">
              <a:extLst>
                <a:ext uri="{FF2B5EF4-FFF2-40B4-BE49-F238E27FC236}">
                  <a16:creationId xmlns:a16="http://schemas.microsoft.com/office/drawing/2014/main" id="{07F3A695-5ACA-47EA-9292-69DF373BB693}"/>
                </a:ext>
              </a:extLst>
            </p:cNvPr>
            <p:cNvSpPr/>
            <p:nvPr/>
          </p:nvSpPr>
          <p:spPr>
            <a:xfrm>
              <a:off x="56468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Freeform: Shape 1319">
              <a:extLst>
                <a:ext uri="{FF2B5EF4-FFF2-40B4-BE49-F238E27FC236}">
                  <a16:creationId xmlns:a16="http://schemas.microsoft.com/office/drawing/2014/main" id="{31475CC3-AD8B-4221-A4F9-50604075557D}"/>
                </a:ext>
              </a:extLst>
            </p:cNvPr>
            <p:cNvSpPr/>
            <p:nvPr/>
          </p:nvSpPr>
          <p:spPr>
            <a:xfrm>
              <a:off x="57230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Freeform: Shape 1320">
              <a:extLst>
                <a:ext uri="{FF2B5EF4-FFF2-40B4-BE49-F238E27FC236}">
                  <a16:creationId xmlns:a16="http://schemas.microsoft.com/office/drawing/2014/main" id="{B9A0C52F-FE30-4278-BBF1-45592EA3B2F5}"/>
                </a:ext>
              </a:extLst>
            </p:cNvPr>
            <p:cNvSpPr/>
            <p:nvPr/>
          </p:nvSpPr>
          <p:spPr>
            <a:xfrm>
              <a:off x="57230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Freeform: Shape 1321">
              <a:extLst>
                <a:ext uri="{FF2B5EF4-FFF2-40B4-BE49-F238E27FC236}">
                  <a16:creationId xmlns:a16="http://schemas.microsoft.com/office/drawing/2014/main" id="{D0A38261-B3BC-41E2-9871-93F79B9B680B}"/>
                </a:ext>
              </a:extLst>
            </p:cNvPr>
            <p:cNvSpPr/>
            <p:nvPr/>
          </p:nvSpPr>
          <p:spPr>
            <a:xfrm>
              <a:off x="572305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6" y="1149"/>
                    <a:pt x="2012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Freeform: Shape 1322">
              <a:extLst>
                <a:ext uri="{FF2B5EF4-FFF2-40B4-BE49-F238E27FC236}">
                  <a16:creationId xmlns:a16="http://schemas.microsoft.com/office/drawing/2014/main" id="{2114DF9A-4D0E-42CB-9E8B-CBEADCFEBD64}"/>
                </a:ext>
              </a:extLst>
            </p:cNvPr>
            <p:cNvSpPr/>
            <p:nvPr/>
          </p:nvSpPr>
          <p:spPr>
            <a:xfrm>
              <a:off x="57230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Freeform: Shape 1323">
              <a:extLst>
                <a:ext uri="{FF2B5EF4-FFF2-40B4-BE49-F238E27FC236}">
                  <a16:creationId xmlns:a16="http://schemas.microsoft.com/office/drawing/2014/main" id="{A84608F7-6F60-4C47-8C14-865EF0701D75}"/>
                </a:ext>
              </a:extLst>
            </p:cNvPr>
            <p:cNvSpPr/>
            <p:nvPr/>
          </p:nvSpPr>
          <p:spPr>
            <a:xfrm>
              <a:off x="57230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Freeform: Shape 1324">
              <a:extLst>
                <a:ext uri="{FF2B5EF4-FFF2-40B4-BE49-F238E27FC236}">
                  <a16:creationId xmlns:a16="http://schemas.microsoft.com/office/drawing/2014/main" id="{AADA103F-663D-4037-AB3A-CF517289AD44}"/>
                </a:ext>
              </a:extLst>
            </p:cNvPr>
            <p:cNvSpPr/>
            <p:nvPr/>
          </p:nvSpPr>
          <p:spPr>
            <a:xfrm>
              <a:off x="57230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Freeform: Shape 1325">
              <a:extLst>
                <a:ext uri="{FF2B5EF4-FFF2-40B4-BE49-F238E27FC236}">
                  <a16:creationId xmlns:a16="http://schemas.microsoft.com/office/drawing/2014/main" id="{BBFE5E75-391C-4605-A324-E8027C28D3D1}"/>
                </a:ext>
              </a:extLst>
            </p:cNvPr>
            <p:cNvSpPr/>
            <p:nvPr/>
          </p:nvSpPr>
          <p:spPr>
            <a:xfrm>
              <a:off x="57230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Freeform: Shape 1326">
              <a:extLst>
                <a:ext uri="{FF2B5EF4-FFF2-40B4-BE49-F238E27FC236}">
                  <a16:creationId xmlns:a16="http://schemas.microsoft.com/office/drawing/2014/main" id="{1294CBDE-3D58-4475-9127-D12FE641AECC}"/>
                </a:ext>
              </a:extLst>
            </p:cNvPr>
            <p:cNvSpPr/>
            <p:nvPr/>
          </p:nvSpPr>
          <p:spPr>
            <a:xfrm>
              <a:off x="57230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Freeform: Shape 1327">
              <a:extLst>
                <a:ext uri="{FF2B5EF4-FFF2-40B4-BE49-F238E27FC236}">
                  <a16:creationId xmlns:a16="http://schemas.microsoft.com/office/drawing/2014/main" id="{3028E6D9-6400-4CE5-A5B1-32E5135EF00A}"/>
                </a:ext>
              </a:extLst>
            </p:cNvPr>
            <p:cNvSpPr/>
            <p:nvPr/>
          </p:nvSpPr>
          <p:spPr>
            <a:xfrm>
              <a:off x="57230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Freeform: Shape 1328">
              <a:extLst>
                <a:ext uri="{FF2B5EF4-FFF2-40B4-BE49-F238E27FC236}">
                  <a16:creationId xmlns:a16="http://schemas.microsoft.com/office/drawing/2014/main" id="{FF21E35E-D343-449E-9DF9-06735617DBCF}"/>
                </a:ext>
              </a:extLst>
            </p:cNvPr>
            <p:cNvSpPr/>
            <p:nvPr/>
          </p:nvSpPr>
          <p:spPr>
            <a:xfrm>
              <a:off x="57230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Freeform: Shape 1329">
              <a:extLst>
                <a:ext uri="{FF2B5EF4-FFF2-40B4-BE49-F238E27FC236}">
                  <a16:creationId xmlns:a16="http://schemas.microsoft.com/office/drawing/2014/main" id="{2B23B190-A82C-4A39-9DD3-EC8A671E8D12}"/>
                </a:ext>
              </a:extLst>
            </p:cNvPr>
            <p:cNvSpPr/>
            <p:nvPr/>
          </p:nvSpPr>
          <p:spPr>
            <a:xfrm>
              <a:off x="57230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Freeform: Shape 1330">
              <a:extLst>
                <a:ext uri="{FF2B5EF4-FFF2-40B4-BE49-F238E27FC236}">
                  <a16:creationId xmlns:a16="http://schemas.microsoft.com/office/drawing/2014/main" id="{A0B428C0-8EC4-4C34-9205-837CF72FF19D}"/>
                </a:ext>
              </a:extLst>
            </p:cNvPr>
            <p:cNvSpPr/>
            <p:nvPr/>
          </p:nvSpPr>
          <p:spPr>
            <a:xfrm>
              <a:off x="57230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Freeform: Shape 1331">
              <a:extLst>
                <a:ext uri="{FF2B5EF4-FFF2-40B4-BE49-F238E27FC236}">
                  <a16:creationId xmlns:a16="http://schemas.microsoft.com/office/drawing/2014/main" id="{61FB5A0B-C81C-42DE-A96B-926B1E0BBD83}"/>
                </a:ext>
              </a:extLst>
            </p:cNvPr>
            <p:cNvSpPr/>
            <p:nvPr/>
          </p:nvSpPr>
          <p:spPr>
            <a:xfrm>
              <a:off x="57230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Freeform: Shape 1332">
              <a:extLst>
                <a:ext uri="{FF2B5EF4-FFF2-40B4-BE49-F238E27FC236}">
                  <a16:creationId xmlns:a16="http://schemas.microsoft.com/office/drawing/2014/main" id="{C15F5611-A303-4D36-B25A-CFBA36CEA67B}"/>
                </a:ext>
              </a:extLst>
            </p:cNvPr>
            <p:cNvSpPr/>
            <p:nvPr/>
          </p:nvSpPr>
          <p:spPr>
            <a:xfrm>
              <a:off x="57228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Freeform: Shape 1333">
              <a:extLst>
                <a:ext uri="{FF2B5EF4-FFF2-40B4-BE49-F238E27FC236}">
                  <a16:creationId xmlns:a16="http://schemas.microsoft.com/office/drawing/2014/main" id="{CC3AEF8E-74AF-4E32-9FFB-607581E03A8C}"/>
                </a:ext>
              </a:extLst>
            </p:cNvPr>
            <p:cNvSpPr/>
            <p:nvPr/>
          </p:nvSpPr>
          <p:spPr>
            <a:xfrm>
              <a:off x="57230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Freeform: Shape 1334">
              <a:extLst>
                <a:ext uri="{FF2B5EF4-FFF2-40B4-BE49-F238E27FC236}">
                  <a16:creationId xmlns:a16="http://schemas.microsoft.com/office/drawing/2014/main" id="{4DCC2F94-A26E-42DB-812E-EB89F63CB96F}"/>
                </a:ext>
              </a:extLst>
            </p:cNvPr>
            <p:cNvSpPr/>
            <p:nvPr/>
          </p:nvSpPr>
          <p:spPr>
            <a:xfrm>
              <a:off x="57228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Freeform: Shape 1335">
              <a:extLst>
                <a:ext uri="{FF2B5EF4-FFF2-40B4-BE49-F238E27FC236}">
                  <a16:creationId xmlns:a16="http://schemas.microsoft.com/office/drawing/2014/main" id="{09228133-5D2B-43B5-850E-A7B0E4C03018}"/>
                </a:ext>
              </a:extLst>
            </p:cNvPr>
            <p:cNvSpPr/>
            <p:nvPr/>
          </p:nvSpPr>
          <p:spPr>
            <a:xfrm>
              <a:off x="57992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Freeform: Shape 1336">
              <a:extLst>
                <a:ext uri="{FF2B5EF4-FFF2-40B4-BE49-F238E27FC236}">
                  <a16:creationId xmlns:a16="http://schemas.microsoft.com/office/drawing/2014/main" id="{8AC9E387-F8A6-42CE-A705-A168A91B34FA}"/>
                </a:ext>
              </a:extLst>
            </p:cNvPr>
            <p:cNvSpPr/>
            <p:nvPr/>
          </p:nvSpPr>
          <p:spPr>
            <a:xfrm>
              <a:off x="5799275" y="14952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7"/>
                    <a:pt x="522" y="2130"/>
                    <a:pt x="1067" y="2130"/>
                  </a:cubicBezTo>
                  <a:cubicBezTo>
                    <a:pt x="1329" y="2130"/>
                    <a:pt x="1596" y="2032"/>
                    <a:pt x="1813" y="1813"/>
                  </a:cubicBezTo>
                  <a:cubicBezTo>
                    <a:pt x="2485" y="1149"/>
                    <a:pt x="2011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Freeform: Shape 1337">
              <a:extLst>
                <a:ext uri="{FF2B5EF4-FFF2-40B4-BE49-F238E27FC236}">
                  <a16:creationId xmlns:a16="http://schemas.microsoft.com/office/drawing/2014/main" id="{353E044D-5193-4B69-9D70-300CA557EC32}"/>
                </a:ext>
              </a:extLst>
            </p:cNvPr>
            <p:cNvSpPr/>
            <p:nvPr/>
          </p:nvSpPr>
          <p:spPr>
            <a:xfrm>
              <a:off x="5799275" y="15714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1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Freeform: Shape 1338">
              <a:extLst>
                <a:ext uri="{FF2B5EF4-FFF2-40B4-BE49-F238E27FC236}">
                  <a16:creationId xmlns:a16="http://schemas.microsoft.com/office/drawing/2014/main" id="{19F91EF3-38AB-48C2-834C-91DDC4319B71}"/>
                </a:ext>
              </a:extLst>
            </p:cNvPr>
            <p:cNvSpPr/>
            <p:nvPr/>
          </p:nvSpPr>
          <p:spPr>
            <a:xfrm>
              <a:off x="57992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Freeform: Shape 1339">
              <a:extLst>
                <a:ext uri="{FF2B5EF4-FFF2-40B4-BE49-F238E27FC236}">
                  <a16:creationId xmlns:a16="http://schemas.microsoft.com/office/drawing/2014/main" id="{37C789EA-01E9-49FE-A6BD-08A8D410134F}"/>
                </a:ext>
              </a:extLst>
            </p:cNvPr>
            <p:cNvSpPr/>
            <p:nvPr/>
          </p:nvSpPr>
          <p:spPr>
            <a:xfrm>
              <a:off x="57992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Freeform: Shape 1340">
              <a:extLst>
                <a:ext uri="{FF2B5EF4-FFF2-40B4-BE49-F238E27FC236}">
                  <a16:creationId xmlns:a16="http://schemas.microsoft.com/office/drawing/2014/main" id="{A8CE2299-C5D2-4870-9011-F564B531F6E8}"/>
                </a:ext>
              </a:extLst>
            </p:cNvPr>
            <p:cNvSpPr/>
            <p:nvPr/>
          </p:nvSpPr>
          <p:spPr>
            <a:xfrm>
              <a:off x="5799275" y="1799825"/>
              <a:ext cx="62150" cy="53300"/>
            </a:xfrm>
            <a:custGeom>
              <a:avLst/>
              <a:gdLst/>
              <a:ahLst/>
              <a:cxnLst/>
              <a:rect l="l" t="t" r="r" b="b"/>
              <a:pathLst>
                <a:path w="2486" h="2132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1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5" y="1150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Freeform: Shape 1341">
              <a:extLst>
                <a:ext uri="{FF2B5EF4-FFF2-40B4-BE49-F238E27FC236}">
                  <a16:creationId xmlns:a16="http://schemas.microsoft.com/office/drawing/2014/main" id="{18109FF8-6746-4470-88B6-6F82C7FA1A2C}"/>
                </a:ext>
              </a:extLst>
            </p:cNvPr>
            <p:cNvSpPr/>
            <p:nvPr/>
          </p:nvSpPr>
          <p:spPr>
            <a:xfrm>
              <a:off x="5799275" y="187605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9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Freeform: Shape 1342">
              <a:extLst>
                <a:ext uri="{FF2B5EF4-FFF2-40B4-BE49-F238E27FC236}">
                  <a16:creationId xmlns:a16="http://schemas.microsoft.com/office/drawing/2014/main" id="{1B3C3F57-A277-4F7B-B1CB-774646AC53FF}"/>
                </a:ext>
              </a:extLst>
            </p:cNvPr>
            <p:cNvSpPr/>
            <p:nvPr/>
          </p:nvSpPr>
          <p:spPr>
            <a:xfrm>
              <a:off x="5799275" y="1952050"/>
              <a:ext cx="62200" cy="53500"/>
            </a:xfrm>
            <a:custGeom>
              <a:avLst/>
              <a:gdLst/>
              <a:ahLst/>
              <a:cxnLst/>
              <a:rect l="l" t="t" r="r" b="b"/>
              <a:pathLst>
                <a:path w="2488" h="2140" extrusionOk="0">
                  <a:moveTo>
                    <a:pt x="1057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6"/>
                    <a:pt x="522" y="2139"/>
                    <a:pt x="1069" y="2139"/>
                  </a:cubicBezTo>
                  <a:cubicBezTo>
                    <a:pt x="1333" y="2139"/>
                    <a:pt x="1602" y="2041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Freeform: Shape 1343">
              <a:extLst>
                <a:ext uri="{FF2B5EF4-FFF2-40B4-BE49-F238E27FC236}">
                  <a16:creationId xmlns:a16="http://schemas.microsoft.com/office/drawing/2014/main" id="{FECE39D9-CBB9-42B4-9A90-0560B5D1E481}"/>
                </a:ext>
              </a:extLst>
            </p:cNvPr>
            <p:cNvSpPr/>
            <p:nvPr/>
          </p:nvSpPr>
          <p:spPr>
            <a:xfrm>
              <a:off x="57992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Freeform: Shape 1344">
              <a:extLst>
                <a:ext uri="{FF2B5EF4-FFF2-40B4-BE49-F238E27FC236}">
                  <a16:creationId xmlns:a16="http://schemas.microsoft.com/office/drawing/2014/main" id="{05DCACF0-CE45-4951-8222-3F3EF4C7159F}"/>
                </a:ext>
              </a:extLst>
            </p:cNvPr>
            <p:cNvSpPr/>
            <p:nvPr/>
          </p:nvSpPr>
          <p:spPr>
            <a:xfrm>
              <a:off x="58752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Freeform: Shape 1345">
              <a:extLst>
                <a:ext uri="{FF2B5EF4-FFF2-40B4-BE49-F238E27FC236}">
                  <a16:creationId xmlns:a16="http://schemas.microsoft.com/office/drawing/2014/main" id="{6872829C-F5B4-45A1-A193-012BADB24B31}"/>
                </a:ext>
              </a:extLst>
            </p:cNvPr>
            <p:cNvSpPr/>
            <p:nvPr/>
          </p:nvSpPr>
          <p:spPr>
            <a:xfrm>
              <a:off x="58752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Freeform: Shape 1346">
              <a:extLst>
                <a:ext uri="{FF2B5EF4-FFF2-40B4-BE49-F238E27FC236}">
                  <a16:creationId xmlns:a16="http://schemas.microsoft.com/office/drawing/2014/main" id="{159487A5-186E-435A-B21E-8F2AE32303F7}"/>
                </a:ext>
              </a:extLst>
            </p:cNvPr>
            <p:cNvSpPr/>
            <p:nvPr/>
          </p:nvSpPr>
          <p:spPr>
            <a:xfrm>
              <a:off x="58752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Freeform: Shape 1347">
              <a:extLst>
                <a:ext uri="{FF2B5EF4-FFF2-40B4-BE49-F238E27FC236}">
                  <a16:creationId xmlns:a16="http://schemas.microsoft.com/office/drawing/2014/main" id="{D3A49A80-1AA8-4D1E-AABD-8F15C85C4422}"/>
                </a:ext>
              </a:extLst>
            </p:cNvPr>
            <p:cNvSpPr/>
            <p:nvPr/>
          </p:nvSpPr>
          <p:spPr>
            <a:xfrm>
              <a:off x="58752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Freeform: Shape 1348">
              <a:extLst>
                <a:ext uri="{FF2B5EF4-FFF2-40B4-BE49-F238E27FC236}">
                  <a16:creationId xmlns:a16="http://schemas.microsoft.com/office/drawing/2014/main" id="{5EC041B5-75D7-4159-846D-963FBD296F55}"/>
                </a:ext>
              </a:extLst>
            </p:cNvPr>
            <p:cNvSpPr/>
            <p:nvPr/>
          </p:nvSpPr>
          <p:spPr>
            <a:xfrm>
              <a:off x="58752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Freeform: Shape 1349">
              <a:extLst>
                <a:ext uri="{FF2B5EF4-FFF2-40B4-BE49-F238E27FC236}">
                  <a16:creationId xmlns:a16="http://schemas.microsoft.com/office/drawing/2014/main" id="{27118ECA-E8A9-40A0-9CCD-3A819D1B34F5}"/>
                </a:ext>
              </a:extLst>
            </p:cNvPr>
            <p:cNvSpPr/>
            <p:nvPr/>
          </p:nvSpPr>
          <p:spPr>
            <a:xfrm>
              <a:off x="58752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Freeform: Shape 1350">
              <a:extLst>
                <a:ext uri="{FF2B5EF4-FFF2-40B4-BE49-F238E27FC236}">
                  <a16:creationId xmlns:a16="http://schemas.microsoft.com/office/drawing/2014/main" id="{6BB11ADC-0F2E-4956-9160-8676361AF723}"/>
                </a:ext>
              </a:extLst>
            </p:cNvPr>
            <p:cNvSpPr/>
            <p:nvPr/>
          </p:nvSpPr>
          <p:spPr>
            <a:xfrm>
              <a:off x="587527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Freeform: Shape 1351">
              <a:extLst>
                <a:ext uri="{FF2B5EF4-FFF2-40B4-BE49-F238E27FC236}">
                  <a16:creationId xmlns:a16="http://schemas.microsoft.com/office/drawing/2014/main" id="{E5336AEF-093B-4A15-8795-2C999D91965F}"/>
                </a:ext>
              </a:extLst>
            </p:cNvPr>
            <p:cNvSpPr/>
            <p:nvPr/>
          </p:nvSpPr>
          <p:spPr>
            <a:xfrm>
              <a:off x="58752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Freeform: Shape 1352">
              <a:extLst>
                <a:ext uri="{FF2B5EF4-FFF2-40B4-BE49-F238E27FC236}">
                  <a16:creationId xmlns:a16="http://schemas.microsoft.com/office/drawing/2014/main" id="{F8834B03-55A0-403F-B470-5A499EA1E74C}"/>
                </a:ext>
              </a:extLst>
            </p:cNvPr>
            <p:cNvSpPr/>
            <p:nvPr/>
          </p:nvSpPr>
          <p:spPr>
            <a:xfrm>
              <a:off x="58752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Freeform: Shape 1353">
              <a:extLst>
                <a:ext uri="{FF2B5EF4-FFF2-40B4-BE49-F238E27FC236}">
                  <a16:creationId xmlns:a16="http://schemas.microsoft.com/office/drawing/2014/main" id="{70EDBA53-5A03-49F5-A9A2-3B4AD07B1ECB}"/>
                </a:ext>
              </a:extLst>
            </p:cNvPr>
            <p:cNvSpPr/>
            <p:nvPr/>
          </p:nvSpPr>
          <p:spPr>
            <a:xfrm>
              <a:off x="58752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Freeform: Shape 1354">
              <a:extLst>
                <a:ext uri="{FF2B5EF4-FFF2-40B4-BE49-F238E27FC236}">
                  <a16:creationId xmlns:a16="http://schemas.microsoft.com/office/drawing/2014/main" id="{ECCA9457-D567-4BE3-B2BB-5DE8E7A8F366}"/>
                </a:ext>
              </a:extLst>
            </p:cNvPr>
            <p:cNvSpPr/>
            <p:nvPr/>
          </p:nvSpPr>
          <p:spPr>
            <a:xfrm>
              <a:off x="57992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57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Freeform: Shape 1355">
              <a:extLst>
                <a:ext uri="{FF2B5EF4-FFF2-40B4-BE49-F238E27FC236}">
                  <a16:creationId xmlns:a16="http://schemas.microsoft.com/office/drawing/2014/main" id="{16AF2353-3C08-4964-A3E2-44EF9EE666E6}"/>
                </a:ext>
              </a:extLst>
            </p:cNvPr>
            <p:cNvSpPr/>
            <p:nvPr/>
          </p:nvSpPr>
          <p:spPr>
            <a:xfrm>
              <a:off x="5799275" y="21807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9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Freeform: Shape 1356">
              <a:extLst>
                <a:ext uri="{FF2B5EF4-FFF2-40B4-BE49-F238E27FC236}">
                  <a16:creationId xmlns:a16="http://schemas.microsoft.com/office/drawing/2014/main" id="{A783ADE0-DD4A-4D8D-BA22-D957F02AB168}"/>
                </a:ext>
              </a:extLst>
            </p:cNvPr>
            <p:cNvSpPr/>
            <p:nvPr/>
          </p:nvSpPr>
          <p:spPr>
            <a:xfrm>
              <a:off x="57992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3" y="1149"/>
                    <a:pt x="2019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Freeform: Shape 1357">
              <a:extLst>
                <a:ext uri="{FF2B5EF4-FFF2-40B4-BE49-F238E27FC236}">
                  <a16:creationId xmlns:a16="http://schemas.microsoft.com/office/drawing/2014/main" id="{D9625012-33F8-4BE3-B5A8-E41ACD53E213}"/>
                </a:ext>
              </a:extLst>
            </p:cNvPr>
            <p:cNvSpPr/>
            <p:nvPr/>
          </p:nvSpPr>
          <p:spPr>
            <a:xfrm>
              <a:off x="579927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Freeform: Shape 1358">
              <a:extLst>
                <a:ext uri="{FF2B5EF4-FFF2-40B4-BE49-F238E27FC236}">
                  <a16:creationId xmlns:a16="http://schemas.microsoft.com/office/drawing/2014/main" id="{C8148425-56B1-4D0F-A6B3-6422AC643D99}"/>
                </a:ext>
              </a:extLst>
            </p:cNvPr>
            <p:cNvSpPr/>
            <p:nvPr/>
          </p:nvSpPr>
          <p:spPr>
            <a:xfrm>
              <a:off x="57990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Freeform: Shape 1359">
              <a:extLst>
                <a:ext uri="{FF2B5EF4-FFF2-40B4-BE49-F238E27FC236}">
                  <a16:creationId xmlns:a16="http://schemas.microsoft.com/office/drawing/2014/main" id="{A5193608-6674-48A1-8A79-070B56776AFA}"/>
                </a:ext>
              </a:extLst>
            </p:cNvPr>
            <p:cNvSpPr/>
            <p:nvPr/>
          </p:nvSpPr>
          <p:spPr>
            <a:xfrm>
              <a:off x="579927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57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0" y="2137"/>
                  </a:cubicBezTo>
                  <a:cubicBezTo>
                    <a:pt x="1331" y="2137"/>
                    <a:pt x="1597" y="2039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Freeform: Shape 1360">
              <a:extLst>
                <a:ext uri="{FF2B5EF4-FFF2-40B4-BE49-F238E27FC236}">
                  <a16:creationId xmlns:a16="http://schemas.microsoft.com/office/drawing/2014/main" id="{545C2B92-7EFA-4898-B0E8-B385AF4E7B27}"/>
                </a:ext>
              </a:extLst>
            </p:cNvPr>
            <p:cNvSpPr/>
            <p:nvPr/>
          </p:nvSpPr>
          <p:spPr>
            <a:xfrm>
              <a:off x="57990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Freeform: Shape 1361">
              <a:extLst>
                <a:ext uri="{FF2B5EF4-FFF2-40B4-BE49-F238E27FC236}">
                  <a16:creationId xmlns:a16="http://schemas.microsoft.com/office/drawing/2014/main" id="{734144DD-57EE-45C1-BD92-6AA27A8B5073}"/>
                </a:ext>
              </a:extLst>
            </p:cNvPr>
            <p:cNvSpPr/>
            <p:nvPr/>
          </p:nvSpPr>
          <p:spPr>
            <a:xfrm>
              <a:off x="5799275" y="240935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5" y="1149"/>
                    <a:pt x="2011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Freeform: Shape 1362">
              <a:extLst>
                <a:ext uri="{FF2B5EF4-FFF2-40B4-BE49-F238E27FC236}">
                  <a16:creationId xmlns:a16="http://schemas.microsoft.com/office/drawing/2014/main" id="{FB5EC01E-C424-4988-B13F-3423F21D3CB1}"/>
                </a:ext>
              </a:extLst>
            </p:cNvPr>
            <p:cNvSpPr/>
            <p:nvPr/>
          </p:nvSpPr>
          <p:spPr>
            <a:xfrm>
              <a:off x="57230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Freeform: Shape 1363">
              <a:extLst>
                <a:ext uri="{FF2B5EF4-FFF2-40B4-BE49-F238E27FC236}">
                  <a16:creationId xmlns:a16="http://schemas.microsoft.com/office/drawing/2014/main" id="{19EFFFD2-46B7-4FBC-8390-443F72DC1F53}"/>
                </a:ext>
              </a:extLst>
            </p:cNvPr>
            <p:cNvSpPr/>
            <p:nvPr/>
          </p:nvSpPr>
          <p:spPr>
            <a:xfrm>
              <a:off x="56468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Freeform: Shape 1364">
              <a:extLst>
                <a:ext uri="{FF2B5EF4-FFF2-40B4-BE49-F238E27FC236}">
                  <a16:creationId xmlns:a16="http://schemas.microsoft.com/office/drawing/2014/main" id="{AB576A4C-9773-4968-B578-B5A6AECB1B5E}"/>
                </a:ext>
              </a:extLst>
            </p:cNvPr>
            <p:cNvSpPr/>
            <p:nvPr/>
          </p:nvSpPr>
          <p:spPr>
            <a:xfrm>
              <a:off x="557062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Freeform: Shape 1365">
              <a:extLst>
                <a:ext uri="{FF2B5EF4-FFF2-40B4-BE49-F238E27FC236}">
                  <a16:creationId xmlns:a16="http://schemas.microsoft.com/office/drawing/2014/main" id="{91D5E103-2C6E-4DA7-993A-2C86FCC396F2}"/>
                </a:ext>
              </a:extLst>
            </p:cNvPr>
            <p:cNvSpPr/>
            <p:nvPr/>
          </p:nvSpPr>
          <p:spPr>
            <a:xfrm>
              <a:off x="54944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Freeform: Shape 1366">
              <a:extLst>
                <a:ext uri="{FF2B5EF4-FFF2-40B4-BE49-F238E27FC236}">
                  <a16:creationId xmlns:a16="http://schemas.microsoft.com/office/drawing/2014/main" id="{377C2697-9645-4B2D-88E8-671FB9CAB906}"/>
                </a:ext>
              </a:extLst>
            </p:cNvPr>
            <p:cNvSpPr/>
            <p:nvPr/>
          </p:nvSpPr>
          <p:spPr>
            <a:xfrm>
              <a:off x="541820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Freeform: Shape 1367">
              <a:extLst>
                <a:ext uri="{FF2B5EF4-FFF2-40B4-BE49-F238E27FC236}">
                  <a16:creationId xmlns:a16="http://schemas.microsoft.com/office/drawing/2014/main" id="{36A4D095-1E5D-4DEA-92CF-DF3627B016C3}"/>
                </a:ext>
              </a:extLst>
            </p:cNvPr>
            <p:cNvSpPr/>
            <p:nvPr/>
          </p:nvSpPr>
          <p:spPr>
            <a:xfrm>
              <a:off x="53419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Freeform: Shape 1368">
              <a:extLst>
                <a:ext uri="{FF2B5EF4-FFF2-40B4-BE49-F238E27FC236}">
                  <a16:creationId xmlns:a16="http://schemas.microsoft.com/office/drawing/2014/main" id="{54937425-6B2F-4FEA-A9CF-BC49BD35C71E}"/>
                </a:ext>
              </a:extLst>
            </p:cNvPr>
            <p:cNvSpPr/>
            <p:nvPr/>
          </p:nvSpPr>
          <p:spPr>
            <a:xfrm>
              <a:off x="602750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4"/>
                    <a:pt x="1078" y="2134"/>
                  </a:cubicBezTo>
                  <a:cubicBezTo>
                    <a:pt x="1340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Freeform: Shape 1369">
              <a:extLst>
                <a:ext uri="{FF2B5EF4-FFF2-40B4-BE49-F238E27FC236}">
                  <a16:creationId xmlns:a16="http://schemas.microsoft.com/office/drawing/2014/main" id="{3DABA3AD-2127-49B4-962B-135C647D3A54}"/>
                </a:ext>
              </a:extLst>
            </p:cNvPr>
            <p:cNvSpPr/>
            <p:nvPr/>
          </p:nvSpPr>
          <p:spPr>
            <a:xfrm>
              <a:off x="602750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54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Freeform: Shape 1370">
              <a:extLst>
                <a:ext uri="{FF2B5EF4-FFF2-40B4-BE49-F238E27FC236}">
                  <a16:creationId xmlns:a16="http://schemas.microsoft.com/office/drawing/2014/main" id="{08DF0A50-8446-46EE-9311-613242A7B8BB}"/>
                </a:ext>
              </a:extLst>
            </p:cNvPr>
            <p:cNvSpPr/>
            <p:nvPr/>
          </p:nvSpPr>
          <p:spPr>
            <a:xfrm>
              <a:off x="610370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Freeform: Shape 1371">
              <a:extLst>
                <a:ext uri="{FF2B5EF4-FFF2-40B4-BE49-F238E27FC236}">
                  <a16:creationId xmlns:a16="http://schemas.microsoft.com/office/drawing/2014/main" id="{F4D359C0-B8D3-4D98-A8AA-C6161619D6A2}"/>
                </a:ext>
              </a:extLst>
            </p:cNvPr>
            <p:cNvSpPr/>
            <p:nvPr/>
          </p:nvSpPr>
          <p:spPr>
            <a:xfrm>
              <a:off x="610370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Freeform: Shape 1372">
              <a:extLst>
                <a:ext uri="{FF2B5EF4-FFF2-40B4-BE49-F238E27FC236}">
                  <a16:creationId xmlns:a16="http://schemas.microsoft.com/office/drawing/2014/main" id="{37EAB5B1-4683-4AE9-9FDA-DB795EFF82B5}"/>
                </a:ext>
              </a:extLst>
            </p:cNvPr>
            <p:cNvSpPr/>
            <p:nvPr/>
          </p:nvSpPr>
          <p:spPr>
            <a:xfrm>
              <a:off x="59514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Freeform: Shape 1373">
              <a:extLst>
                <a:ext uri="{FF2B5EF4-FFF2-40B4-BE49-F238E27FC236}">
                  <a16:creationId xmlns:a16="http://schemas.microsoft.com/office/drawing/2014/main" id="{C618F8C4-1BC4-46F0-8EE3-E08021A6FCC0}"/>
                </a:ext>
              </a:extLst>
            </p:cNvPr>
            <p:cNvSpPr/>
            <p:nvPr/>
          </p:nvSpPr>
          <p:spPr>
            <a:xfrm>
              <a:off x="595147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Freeform: Shape 1374">
              <a:extLst>
                <a:ext uri="{FF2B5EF4-FFF2-40B4-BE49-F238E27FC236}">
                  <a16:creationId xmlns:a16="http://schemas.microsoft.com/office/drawing/2014/main" id="{F717B524-0FE1-4543-927C-818991EC56F9}"/>
                </a:ext>
              </a:extLst>
            </p:cNvPr>
            <p:cNvSpPr/>
            <p:nvPr/>
          </p:nvSpPr>
          <p:spPr>
            <a:xfrm>
              <a:off x="587527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Freeform: Shape 1375">
              <a:extLst>
                <a:ext uri="{FF2B5EF4-FFF2-40B4-BE49-F238E27FC236}">
                  <a16:creationId xmlns:a16="http://schemas.microsoft.com/office/drawing/2014/main" id="{F948FF7E-9573-4501-AEC4-30677C0431F1}"/>
                </a:ext>
              </a:extLst>
            </p:cNvPr>
            <p:cNvSpPr/>
            <p:nvPr/>
          </p:nvSpPr>
          <p:spPr>
            <a:xfrm>
              <a:off x="5875275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Freeform: Shape 1376">
              <a:extLst>
                <a:ext uri="{FF2B5EF4-FFF2-40B4-BE49-F238E27FC236}">
                  <a16:creationId xmlns:a16="http://schemas.microsoft.com/office/drawing/2014/main" id="{F0647375-55F9-415B-A309-4514D2FA3992}"/>
                </a:ext>
              </a:extLst>
            </p:cNvPr>
            <p:cNvSpPr/>
            <p:nvPr/>
          </p:nvSpPr>
          <p:spPr>
            <a:xfrm>
              <a:off x="587527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Freeform: Shape 1377">
              <a:extLst>
                <a:ext uri="{FF2B5EF4-FFF2-40B4-BE49-F238E27FC236}">
                  <a16:creationId xmlns:a16="http://schemas.microsoft.com/office/drawing/2014/main" id="{C5419D22-BDFB-4D04-850C-8F91EE107798}"/>
                </a:ext>
              </a:extLst>
            </p:cNvPr>
            <p:cNvSpPr/>
            <p:nvPr/>
          </p:nvSpPr>
          <p:spPr>
            <a:xfrm>
              <a:off x="5799125" y="3399500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63" y="1"/>
                  </a:moveTo>
                  <a:cubicBezTo>
                    <a:pt x="478" y="1"/>
                    <a:pt x="6" y="480"/>
                    <a:pt x="6" y="1066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40"/>
                    <a:pt x="1819" y="1822"/>
                  </a:cubicBezTo>
                  <a:cubicBezTo>
                    <a:pt x="2494" y="1147"/>
                    <a:pt x="2014" y="1"/>
                    <a:pt x="10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Freeform: Shape 1378">
              <a:extLst>
                <a:ext uri="{FF2B5EF4-FFF2-40B4-BE49-F238E27FC236}">
                  <a16:creationId xmlns:a16="http://schemas.microsoft.com/office/drawing/2014/main" id="{03F82F73-0ED3-4EF1-972F-AB22EA43EFEC}"/>
                </a:ext>
              </a:extLst>
            </p:cNvPr>
            <p:cNvSpPr/>
            <p:nvPr/>
          </p:nvSpPr>
          <p:spPr>
            <a:xfrm>
              <a:off x="579912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3" y="0"/>
                  </a:moveTo>
                  <a:cubicBezTo>
                    <a:pt x="478" y="8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46"/>
                    <a:pt x="2014" y="0"/>
                    <a:pt x="10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Freeform: Shape 1379">
              <a:extLst>
                <a:ext uri="{FF2B5EF4-FFF2-40B4-BE49-F238E27FC236}">
                  <a16:creationId xmlns:a16="http://schemas.microsoft.com/office/drawing/2014/main" id="{50F5224E-94B8-4102-90A8-A639E16F2B85}"/>
                </a:ext>
              </a:extLst>
            </p:cNvPr>
            <p:cNvSpPr/>
            <p:nvPr/>
          </p:nvSpPr>
          <p:spPr>
            <a:xfrm>
              <a:off x="602750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Freeform: Shape 1380">
              <a:extLst>
                <a:ext uri="{FF2B5EF4-FFF2-40B4-BE49-F238E27FC236}">
                  <a16:creationId xmlns:a16="http://schemas.microsoft.com/office/drawing/2014/main" id="{FF1687DB-41D2-4603-BF9C-E7E5410FCB2E}"/>
                </a:ext>
              </a:extLst>
            </p:cNvPr>
            <p:cNvSpPr/>
            <p:nvPr/>
          </p:nvSpPr>
          <p:spPr>
            <a:xfrm>
              <a:off x="595147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Freeform: Shape 1381">
              <a:extLst>
                <a:ext uri="{FF2B5EF4-FFF2-40B4-BE49-F238E27FC236}">
                  <a16:creationId xmlns:a16="http://schemas.microsoft.com/office/drawing/2014/main" id="{48F192CE-7ACB-41CC-A111-BD7302EE3720}"/>
                </a:ext>
              </a:extLst>
            </p:cNvPr>
            <p:cNvSpPr/>
            <p:nvPr/>
          </p:nvSpPr>
          <p:spPr>
            <a:xfrm>
              <a:off x="587527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Freeform: Shape 1382">
              <a:extLst>
                <a:ext uri="{FF2B5EF4-FFF2-40B4-BE49-F238E27FC236}">
                  <a16:creationId xmlns:a16="http://schemas.microsoft.com/office/drawing/2014/main" id="{7C90ED6F-54A4-4879-97F7-12FE1AD9F5DE}"/>
                </a:ext>
              </a:extLst>
            </p:cNvPr>
            <p:cNvSpPr/>
            <p:nvPr/>
          </p:nvSpPr>
          <p:spPr>
            <a:xfrm>
              <a:off x="5799050" y="3551925"/>
              <a:ext cx="62375" cy="53300"/>
            </a:xfrm>
            <a:custGeom>
              <a:avLst/>
              <a:gdLst/>
              <a:ahLst/>
              <a:cxnLst/>
              <a:rect l="l" t="t" r="r" b="b"/>
              <a:pathLst>
                <a:path w="2495" h="2132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80"/>
                    <a:pt x="9" y="1066"/>
                  </a:cubicBezTo>
                  <a:cubicBezTo>
                    <a:pt x="9" y="1708"/>
                    <a:pt x="531" y="2131"/>
                    <a:pt x="1078" y="2131"/>
                  </a:cubicBezTo>
                  <a:cubicBezTo>
                    <a:pt x="1342" y="2131"/>
                    <a:pt x="1611" y="2033"/>
                    <a:pt x="1830" y="1814"/>
                  </a:cubicBezTo>
                  <a:cubicBezTo>
                    <a:pt x="2494" y="1141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Freeform: Shape 1383">
              <a:extLst>
                <a:ext uri="{FF2B5EF4-FFF2-40B4-BE49-F238E27FC236}">
                  <a16:creationId xmlns:a16="http://schemas.microsoft.com/office/drawing/2014/main" id="{E033603A-8A5E-483D-89DC-56541FF0A786}"/>
                </a:ext>
              </a:extLst>
            </p:cNvPr>
            <p:cNvSpPr/>
            <p:nvPr/>
          </p:nvSpPr>
          <p:spPr>
            <a:xfrm>
              <a:off x="5723050" y="3551925"/>
              <a:ext cx="62150" cy="53300"/>
            </a:xfrm>
            <a:custGeom>
              <a:avLst/>
              <a:gdLst/>
              <a:ahLst/>
              <a:cxnLst/>
              <a:rect l="l" t="t" r="r" b="b"/>
              <a:pathLst>
                <a:path w="2486" h="2132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6" y="1141"/>
                    <a:pt x="2012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Freeform: Shape 1384">
              <a:extLst>
                <a:ext uri="{FF2B5EF4-FFF2-40B4-BE49-F238E27FC236}">
                  <a16:creationId xmlns:a16="http://schemas.microsoft.com/office/drawing/2014/main" id="{4D164BC6-A189-4AB0-A7C4-00634C4B6EA0}"/>
                </a:ext>
              </a:extLst>
            </p:cNvPr>
            <p:cNvSpPr/>
            <p:nvPr/>
          </p:nvSpPr>
          <p:spPr>
            <a:xfrm>
              <a:off x="57230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Freeform: Shape 1385">
              <a:extLst>
                <a:ext uri="{FF2B5EF4-FFF2-40B4-BE49-F238E27FC236}">
                  <a16:creationId xmlns:a16="http://schemas.microsoft.com/office/drawing/2014/main" id="{DA981842-BA7D-48CD-8865-E2394B6A0FC5}"/>
                </a:ext>
              </a:extLst>
            </p:cNvPr>
            <p:cNvSpPr/>
            <p:nvPr/>
          </p:nvSpPr>
          <p:spPr>
            <a:xfrm>
              <a:off x="56468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Freeform: Shape 1386">
              <a:extLst>
                <a:ext uri="{FF2B5EF4-FFF2-40B4-BE49-F238E27FC236}">
                  <a16:creationId xmlns:a16="http://schemas.microsoft.com/office/drawing/2014/main" id="{15DD43B6-2681-4C4E-AC72-BC9DB13AF3AB}"/>
                </a:ext>
              </a:extLst>
            </p:cNvPr>
            <p:cNvSpPr/>
            <p:nvPr/>
          </p:nvSpPr>
          <p:spPr>
            <a:xfrm>
              <a:off x="5646700" y="3399500"/>
              <a:ext cx="62350" cy="53350"/>
            </a:xfrm>
            <a:custGeom>
              <a:avLst/>
              <a:gdLst/>
              <a:ahLst/>
              <a:cxnLst/>
              <a:rect l="l" t="t" r="r" b="b"/>
              <a:pathLst>
                <a:path w="2494" h="2134" extrusionOk="0">
                  <a:moveTo>
                    <a:pt x="1071" y="1"/>
                  </a:moveTo>
                  <a:cubicBezTo>
                    <a:pt x="477" y="1"/>
                    <a:pt x="6" y="480"/>
                    <a:pt x="6" y="1066"/>
                  </a:cubicBezTo>
                  <a:cubicBezTo>
                    <a:pt x="0" y="1709"/>
                    <a:pt x="528" y="2134"/>
                    <a:pt x="1076" y="2134"/>
                  </a:cubicBezTo>
                  <a:cubicBezTo>
                    <a:pt x="1337" y="2134"/>
                    <a:pt x="1603" y="2037"/>
                    <a:pt x="1819" y="1822"/>
                  </a:cubicBezTo>
                  <a:cubicBezTo>
                    <a:pt x="2494" y="1147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Freeform: Shape 1387">
              <a:extLst>
                <a:ext uri="{FF2B5EF4-FFF2-40B4-BE49-F238E27FC236}">
                  <a16:creationId xmlns:a16="http://schemas.microsoft.com/office/drawing/2014/main" id="{39C5E295-28DF-4B9F-9C5D-720236EAF0AD}"/>
                </a:ext>
              </a:extLst>
            </p:cNvPr>
            <p:cNvSpPr/>
            <p:nvPr/>
          </p:nvSpPr>
          <p:spPr>
            <a:xfrm>
              <a:off x="5570475" y="3399500"/>
              <a:ext cx="62350" cy="53350"/>
            </a:xfrm>
            <a:custGeom>
              <a:avLst/>
              <a:gdLst/>
              <a:ahLst/>
              <a:cxnLst/>
              <a:rect l="l" t="t" r="r" b="b"/>
              <a:pathLst>
                <a:path w="2494" h="2134" extrusionOk="0">
                  <a:moveTo>
                    <a:pt x="1071" y="1"/>
                  </a:moveTo>
                  <a:cubicBezTo>
                    <a:pt x="486" y="1"/>
                    <a:pt x="6" y="480"/>
                    <a:pt x="6" y="1066"/>
                  </a:cubicBezTo>
                  <a:cubicBezTo>
                    <a:pt x="1" y="1709"/>
                    <a:pt x="528" y="2134"/>
                    <a:pt x="1076" y="2134"/>
                  </a:cubicBezTo>
                  <a:cubicBezTo>
                    <a:pt x="1338" y="2134"/>
                    <a:pt x="1604" y="2037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Freeform: Shape 1388">
              <a:extLst>
                <a:ext uri="{FF2B5EF4-FFF2-40B4-BE49-F238E27FC236}">
                  <a16:creationId xmlns:a16="http://schemas.microsoft.com/office/drawing/2014/main" id="{9AA268D1-0006-45BD-9CC6-37E6249B9808}"/>
                </a:ext>
              </a:extLst>
            </p:cNvPr>
            <p:cNvSpPr/>
            <p:nvPr/>
          </p:nvSpPr>
          <p:spPr>
            <a:xfrm>
              <a:off x="55704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Freeform: Shape 1389">
              <a:extLst>
                <a:ext uri="{FF2B5EF4-FFF2-40B4-BE49-F238E27FC236}">
                  <a16:creationId xmlns:a16="http://schemas.microsoft.com/office/drawing/2014/main" id="{5CCB3169-AB67-4229-936F-0C07E3C6F543}"/>
                </a:ext>
              </a:extLst>
            </p:cNvPr>
            <p:cNvSpPr/>
            <p:nvPr/>
          </p:nvSpPr>
          <p:spPr>
            <a:xfrm>
              <a:off x="54942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5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3" y="1154"/>
                    <a:pt x="2022" y="8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Freeform: Shape 1390">
              <a:extLst>
                <a:ext uri="{FF2B5EF4-FFF2-40B4-BE49-F238E27FC236}">
                  <a16:creationId xmlns:a16="http://schemas.microsoft.com/office/drawing/2014/main" id="{7BCBB444-CEFA-410F-80D4-5B9E9AB2DBCF}"/>
                </a:ext>
              </a:extLst>
            </p:cNvPr>
            <p:cNvSpPr/>
            <p:nvPr/>
          </p:nvSpPr>
          <p:spPr>
            <a:xfrm>
              <a:off x="5494275" y="3247075"/>
              <a:ext cx="62350" cy="53500"/>
            </a:xfrm>
            <a:custGeom>
              <a:avLst/>
              <a:gdLst/>
              <a:ahLst/>
              <a:cxnLst/>
              <a:rect l="l" t="t" r="r" b="b"/>
              <a:pathLst>
                <a:path w="2494" h="2140" extrusionOk="0">
                  <a:moveTo>
                    <a:pt x="1071" y="1"/>
                  </a:moveTo>
                  <a:cubicBezTo>
                    <a:pt x="485" y="1"/>
                    <a:pt x="6" y="480"/>
                    <a:pt x="6" y="1066"/>
                  </a:cubicBezTo>
                  <a:cubicBezTo>
                    <a:pt x="0" y="1711"/>
                    <a:pt x="527" y="2140"/>
                    <a:pt x="1077" y="2140"/>
                  </a:cubicBezTo>
                  <a:cubicBezTo>
                    <a:pt x="1337" y="2140"/>
                    <a:pt x="1602" y="2044"/>
                    <a:pt x="1819" y="1830"/>
                  </a:cubicBezTo>
                  <a:cubicBezTo>
                    <a:pt x="2493" y="1155"/>
                    <a:pt x="2022" y="9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Freeform: Shape 1391">
              <a:extLst>
                <a:ext uri="{FF2B5EF4-FFF2-40B4-BE49-F238E27FC236}">
                  <a16:creationId xmlns:a16="http://schemas.microsoft.com/office/drawing/2014/main" id="{C8C25DCF-B48F-46E1-9FA6-50FC59DF4768}"/>
                </a:ext>
              </a:extLst>
            </p:cNvPr>
            <p:cNvSpPr/>
            <p:nvPr/>
          </p:nvSpPr>
          <p:spPr>
            <a:xfrm>
              <a:off x="5646700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Freeform: Shape 1392">
              <a:extLst>
                <a:ext uri="{FF2B5EF4-FFF2-40B4-BE49-F238E27FC236}">
                  <a16:creationId xmlns:a16="http://schemas.microsoft.com/office/drawing/2014/main" id="{7A9B98AA-4B9D-4A37-A32D-FF560963D508}"/>
                </a:ext>
              </a:extLst>
            </p:cNvPr>
            <p:cNvSpPr/>
            <p:nvPr/>
          </p:nvSpPr>
          <p:spPr>
            <a:xfrm>
              <a:off x="5570625" y="31710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Freeform: Shape 1393">
              <a:extLst>
                <a:ext uri="{FF2B5EF4-FFF2-40B4-BE49-F238E27FC236}">
                  <a16:creationId xmlns:a16="http://schemas.microsoft.com/office/drawing/2014/main" id="{6C81C238-4AD3-455A-B64B-8D6A34709BF0}"/>
                </a:ext>
              </a:extLst>
            </p:cNvPr>
            <p:cNvSpPr/>
            <p:nvPr/>
          </p:nvSpPr>
          <p:spPr>
            <a:xfrm>
              <a:off x="54944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Freeform: Shape 1394">
              <a:extLst>
                <a:ext uri="{FF2B5EF4-FFF2-40B4-BE49-F238E27FC236}">
                  <a16:creationId xmlns:a16="http://schemas.microsoft.com/office/drawing/2014/main" id="{16D04BC3-DC81-4530-B06E-78E1DA0D0082}"/>
                </a:ext>
              </a:extLst>
            </p:cNvPr>
            <p:cNvSpPr/>
            <p:nvPr/>
          </p:nvSpPr>
          <p:spPr>
            <a:xfrm>
              <a:off x="7322525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Freeform: Shape 1395">
              <a:extLst>
                <a:ext uri="{FF2B5EF4-FFF2-40B4-BE49-F238E27FC236}">
                  <a16:creationId xmlns:a16="http://schemas.microsoft.com/office/drawing/2014/main" id="{8C8CBAA9-B371-48CF-9834-17CD4B442AA8}"/>
                </a:ext>
              </a:extLst>
            </p:cNvPr>
            <p:cNvSpPr/>
            <p:nvPr/>
          </p:nvSpPr>
          <p:spPr>
            <a:xfrm>
              <a:off x="72465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Freeform: Shape 1396">
              <a:extLst>
                <a:ext uri="{FF2B5EF4-FFF2-40B4-BE49-F238E27FC236}">
                  <a16:creationId xmlns:a16="http://schemas.microsoft.com/office/drawing/2014/main" id="{D97BB791-1528-4DDE-94BF-66885619B814}"/>
                </a:ext>
              </a:extLst>
            </p:cNvPr>
            <p:cNvSpPr/>
            <p:nvPr/>
          </p:nvSpPr>
          <p:spPr>
            <a:xfrm>
              <a:off x="72465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Freeform: Shape 1397">
              <a:extLst>
                <a:ext uri="{FF2B5EF4-FFF2-40B4-BE49-F238E27FC236}">
                  <a16:creationId xmlns:a16="http://schemas.microsoft.com/office/drawing/2014/main" id="{317BD891-6A3D-4A27-A95E-8D2AA0AD4D40}"/>
                </a:ext>
              </a:extLst>
            </p:cNvPr>
            <p:cNvSpPr/>
            <p:nvPr/>
          </p:nvSpPr>
          <p:spPr>
            <a:xfrm>
              <a:off x="71703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Freeform: Shape 1398">
              <a:extLst>
                <a:ext uri="{FF2B5EF4-FFF2-40B4-BE49-F238E27FC236}">
                  <a16:creationId xmlns:a16="http://schemas.microsoft.com/office/drawing/2014/main" id="{2CB5A77B-D745-4E47-BB0E-3B820E43C9E1}"/>
                </a:ext>
              </a:extLst>
            </p:cNvPr>
            <p:cNvSpPr/>
            <p:nvPr/>
          </p:nvSpPr>
          <p:spPr>
            <a:xfrm>
              <a:off x="71703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Freeform: Shape 1399">
              <a:extLst>
                <a:ext uri="{FF2B5EF4-FFF2-40B4-BE49-F238E27FC236}">
                  <a16:creationId xmlns:a16="http://schemas.microsoft.com/office/drawing/2014/main" id="{3274226E-6B3B-4FF9-BF58-BA9146DC4E75}"/>
                </a:ext>
              </a:extLst>
            </p:cNvPr>
            <p:cNvSpPr/>
            <p:nvPr/>
          </p:nvSpPr>
          <p:spPr>
            <a:xfrm>
              <a:off x="70940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Freeform: Shape 1400">
              <a:extLst>
                <a:ext uri="{FF2B5EF4-FFF2-40B4-BE49-F238E27FC236}">
                  <a16:creationId xmlns:a16="http://schemas.microsoft.com/office/drawing/2014/main" id="{CB1327D9-3755-4C6B-942A-ED56534799E0}"/>
                </a:ext>
              </a:extLst>
            </p:cNvPr>
            <p:cNvSpPr/>
            <p:nvPr/>
          </p:nvSpPr>
          <p:spPr>
            <a:xfrm>
              <a:off x="70940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Freeform: Shape 1401">
              <a:extLst>
                <a:ext uri="{FF2B5EF4-FFF2-40B4-BE49-F238E27FC236}">
                  <a16:creationId xmlns:a16="http://schemas.microsoft.com/office/drawing/2014/main" id="{E8C23A83-B8C0-48DC-9EC6-1569F4D473B4}"/>
                </a:ext>
              </a:extLst>
            </p:cNvPr>
            <p:cNvSpPr/>
            <p:nvPr/>
          </p:nvSpPr>
          <p:spPr>
            <a:xfrm>
              <a:off x="70178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8" y="2129"/>
                    <a:pt x="1076" y="2129"/>
                  </a:cubicBezTo>
                  <a:cubicBezTo>
                    <a:pt x="1339" y="2129"/>
                    <a:pt x="1605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Freeform: Shape 1402">
              <a:extLst>
                <a:ext uri="{FF2B5EF4-FFF2-40B4-BE49-F238E27FC236}">
                  <a16:creationId xmlns:a16="http://schemas.microsoft.com/office/drawing/2014/main" id="{8B4FCEE9-F83C-473F-B673-E77512574A55}"/>
                </a:ext>
              </a:extLst>
            </p:cNvPr>
            <p:cNvSpPr/>
            <p:nvPr/>
          </p:nvSpPr>
          <p:spPr>
            <a:xfrm>
              <a:off x="7017875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Freeform: Shape 1403">
              <a:extLst>
                <a:ext uri="{FF2B5EF4-FFF2-40B4-BE49-F238E27FC236}">
                  <a16:creationId xmlns:a16="http://schemas.microsoft.com/office/drawing/2014/main" id="{43DB9E35-3B81-495E-88F1-7326FDCF86A9}"/>
                </a:ext>
              </a:extLst>
            </p:cNvPr>
            <p:cNvSpPr/>
            <p:nvPr/>
          </p:nvSpPr>
          <p:spPr>
            <a:xfrm>
              <a:off x="69418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Freeform: Shape 1404">
              <a:extLst>
                <a:ext uri="{FF2B5EF4-FFF2-40B4-BE49-F238E27FC236}">
                  <a16:creationId xmlns:a16="http://schemas.microsoft.com/office/drawing/2014/main" id="{FF4E1118-13A2-45E2-A255-BE4733DA0F9B}"/>
                </a:ext>
              </a:extLst>
            </p:cNvPr>
            <p:cNvSpPr/>
            <p:nvPr/>
          </p:nvSpPr>
          <p:spPr>
            <a:xfrm>
              <a:off x="69418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Freeform: Shape 1405">
              <a:extLst>
                <a:ext uri="{FF2B5EF4-FFF2-40B4-BE49-F238E27FC236}">
                  <a16:creationId xmlns:a16="http://schemas.microsoft.com/office/drawing/2014/main" id="{B25E2254-B6F7-454E-8C09-5D9C6BF548D0}"/>
                </a:ext>
              </a:extLst>
            </p:cNvPr>
            <p:cNvSpPr/>
            <p:nvPr/>
          </p:nvSpPr>
          <p:spPr>
            <a:xfrm>
              <a:off x="69418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Freeform: Shape 1406">
              <a:extLst>
                <a:ext uri="{FF2B5EF4-FFF2-40B4-BE49-F238E27FC236}">
                  <a16:creationId xmlns:a16="http://schemas.microsoft.com/office/drawing/2014/main" id="{4A5036CB-E6B4-421D-9CE8-9072BDDFB385}"/>
                </a:ext>
              </a:extLst>
            </p:cNvPr>
            <p:cNvSpPr/>
            <p:nvPr/>
          </p:nvSpPr>
          <p:spPr>
            <a:xfrm>
              <a:off x="69418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Freeform: Shape 1407">
              <a:extLst>
                <a:ext uri="{FF2B5EF4-FFF2-40B4-BE49-F238E27FC236}">
                  <a16:creationId xmlns:a16="http://schemas.microsoft.com/office/drawing/2014/main" id="{E3A5C13C-162A-49B8-9A84-DD21E7004AB8}"/>
                </a:ext>
              </a:extLst>
            </p:cNvPr>
            <p:cNvSpPr/>
            <p:nvPr/>
          </p:nvSpPr>
          <p:spPr>
            <a:xfrm>
              <a:off x="68656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Freeform: Shape 1408">
              <a:extLst>
                <a:ext uri="{FF2B5EF4-FFF2-40B4-BE49-F238E27FC236}">
                  <a16:creationId xmlns:a16="http://schemas.microsoft.com/office/drawing/2014/main" id="{A0C18873-11B7-4EC2-9399-B9ED39827028}"/>
                </a:ext>
              </a:extLst>
            </p:cNvPr>
            <p:cNvSpPr/>
            <p:nvPr/>
          </p:nvSpPr>
          <p:spPr>
            <a:xfrm>
              <a:off x="68656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Freeform: Shape 1409">
              <a:extLst>
                <a:ext uri="{FF2B5EF4-FFF2-40B4-BE49-F238E27FC236}">
                  <a16:creationId xmlns:a16="http://schemas.microsoft.com/office/drawing/2014/main" id="{5A55E08E-1A1C-4211-9C7B-993FABE55BD7}"/>
                </a:ext>
              </a:extLst>
            </p:cNvPr>
            <p:cNvSpPr/>
            <p:nvPr/>
          </p:nvSpPr>
          <p:spPr>
            <a:xfrm>
              <a:off x="68656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Freeform: Shape 1410">
              <a:extLst>
                <a:ext uri="{FF2B5EF4-FFF2-40B4-BE49-F238E27FC236}">
                  <a16:creationId xmlns:a16="http://schemas.microsoft.com/office/drawing/2014/main" id="{5D8DFC3D-4E5E-4D87-8206-E427C19A1BE0}"/>
                </a:ext>
              </a:extLst>
            </p:cNvPr>
            <p:cNvSpPr/>
            <p:nvPr/>
          </p:nvSpPr>
          <p:spPr>
            <a:xfrm>
              <a:off x="68656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Freeform: Shape 1411">
              <a:extLst>
                <a:ext uri="{FF2B5EF4-FFF2-40B4-BE49-F238E27FC236}">
                  <a16:creationId xmlns:a16="http://schemas.microsoft.com/office/drawing/2014/main" id="{BC2D6600-BD03-451D-922E-32054BF06101}"/>
                </a:ext>
              </a:extLst>
            </p:cNvPr>
            <p:cNvSpPr/>
            <p:nvPr/>
          </p:nvSpPr>
          <p:spPr>
            <a:xfrm>
              <a:off x="67892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Freeform: Shape 1412">
              <a:extLst>
                <a:ext uri="{FF2B5EF4-FFF2-40B4-BE49-F238E27FC236}">
                  <a16:creationId xmlns:a16="http://schemas.microsoft.com/office/drawing/2014/main" id="{66E456BA-139A-4F6B-8F36-4224F9BDCC4F}"/>
                </a:ext>
              </a:extLst>
            </p:cNvPr>
            <p:cNvSpPr/>
            <p:nvPr/>
          </p:nvSpPr>
          <p:spPr>
            <a:xfrm>
              <a:off x="67892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Freeform: Shape 1413">
              <a:extLst>
                <a:ext uri="{FF2B5EF4-FFF2-40B4-BE49-F238E27FC236}">
                  <a16:creationId xmlns:a16="http://schemas.microsoft.com/office/drawing/2014/main" id="{AF70F03D-8B04-46B9-B889-E0D9C750FEA1}"/>
                </a:ext>
              </a:extLst>
            </p:cNvPr>
            <p:cNvSpPr/>
            <p:nvPr/>
          </p:nvSpPr>
          <p:spPr>
            <a:xfrm>
              <a:off x="67892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Freeform: Shape 1414">
              <a:extLst>
                <a:ext uri="{FF2B5EF4-FFF2-40B4-BE49-F238E27FC236}">
                  <a16:creationId xmlns:a16="http://schemas.microsoft.com/office/drawing/2014/main" id="{99A6777D-359A-47F1-97CF-747C8508BB2F}"/>
                </a:ext>
              </a:extLst>
            </p:cNvPr>
            <p:cNvSpPr/>
            <p:nvPr/>
          </p:nvSpPr>
          <p:spPr>
            <a:xfrm>
              <a:off x="678922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55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Freeform: Shape 1415">
              <a:extLst>
                <a:ext uri="{FF2B5EF4-FFF2-40B4-BE49-F238E27FC236}">
                  <a16:creationId xmlns:a16="http://schemas.microsoft.com/office/drawing/2014/main" id="{A9D9AF9D-B312-4D7A-94D8-C64535D3326F}"/>
                </a:ext>
              </a:extLst>
            </p:cNvPr>
            <p:cNvSpPr/>
            <p:nvPr/>
          </p:nvSpPr>
          <p:spPr>
            <a:xfrm>
              <a:off x="67132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Freeform: Shape 1416">
              <a:extLst>
                <a:ext uri="{FF2B5EF4-FFF2-40B4-BE49-F238E27FC236}">
                  <a16:creationId xmlns:a16="http://schemas.microsoft.com/office/drawing/2014/main" id="{DE82C371-EE68-44A0-87A7-0B7CC56E10DB}"/>
                </a:ext>
              </a:extLst>
            </p:cNvPr>
            <p:cNvSpPr/>
            <p:nvPr/>
          </p:nvSpPr>
          <p:spPr>
            <a:xfrm>
              <a:off x="67132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Freeform: Shape 1417">
              <a:extLst>
                <a:ext uri="{FF2B5EF4-FFF2-40B4-BE49-F238E27FC236}">
                  <a16:creationId xmlns:a16="http://schemas.microsoft.com/office/drawing/2014/main" id="{166CD13C-AFF6-45E7-BFCF-95A70ABE2114}"/>
                </a:ext>
              </a:extLst>
            </p:cNvPr>
            <p:cNvSpPr/>
            <p:nvPr/>
          </p:nvSpPr>
          <p:spPr>
            <a:xfrm>
              <a:off x="67132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Freeform: Shape 1418">
              <a:extLst>
                <a:ext uri="{FF2B5EF4-FFF2-40B4-BE49-F238E27FC236}">
                  <a16:creationId xmlns:a16="http://schemas.microsoft.com/office/drawing/2014/main" id="{3319763A-899F-48BE-AD8B-7F6065224184}"/>
                </a:ext>
              </a:extLst>
            </p:cNvPr>
            <p:cNvSpPr/>
            <p:nvPr/>
          </p:nvSpPr>
          <p:spPr>
            <a:xfrm>
              <a:off x="67132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Freeform: Shape 1419">
              <a:extLst>
                <a:ext uri="{FF2B5EF4-FFF2-40B4-BE49-F238E27FC236}">
                  <a16:creationId xmlns:a16="http://schemas.microsoft.com/office/drawing/2014/main" id="{1782872C-3242-4F67-97AD-EA4932CAE4AD}"/>
                </a:ext>
              </a:extLst>
            </p:cNvPr>
            <p:cNvSpPr/>
            <p:nvPr/>
          </p:nvSpPr>
          <p:spPr>
            <a:xfrm>
              <a:off x="67132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Freeform: Shape 1420">
              <a:extLst>
                <a:ext uri="{FF2B5EF4-FFF2-40B4-BE49-F238E27FC236}">
                  <a16:creationId xmlns:a16="http://schemas.microsoft.com/office/drawing/2014/main" id="{ADDB1357-58C5-4639-8055-5A39F4D9139A}"/>
                </a:ext>
              </a:extLst>
            </p:cNvPr>
            <p:cNvSpPr/>
            <p:nvPr/>
          </p:nvSpPr>
          <p:spPr>
            <a:xfrm>
              <a:off x="66370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Freeform: Shape 1421">
              <a:extLst>
                <a:ext uri="{FF2B5EF4-FFF2-40B4-BE49-F238E27FC236}">
                  <a16:creationId xmlns:a16="http://schemas.microsoft.com/office/drawing/2014/main" id="{9AEC8F5B-C3D6-4B55-82AC-E9B501F7E37F}"/>
                </a:ext>
              </a:extLst>
            </p:cNvPr>
            <p:cNvSpPr/>
            <p:nvPr/>
          </p:nvSpPr>
          <p:spPr>
            <a:xfrm>
              <a:off x="66370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Freeform: Shape 1422">
              <a:extLst>
                <a:ext uri="{FF2B5EF4-FFF2-40B4-BE49-F238E27FC236}">
                  <a16:creationId xmlns:a16="http://schemas.microsoft.com/office/drawing/2014/main" id="{65D4692D-5687-4712-A70B-C9755B7C0228}"/>
                </a:ext>
              </a:extLst>
            </p:cNvPr>
            <p:cNvSpPr/>
            <p:nvPr/>
          </p:nvSpPr>
          <p:spPr>
            <a:xfrm>
              <a:off x="65608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Freeform: Shape 1423">
              <a:extLst>
                <a:ext uri="{FF2B5EF4-FFF2-40B4-BE49-F238E27FC236}">
                  <a16:creationId xmlns:a16="http://schemas.microsoft.com/office/drawing/2014/main" id="{3CE82FD2-25ED-45F6-81EE-5D85A4E37279}"/>
                </a:ext>
              </a:extLst>
            </p:cNvPr>
            <p:cNvSpPr/>
            <p:nvPr/>
          </p:nvSpPr>
          <p:spPr>
            <a:xfrm>
              <a:off x="656080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Freeform: Shape 1424">
              <a:extLst>
                <a:ext uri="{FF2B5EF4-FFF2-40B4-BE49-F238E27FC236}">
                  <a16:creationId xmlns:a16="http://schemas.microsoft.com/office/drawing/2014/main" id="{1602AF78-0721-49A3-837C-31AF58275E25}"/>
                </a:ext>
              </a:extLst>
            </p:cNvPr>
            <p:cNvSpPr/>
            <p:nvPr/>
          </p:nvSpPr>
          <p:spPr>
            <a:xfrm>
              <a:off x="656080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Freeform: Shape 1425">
              <a:extLst>
                <a:ext uri="{FF2B5EF4-FFF2-40B4-BE49-F238E27FC236}">
                  <a16:creationId xmlns:a16="http://schemas.microsoft.com/office/drawing/2014/main" id="{672F912B-29FB-4F32-819E-2B4A586CA4F1}"/>
                </a:ext>
              </a:extLst>
            </p:cNvPr>
            <p:cNvSpPr/>
            <p:nvPr/>
          </p:nvSpPr>
          <p:spPr>
            <a:xfrm>
              <a:off x="64845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Freeform: Shape 1426">
              <a:extLst>
                <a:ext uri="{FF2B5EF4-FFF2-40B4-BE49-F238E27FC236}">
                  <a16:creationId xmlns:a16="http://schemas.microsoft.com/office/drawing/2014/main" id="{8CE5AAD1-0336-48C6-9B42-8D875C3E3EAE}"/>
                </a:ext>
              </a:extLst>
            </p:cNvPr>
            <p:cNvSpPr/>
            <p:nvPr/>
          </p:nvSpPr>
          <p:spPr>
            <a:xfrm>
              <a:off x="648457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Freeform: Shape 1427">
              <a:extLst>
                <a:ext uri="{FF2B5EF4-FFF2-40B4-BE49-F238E27FC236}">
                  <a16:creationId xmlns:a16="http://schemas.microsoft.com/office/drawing/2014/main" id="{169D4B74-6B41-43B6-B775-DECB822E80C3}"/>
                </a:ext>
              </a:extLst>
            </p:cNvPr>
            <p:cNvSpPr/>
            <p:nvPr/>
          </p:nvSpPr>
          <p:spPr>
            <a:xfrm>
              <a:off x="64083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Freeform: Shape 1428">
              <a:extLst>
                <a:ext uri="{FF2B5EF4-FFF2-40B4-BE49-F238E27FC236}">
                  <a16:creationId xmlns:a16="http://schemas.microsoft.com/office/drawing/2014/main" id="{4A6A0B4B-756C-468E-AF60-CBB950D59B20}"/>
                </a:ext>
              </a:extLst>
            </p:cNvPr>
            <p:cNvSpPr/>
            <p:nvPr/>
          </p:nvSpPr>
          <p:spPr>
            <a:xfrm>
              <a:off x="64083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Freeform: Shape 1429">
              <a:extLst>
                <a:ext uri="{FF2B5EF4-FFF2-40B4-BE49-F238E27FC236}">
                  <a16:creationId xmlns:a16="http://schemas.microsoft.com/office/drawing/2014/main" id="{B0A5B4B1-0696-4A56-86B7-59832B8C1192}"/>
                </a:ext>
              </a:extLst>
            </p:cNvPr>
            <p:cNvSpPr/>
            <p:nvPr/>
          </p:nvSpPr>
          <p:spPr>
            <a:xfrm>
              <a:off x="64083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Freeform: Shape 1430">
              <a:extLst>
                <a:ext uri="{FF2B5EF4-FFF2-40B4-BE49-F238E27FC236}">
                  <a16:creationId xmlns:a16="http://schemas.microsoft.com/office/drawing/2014/main" id="{1875A20A-C914-4F7D-BE87-A4DED2CC9295}"/>
                </a:ext>
              </a:extLst>
            </p:cNvPr>
            <p:cNvSpPr/>
            <p:nvPr/>
          </p:nvSpPr>
          <p:spPr>
            <a:xfrm>
              <a:off x="64083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Freeform: Shape 1431">
              <a:extLst>
                <a:ext uri="{FF2B5EF4-FFF2-40B4-BE49-F238E27FC236}">
                  <a16:creationId xmlns:a16="http://schemas.microsoft.com/office/drawing/2014/main" id="{3571B1DD-F7CC-437B-83DD-700202063864}"/>
                </a:ext>
              </a:extLst>
            </p:cNvPr>
            <p:cNvSpPr/>
            <p:nvPr/>
          </p:nvSpPr>
          <p:spPr>
            <a:xfrm>
              <a:off x="64083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Freeform: Shape 1432">
              <a:extLst>
                <a:ext uri="{FF2B5EF4-FFF2-40B4-BE49-F238E27FC236}">
                  <a16:creationId xmlns:a16="http://schemas.microsoft.com/office/drawing/2014/main" id="{6DA42861-2D35-452A-8B96-560099F03BD8}"/>
                </a:ext>
              </a:extLst>
            </p:cNvPr>
            <p:cNvSpPr/>
            <p:nvPr/>
          </p:nvSpPr>
          <p:spPr>
            <a:xfrm>
              <a:off x="64083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Freeform: Shape 1433">
              <a:extLst>
                <a:ext uri="{FF2B5EF4-FFF2-40B4-BE49-F238E27FC236}">
                  <a16:creationId xmlns:a16="http://schemas.microsoft.com/office/drawing/2014/main" id="{851BD134-1A6F-4C21-91D4-56A3FCBCEB67}"/>
                </a:ext>
              </a:extLst>
            </p:cNvPr>
            <p:cNvSpPr/>
            <p:nvPr/>
          </p:nvSpPr>
          <p:spPr>
            <a:xfrm>
              <a:off x="640835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Freeform: Shape 1434">
              <a:extLst>
                <a:ext uri="{FF2B5EF4-FFF2-40B4-BE49-F238E27FC236}">
                  <a16:creationId xmlns:a16="http://schemas.microsoft.com/office/drawing/2014/main" id="{69444B56-5830-4AE4-AAEF-B2E7EB0C1334}"/>
                </a:ext>
              </a:extLst>
            </p:cNvPr>
            <p:cNvSpPr/>
            <p:nvPr/>
          </p:nvSpPr>
          <p:spPr>
            <a:xfrm>
              <a:off x="63323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Freeform: Shape 1435">
              <a:extLst>
                <a:ext uri="{FF2B5EF4-FFF2-40B4-BE49-F238E27FC236}">
                  <a16:creationId xmlns:a16="http://schemas.microsoft.com/office/drawing/2014/main" id="{D29A0DA1-FB03-4828-97E5-B3F3B0A0311B}"/>
                </a:ext>
              </a:extLst>
            </p:cNvPr>
            <p:cNvSpPr/>
            <p:nvPr/>
          </p:nvSpPr>
          <p:spPr>
            <a:xfrm>
              <a:off x="63323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Freeform: Shape 1436">
              <a:extLst>
                <a:ext uri="{FF2B5EF4-FFF2-40B4-BE49-F238E27FC236}">
                  <a16:creationId xmlns:a16="http://schemas.microsoft.com/office/drawing/2014/main" id="{8552E337-07B2-429E-B132-7D9EE3505F1F}"/>
                </a:ext>
              </a:extLst>
            </p:cNvPr>
            <p:cNvSpPr/>
            <p:nvPr/>
          </p:nvSpPr>
          <p:spPr>
            <a:xfrm>
              <a:off x="63323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Freeform: Shape 1437">
              <a:extLst>
                <a:ext uri="{FF2B5EF4-FFF2-40B4-BE49-F238E27FC236}">
                  <a16:creationId xmlns:a16="http://schemas.microsoft.com/office/drawing/2014/main" id="{2014AA50-8BD8-4B58-AEA6-7D176A30099E}"/>
                </a:ext>
              </a:extLst>
            </p:cNvPr>
            <p:cNvSpPr/>
            <p:nvPr/>
          </p:nvSpPr>
          <p:spPr>
            <a:xfrm>
              <a:off x="63323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Freeform: Shape 1438">
              <a:extLst>
                <a:ext uri="{FF2B5EF4-FFF2-40B4-BE49-F238E27FC236}">
                  <a16:creationId xmlns:a16="http://schemas.microsoft.com/office/drawing/2014/main" id="{F436ADE3-482C-430B-9CBD-D0BF89E03C43}"/>
                </a:ext>
              </a:extLst>
            </p:cNvPr>
            <p:cNvSpPr/>
            <p:nvPr/>
          </p:nvSpPr>
          <p:spPr>
            <a:xfrm>
              <a:off x="63323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Freeform: Shape 1439">
              <a:extLst>
                <a:ext uri="{FF2B5EF4-FFF2-40B4-BE49-F238E27FC236}">
                  <a16:creationId xmlns:a16="http://schemas.microsoft.com/office/drawing/2014/main" id="{34951E83-A4E8-47A0-B266-4F502FE019F3}"/>
                </a:ext>
              </a:extLst>
            </p:cNvPr>
            <p:cNvSpPr/>
            <p:nvPr/>
          </p:nvSpPr>
          <p:spPr>
            <a:xfrm>
              <a:off x="63323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Freeform: Shape 1440">
              <a:extLst>
                <a:ext uri="{FF2B5EF4-FFF2-40B4-BE49-F238E27FC236}">
                  <a16:creationId xmlns:a16="http://schemas.microsoft.com/office/drawing/2014/main" id="{A4D9B093-13F8-4886-9F42-16E5A53E6389}"/>
                </a:ext>
              </a:extLst>
            </p:cNvPr>
            <p:cNvSpPr/>
            <p:nvPr/>
          </p:nvSpPr>
          <p:spPr>
            <a:xfrm>
              <a:off x="63323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Freeform: Shape 1441">
              <a:extLst>
                <a:ext uri="{FF2B5EF4-FFF2-40B4-BE49-F238E27FC236}">
                  <a16:creationId xmlns:a16="http://schemas.microsoft.com/office/drawing/2014/main" id="{3C2CC033-0392-4CBC-BD07-8762E19C01B3}"/>
                </a:ext>
              </a:extLst>
            </p:cNvPr>
            <p:cNvSpPr/>
            <p:nvPr/>
          </p:nvSpPr>
          <p:spPr>
            <a:xfrm>
              <a:off x="62561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Freeform: Shape 1442">
              <a:extLst>
                <a:ext uri="{FF2B5EF4-FFF2-40B4-BE49-F238E27FC236}">
                  <a16:creationId xmlns:a16="http://schemas.microsoft.com/office/drawing/2014/main" id="{A82756E2-63D1-4BB3-AABF-D8EFD9305B6B}"/>
                </a:ext>
              </a:extLst>
            </p:cNvPr>
            <p:cNvSpPr/>
            <p:nvPr/>
          </p:nvSpPr>
          <p:spPr>
            <a:xfrm>
              <a:off x="62561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Freeform: Shape 1443">
              <a:extLst>
                <a:ext uri="{FF2B5EF4-FFF2-40B4-BE49-F238E27FC236}">
                  <a16:creationId xmlns:a16="http://schemas.microsoft.com/office/drawing/2014/main" id="{0BF3C927-2A93-47A2-A6A9-A7ECB2810FC9}"/>
                </a:ext>
              </a:extLst>
            </p:cNvPr>
            <p:cNvSpPr/>
            <p:nvPr/>
          </p:nvSpPr>
          <p:spPr>
            <a:xfrm>
              <a:off x="62561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Freeform: Shape 1444">
              <a:extLst>
                <a:ext uri="{FF2B5EF4-FFF2-40B4-BE49-F238E27FC236}">
                  <a16:creationId xmlns:a16="http://schemas.microsoft.com/office/drawing/2014/main" id="{A14A6419-6126-4818-AE68-064358481F0A}"/>
                </a:ext>
              </a:extLst>
            </p:cNvPr>
            <p:cNvSpPr/>
            <p:nvPr/>
          </p:nvSpPr>
          <p:spPr>
            <a:xfrm>
              <a:off x="62561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0" y="2138"/>
                  </a:cubicBezTo>
                  <a:cubicBezTo>
                    <a:pt x="1331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Freeform: Shape 1445">
              <a:extLst>
                <a:ext uri="{FF2B5EF4-FFF2-40B4-BE49-F238E27FC236}">
                  <a16:creationId xmlns:a16="http://schemas.microsoft.com/office/drawing/2014/main" id="{C4C8EF02-6841-4CE0-9836-3584BC2BEB72}"/>
                </a:ext>
              </a:extLst>
            </p:cNvPr>
            <p:cNvSpPr/>
            <p:nvPr/>
          </p:nvSpPr>
          <p:spPr>
            <a:xfrm>
              <a:off x="6256150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Freeform: Shape 1446">
              <a:extLst>
                <a:ext uri="{FF2B5EF4-FFF2-40B4-BE49-F238E27FC236}">
                  <a16:creationId xmlns:a16="http://schemas.microsoft.com/office/drawing/2014/main" id="{B29E54FD-0F98-45F3-951D-D9986EBFF8A9}"/>
                </a:ext>
              </a:extLst>
            </p:cNvPr>
            <p:cNvSpPr/>
            <p:nvPr/>
          </p:nvSpPr>
          <p:spPr>
            <a:xfrm>
              <a:off x="62561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Freeform: Shape 1447">
              <a:extLst>
                <a:ext uri="{FF2B5EF4-FFF2-40B4-BE49-F238E27FC236}">
                  <a16:creationId xmlns:a16="http://schemas.microsoft.com/office/drawing/2014/main" id="{72AC5760-B5D4-4834-8D83-A34715941850}"/>
                </a:ext>
              </a:extLst>
            </p:cNvPr>
            <p:cNvSpPr/>
            <p:nvPr/>
          </p:nvSpPr>
          <p:spPr>
            <a:xfrm>
              <a:off x="62561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Freeform: Shape 1448">
              <a:extLst>
                <a:ext uri="{FF2B5EF4-FFF2-40B4-BE49-F238E27FC236}">
                  <a16:creationId xmlns:a16="http://schemas.microsoft.com/office/drawing/2014/main" id="{80DC3581-102D-4F48-A261-9A0D4BADA47F}"/>
                </a:ext>
              </a:extLst>
            </p:cNvPr>
            <p:cNvSpPr/>
            <p:nvPr/>
          </p:nvSpPr>
          <p:spPr>
            <a:xfrm>
              <a:off x="62561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Freeform: Shape 1449">
              <a:extLst>
                <a:ext uri="{FF2B5EF4-FFF2-40B4-BE49-F238E27FC236}">
                  <a16:creationId xmlns:a16="http://schemas.microsoft.com/office/drawing/2014/main" id="{A1B88335-AA26-4037-9CD7-4ECF07DE7716}"/>
                </a:ext>
              </a:extLst>
            </p:cNvPr>
            <p:cNvSpPr/>
            <p:nvPr/>
          </p:nvSpPr>
          <p:spPr>
            <a:xfrm>
              <a:off x="61799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Freeform: Shape 1450">
              <a:extLst>
                <a:ext uri="{FF2B5EF4-FFF2-40B4-BE49-F238E27FC236}">
                  <a16:creationId xmlns:a16="http://schemas.microsoft.com/office/drawing/2014/main" id="{A8C89D44-4DBD-4FEE-9A6F-B0ADE18145D4}"/>
                </a:ext>
              </a:extLst>
            </p:cNvPr>
            <p:cNvSpPr/>
            <p:nvPr/>
          </p:nvSpPr>
          <p:spPr>
            <a:xfrm>
              <a:off x="61799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Freeform: Shape 1451">
              <a:extLst>
                <a:ext uri="{FF2B5EF4-FFF2-40B4-BE49-F238E27FC236}">
                  <a16:creationId xmlns:a16="http://schemas.microsoft.com/office/drawing/2014/main" id="{DDD0B2DD-9A49-432F-8769-697811A7D01F}"/>
                </a:ext>
              </a:extLst>
            </p:cNvPr>
            <p:cNvSpPr/>
            <p:nvPr/>
          </p:nvSpPr>
          <p:spPr>
            <a:xfrm>
              <a:off x="61799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Freeform: Shape 1452">
              <a:extLst>
                <a:ext uri="{FF2B5EF4-FFF2-40B4-BE49-F238E27FC236}">
                  <a16:creationId xmlns:a16="http://schemas.microsoft.com/office/drawing/2014/main" id="{B5C3C6CE-F2AF-4A05-BA51-55122E5AF7F2}"/>
                </a:ext>
              </a:extLst>
            </p:cNvPr>
            <p:cNvSpPr/>
            <p:nvPr/>
          </p:nvSpPr>
          <p:spPr>
            <a:xfrm>
              <a:off x="61799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Freeform: Shape 1453">
              <a:extLst>
                <a:ext uri="{FF2B5EF4-FFF2-40B4-BE49-F238E27FC236}">
                  <a16:creationId xmlns:a16="http://schemas.microsoft.com/office/drawing/2014/main" id="{000CE440-66F0-4F88-B717-444379F9211E}"/>
                </a:ext>
              </a:extLst>
            </p:cNvPr>
            <p:cNvSpPr/>
            <p:nvPr/>
          </p:nvSpPr>
          <p:spPr>
            <a:xfrm>
              <a:off x="61037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Freeform: Shape 1454">
              <a:extLst>
                <a:ext uri="{FF2B5EF4-FFF2-40B4-BE49-F238E27FC236}">
                  <a16:creationId xmlns:a16="http://schemas.microsoft.com/office/drawing/2014/main" id="{283982F0-4E3B-4D38-BA4E-E82E414A071D}"/>
                </a:ext>
              </a:extLst>
            </p:cNvPr>
            <p:cNvSpPr/>
            <p:nvPr/>
          </p:nvSpPr>
          <p:spPr>
            <a:xfrm>
              <a:off x="610370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Freeform: Shape 1455">
              <a:extLst>
                <a:ext uri="{FF2B5EF4-FFF2-40B4-BE49-F238E27FC236}">
                  <a16:creationId xmlns:a16="http://schemas.microsoft.com/office/drawing/2014/main" id="{46D821EB-4D8B-41E1-97CE-8CF0740F6835}"/>
                </a:ext>
              </a:extLst>
            </p:cNvPr>
            <p:cNvSpPr/>
            <p:nvPr/>
          </p:nvSpPr>
          <p:spPr>
            <a:xfrm>
              <a:off x="61037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Freeform: Shape 1456">
              <a:extLst>
                <a:ext uri="{FF2B5EF4-FFF2-40B4-BE49-F238E27FC236}">
                  <a16:creationId xmlns:a16="http://schemas.microsoft.com/office/drawing/2014/main" id="{B01832D0-AEA7-44BD-8923-AEBF7DD762D0}"/>
                </a:ext>
              </a:extLst>
            </p:cNvPr>
            <p:cNvSpPr/>
            <p:nvPr/>
          </p:nvSpPr>
          <p:spPr>
            <a:xfrm>
              <a:off x="61037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Freeform: Shape 1457">
              <a:extLst>
                <a:ext uri="{FF2B5EF4-FFF2-40B4-BE49-F238E27FC236}">
                  <a16:creationId xmlns:a16="http://schemas.microsoft.com/office/drawing/2014/main" id="{6EE9BA7F-21D0-4A73-8645-601DFE87B85E}"/>
                </a:ext>
              </a:extLst>
            </p:cNvPr>
            <p:cNvSpPr/>
            <p:nvPr/>
          </p:nvSpPr>
          <p:spPr>
            <a:xfrm>
              <a:off x="61037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Freeform: Shape 1458">
              <a:extLst>
                <a:ext uri="{FF2B5EF4-FFF2-40B4-BE49-F238E27FC236}">
                  <a16:creationId xmlns:a16="http://schemas.microsoft.com/office/drawing/2014/main" id="{E4710C4B-61AC-412D-99BD-56453F285F38}"/>
                </a:ext>
              </a:extLst>
            </p:cNvPr>
            <p:cNvSpPr/>
            <p:nvPr/>
          </p:nvSpPr>
          <p:spPr>
            <a:xfrm>
              <a:off x="60275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Freeform: Shape 1459">
              <a:extLst>
                <a:ext uri="{FF2B5EF4-FFF2-40B4-BE49-F238E27FC236}">
                  <a16:creationId xmlns:a16="http://schemas.microsoft.com/office/drawing/2014/main" id="{44FD2ED9-49C2-4C9A-BC92-2FA04AC71AA2}"/>
                </a:ext>
              </a:extLst>
            </p:cNvPr>
            <p:cNvSpPr/>
            <p:nvPr/>
          </p:nvSpPr>
          <p:spPr>
            <a:xfrm>
              <a:off x="60275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Freeform: Shape 1460">
              <a:extLst>
                <a:ext uri="{FF2B5EF4-FFF2-40B4-BE49-F238E27FC236}">
                  <a16:creationId xmlns:a16="http://schemas.microsoft.com/office/drawing/2014/main" id="{F632D374-9CFE-495A-AA95-6CBAED07EAD1}"/>
                </a:ext>
              </a:extLst>
            </p:cNvPr>
            <p:cNvSpPr/>
            <p:nvPr/>
          </p:nvSpPr>
          <p:spPr>
            <a:xfrm>
              <a:off x="59514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Freeform: Shape 1461">
              <a:extLst>
                <a:ext uri="{FF2B5EF4-FFF2-40B4-BE49-F238E27FC236}">
                  <a16:creationId xmlns:a16="http://schemas.microsoft.com/office/drawing/2014/main" id="{33285DCC-28AF-4FA1-A0B2-6ECD2924F052}"/>
                </a:ext>
              </a:extLst>
            </p:cNvPr>
            <p:cNvSpPr/>
            <p:nvPr/>
          </p:nvSpPr>
          <p:spPr>
            <a:xfrm>
              <a:off x="59514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Freeform: Shape 1462">
              <a:extLst>
                <a:ext uri="{FF2B5EF4-FFF2-40B4-BE49-F238E27FC236}">
                  <a16:creationId xmlns:a16="http://schemas.microsoft.com/office/drawing/2014/main" id="{100D4715-2A3E-4DC9-A351-9F33D566F8D2}"/>
                </a:ext>
              </a:extLst>
            </p:cNvPr>
            <p:cNvSpPr/>
            <p:nvPr/>
          </p:nvSpPr>
          <p:spPr>
            <a:xfrm>
              <a:off x="59514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Freeform: Shape 1463">
              <a:extLst>
                <a:ext uri="{FF2B5EF4-FFF2-40B4-BE49-F238E27FC236}">
                  <a16:creationId xmlns:a16="http://schemas.microsoft.com/office/drawing/2014/main" id="{225F1794-BBAC-4E69-9633-0B86ABAC728D}"/>
                </a:ext>
              </a:extLst>
            </p:cNvPr>
            <p:cNvSpPr/>
            <p:nvPr/>
          </p:nvSpPr>
          <p:spPr>
            <a:xfrm>
              <a:off x="59514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Freeform: Shape 1464">
              <a:extLst>
                <a:ext uri="{FF2B5EF4-FFF2-40B4-BE49-F238E27FC236}">
                  <a16:creationId xmlns:a16="http://schemas.microsoft.com/office/drawing/2014/main" id="{5509F31B-B55A-442C-95DE-C4353D8CDC25}"/>
                </a:ext>
              </a:extLst>
            </p:cNvPr>
            <p:cNvSpPr/>
            <p:nvPr/>
          </p:nvSpPr>
          <p:spPr>
            <a:xfrm>
              <a:off x="59514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Freeform: Shape 1465">
              <a:extLst>
                <a:ext uri="{FF2B5EF4-FFF2-40B4-BE49-F238E27FC236}">
                  <a16:creationId xmlns:a16="http://schemas.microsoft.com/office/drawing/2014/main" id="{8F71F1B3-53B5-4A6B-9811-FD854604C88A}"/>
                </a:ext>
              </a:extLst>
            </p:cNvPr>
            <p:cNvSpPr/>
            <p:nvPr/>
          </p:nvSpPr>
          <p:spPr>
            <a:xfrm>
              <a:off x="58752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Freeform: Shape 1466">
              <a:extLst>
                <a:ext uri="{FF2B5EF4-FFF2-40B4-BE49-F238E27FC236}">
                  <a16:creationId xmlns:a16="http://schemas.microsoft.com/office/drawing/2014/main" id="{9FFA574D-30BA-485B-AC4A-1FDAC4C5D012}"/>
                </a:ext>
              </a:extLst>
            </p:cNvPr>
            <p:cNvSpPr/>
            <p:nvPr/>
          </p:nvSpPr>
          <p:spPr>
            <a:xfrm>
              <a:off x="58752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Freeform: Shape 1467">
              <a:extLst>
                <a:ext uri="{FF2B5EF4-FFF2-40B4-BE49-F238E27FC236}">
                  <a16:creationId xmlns:a16="http://schemas.microsoft.com/office/drawing/2014/main" id="{801EEA1A-F58F-42C1-B1DC-58DDA0E7C82D}"/>
                </a:ext>
              </a:extLst>
            </p:cNvPr>
            <p:cNvSpPr/>
            <p:nvPr/>
          </p:nvSpPr>
          <p:spPr>
            <a:xfrm>
              <a:off x="58752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Freeform: Shape 1468">
              <a:extLst>
                <a:ext uri="{FF2B5EF4-FFF2-40B4-BE49-F238E27FC236}">
                  <a16:creationId xmlns:a16="http://schemas.microsoft.com/office/drawing/2014/main" id="{092C44F2-7C51-4B54-8E26-5F3AFB6792D3}"/>
                </a:ext>
              </a:extLst>
            </p:cNvPr>
            <p:cNvSpPr/>
            <p:nvPr/>
          </p:nvSpPr>
          <p:spPr>
            <a:xfrm>
              <a:off x="58752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Freeform: Shape 1469">
              <a:extLst>
                <a:ext uri="{FF2B5EF4-FFF2-40B4-BE49-F238E27FC236}">
                  <a16:creationId xmlns:a16="http://schemas.microsoft.com/office/drawing/2014/main" id="{26D316D3-BFB5-4C38-9BAA-D833916DBD8C}"/>
                </a:ext>
              </a:extLst>
            </p:cNvPr>
            <p:cNvSpPr/>
            <p:nvPr/>
          </p:nvSpPr>
          <p:spPr>
            <a:xfrm>
              <a:off x="58752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Freeform: Shape 1470">
              <a:extLst>
                <a:ext uri="{FF2B5EF4-FFF2-40B4-BE49-F238E27FC236}">
                  <a16:creationId xmlns:a16="http://schemas.microsoft.com/office/drawing/2014/main" id="{4CACFB56-7A9E-420E-B2ED-3F09F44C18B7}"/>
                </a:ext>
              </a:extLst>
            </p:cNvPr>
            <p:cNvSpPr/>
            <p:nvPr/>
          </p:nvSpPr>
          <p:spPr>
            <a:xfrm>
              <a:off x="58752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Freeform: Shape 1471">
              <a:extLst>
                <a:ext uri="{FF2B5EF4-FFF2-40B4-BE49-F238E27FC236}">
                  <a16:creationId xmlns:a16="http://schemas.microsoft.com/office/drawing/2014/main" id="{55D1DE64-07CA-4B20-8F57-9B833979E017}"/>
                </a:ext>
              </a:extLst>
            </p:cNvPr>
            <p:cNvSpPr/>
            <p:nvPr/>
          </p:nvSpPr>
          <p:spPr>
            <a:xfrm>
              <a:off x="58752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Freeform: Shape 1472">
              <a:extLst>
                <a:ext uri="{FF2B5EF4-FFF2-40B4-BE49-F238E27FC236}">
                  <a16:creationId xmlns:a16="http://schemas.microsoft.com/office/drawing/2014/main" id="{5CCF6A6F-4D9B-4E75-A763-00B17DD3AE72}"/>
                </a:ext>
              </a:extLst>
            </p:cNvPr>
            <p:cNvSpPr/>
            <p:nvPr/>
          </p:nvSpPr>
          <p:spPr>
            <a:xfrm>
              <a:off x="57992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Freeform: Shape 1473">
              <a:extLst>
                <a:ext uri="{FF2B5EF4-FFF2-40B4-BE49-F238E27FC236}">
                  <a16:creationId xmlns:a16="http://schemas.microsoft.com/office/drawing/2014/main" id="{0C1CD8A9-3FF4-4DDE-BA37-F2DE4FDB59C3}"/>
                </a:ext>
              </a:extLst>
            </p:cNvPr>
            <p:cNvSpPr/>
            <p:nvPr/>
          </p:nvSpPr>
          <p:spPr>
            <a:xfrm>
              <a:off x="57992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Freeform: Shape 1474">
              <a:extLst>
                <a:ext uri="{FF2B5EF4-FFF2-40B4-BE49-F238E27FC236}">
                  <a16:creationId xmlns:a16="http://schemas.microsoft.com/office/drawing/2014/main" id="{9B500988-1535-4E94-9ED4-418650506DDA}"/>
                </a:ext>
              </a:extLst>
            </p:cNvPr>
            <p:cNvSpPr/>
            <p:nvPr/>
          </p:nvSpPr>
          <p:spPr>
            <a:xfrm>
              <a:off x="5799125" y="119055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3" y="0"/>
                  </a:moveTo>
                  <a:cubicBezTo>
                    <a:pt x="478" y="0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46"/>
                    <a:pt x="2014" y="0"/>
                    <a:pt x="10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Freeform: Shape 1475">
              <a:extLst>
                <a:ext uri="{FF2B5EF4-FFF2-40B4-BE49-F238E27FC236}">
                  <a16:creationId xmlns:a16="http://schemas.microsoft.com/office/drawing/2014/main" id="{FC17B131-29D1-475E-922E-EC7B38757556}"/>
                </a:ext>
              </a:extLst>
            </p:cNvPr>
            <p:cNvSpPr/>
            <p:nvPr/>
          </p:nvSpPr>
          <p:spPr>
            <a:xfrm>
              <a:off x="572305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Freeform: Shape 1476">
              <a:extLst>
                <a:ext uri="{FF2B5EF4-FFF2-40B4-BE49-F238E27FC236}">
                  <a16:creationId xmlns:a16="http://schemas.microsoft.com/office/drawing/2014/main" id="{CEB42266-2080-470D-B27D-6E6136E9AFDA}"/>
                </a:ext>
              </a:extLst>
            </p:cNvPr>
            <p:cNvSpPr/>
            <p:nvPr/>
          </p:nvSpPr>
          <p:spPr>
            <a:xfrm>
              <a:off x="57230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Freeform: Shape 1477">
              <a:extLst>
                <a:ext uri="{FF2B5EF4-FFF2-40B4-BE49-F238E27FC236}">
                  <a16:creationId xmlns:a16="http://schemas.microsoft.com/office/drawing/2014/main" id="{E7C9A192-8193-48E2-B192-6F1321A90254}"/>
                </a:ext>
              </a:extLst>
            </p:cNvPr>
            <p:cNvSpPr/>
            <p:nvPr/>
          </p:nvSpPr>
          <p:spPr>
            <a:xfrm>
              <a:off x="57230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Freeform: Shape 1478">
              <a:extLst>
                <a:ext uri="{FF2B5EF4-FFF2-40B4-BE49-F238E27FC236}">
                  <a16:creationId xmlns:a16="http://schemas.microsoft.com/office/drawing/2014/main" id="{E5AA9C20-4FB0-4EF6-9D60-1437D6C25A8F}"/>
                </a:ext>
              </a:extLst>
            </p:cNvPr>
            <p:cNvSpPr/>
            <p:nvPr/>
          </p:nvSpPr>
          <p:spPr>
            <a:xfrm>
              <a:off x="57230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Freeform: Shape 1479">
              <a:extLst>
                <a:ext uri="{FF2B5EF4-FFF2-40B4-BE49-F238E27FC236}">
                  <a16:creationId xmlns:a16="http://schemas.microsoft.com/office/drawing/2014/main" id="{63ACAD50-72C6-499F-A95B-7A995E1BF1BC}"/>
                </a:ext>
              </a:extLst>
            </p:cNvPr>
            <p:cNvSpPr/>
            <p:nvPr/>
          </p:nvSpPr>
          <p:spPr>
            <a:xfrm>
              <a:off x="57230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Freeform: Shape 1480">
              <a:extLst>
                <a:ext uri="{FF2B5EF4-FFF2-40B4-BE49-F238E27FC236}">
                  <a16:creationId xmlns:a16="http://schemas.microsoft.com/office/drawing/2014/main" id="{B89510D0-C19A-4104-95AB-13A512359F66}"/>
                </a:ext>
              </a:extLst>
            </p:cNvPr>
            <p:cNvSpPr/>
            <p:nvPr/>
          </p:nvSpPr>
          <p:spPr>
            <a:xfrm>
              <a:off x="5722900" y="1190550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1" y="0"/>
                  </a:moveTo>
                  <a:cubicBezTo>
                    <a:pt x="478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46"/>
                    <a:pt x="2014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Freeform: Shape 1481">
              <a:extLst>
                <a:ext uri="{FF2B5EF4-FFF2-40B4-BE49-F238E27FC236}">
                  <a16:creationId xmlns:a16="http://schemas.microsoft.com/office/drawing/2014/main" id="{57A67B24-3D1D-4F56-8C9A-5F3C176733AD}"/>
                </a:ext>
              </a:extLst>
            </p:cNvPr>
            <p:cNvSpPr/>
            <p:nvPr/>
          </p:nvSpPr>
          <p:spPr>
            <a:xfrm>
              <a:off x="56468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Freeform: Shape 1482">
              <a:extLst>
                <a:ext uri="{FF2B5EF4-FFF2-40B4-BE49-F238E27FC236}">
                  <a16:creationId xmlns:a16="http://schemas.microsoft.com/office/drawing/2014/main" id="{AF37C6DC-23A2-408D-A917-976846E04AD9}"/>
                </a:ext>
              </a:extLst>
            </p:cNvPr>
            <p:cNvSpPr/>
            <p:nvPr/>
          </p:nvSpPr>
          <p:spPr>
            <a:xfrm>
              <a:off x="56468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2"/>
                    <a:pt x="1814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Freeform: Shape 1483">
              <a:extLst>
                <a:ext uri="{FF2B5EF4-FFF2-40B4-BE49-F238E27FC236}">
                  <a16:creationId xmlns:a16="http://schemas.microsoft.com/office/drawing/2014/main" id="{5AC3AD3F-8AC7-41E0-8E33-4C15A9BE0288}"/>
                </a:ext>
              </a:extLst>
            </p:cNvPr>
            <p:cNvSpPr/>
            <p:nvPr/>
          </p:nvSpPr>
          <p:spPr>
            <a:xfrm>
              <a:off x="56468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Freeform: Shape 1484">
              <a:extLst>
                <a:ext uri="{FF2B5EF4-FFF2-40B4-BE49-F238E27FC236}">
                  <a16:creationId xmlns:a16="http://schemas.microsoft.com/office/drawing/2014/main" id="{F41D6C34-FFD0-4878-9F35-F43EE832DE43}"/>
                </a:ext>
              </a:extLst>
            </p:cNvPr>
            <p:cNvSpPr/>
            <p:nvPr/>
          </p:nvSpPr>
          <p:spPr>
            <a:xfrm>
              <a:off x="56468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Freeform: Shape 1485">
              <a:extLst>
                <a:ext uri="{FF2B5EF4-FFF2-40B4-BE49-F238E27FC236}">
                  <a16:creationId xmlns:a16="http://schemas.microsoft.com/office/drawing/2014/main" id="{1B19F085-8759-4F83-9E84-B6DDEB7147CA}"/>
                </a:ext>
              </a:extLst>
            </p:cNvPr>
            <p:cNvSpPr/>
            <p:nvPr/>
          </p:nvSpPr>
          <p:spPr>
            <a:xfrm>
              <a:off x="564682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Freeform: Shape 1486">
              <a:extLst>
                <a:ext uri="{FF2B5EF4-FFF2-40B4-BE49-F238E27FC236}">
                  <a16:creationId xmlns:a16="http://schemas.microsoft.com/office/drawing/2014/main" id="{DABAC21C-4F1A-472D-8FE2-FD85D1275E7F}"/>
                </a:ext>
              </a:extLst>
            </p:cNvPr>
            <p:cNvSpPr/>
            <p:nvPr/>
          </p:nvSpPr>
          <p:spPr>
            <a:xfrm>
              <a:off x="5646700" y="119055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Freeform: Shape 1487">
              <a:extLst>
                <a:ext uri="{FF2B5EF4-FFF2-40B4-BE49-F238E27FC236}">
                  <a16:creationId xmlns:a16="http://schemas.microsoft.com/office/drawing/2014/main" id="{BA073848-6180-4572-A935-FE3086009AF5}"/>
                </a:ext>
              </a:extLst>
            </p:cNvPr>
            <p:cNvSpPr/>
            <p:nvPr/>
          </p:nvSpPr>
          <p:spPr>
            <a:xfrm>
              <a:off x="5570625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Freeform: Shape 1488">
              <a:extLst>
                <a:ext uri="{FF2B5EF4-FFF2-40B4-BE49-F238E27FC236}">
                  <a16:creationId xmlns:a16="http://schemas.microsoft.com/office/drawing/2014/main" id="{8AC9CBB7-0538-479F-91F1-A9526217F392}"/>
                </a:ext>
              </a:extLst>
            </p:cNvPr>
            <p:cNvSpPr/>
            <p:nvPr/>
          </p:nvSpPr>
          <p:spPr>
            <a:xfrm>
              <a:off x="5570625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Freeform: Shape 1489">
              <a:extLst>
                <a:ext uri="{FF2B5EF4-FFF2-40B4-BE49-F238E27FC236}">
                  <a16:creationId xmlns:a16="http://schemas.microsoft.com/office/drawing/2014/main" id="{0B82F02D-1C75-451E-B090-E3BBCFE53660}"/>
                </a:ext>
              </a:extLst>
            </p:cNvPr>
            <p:cNvSpPr/>
            <p:nvPr/>
          </p:nvSpPr>
          <p:spPr>
            <a:xfrm>
              <a:off x="5570475" y="1190550"/>
              <a:ext cx="62350" cy="53325"/>
            </a:xfrm>
            <a:custGeom>
              <a:avLst/>
              <a:gdLst/>
              <a:ahLst/>
              <a:cxnLst/>
              <a:rect l="l" t="t" r="r" b="b"/>
              <a:pathLst>
                <a:path w="2494" h="2133" extrusionOk="0">
                  <a:moveTo>
                    <a:pt x="1071" y="0"/>
                  </a:moveTo>
                  <a:cubicBezTo>
                    <a:pt x="486" y="0"/>
                    <a:pt x="6" y="472"/>
                    <a:pt x="6" y="1065"/>
                  </a:cubicBezTo>
                  <a:cubicBezTo>
                    <a:pt x="1" y="1709"/>
                    <a:pt x="524" y="2133"/>
                    <a:pt x="1073" y="2133"/>
                  </a:cubicBezTo>
                  <a:cubicBezTo>
                    <a:pt x="1334" y="2133"/>
                    <a:pt x="1601" y="2036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Freeform: Shape 1490">
              <a:extLst>
                <a:ext uri="{FF2B5EF4-FFF2-40B4-BE49-F238E27FC236}">
                  <a16:creationId xmlns:a16="http://schemas.microsoft.com/office/drawing/2014/main" id="{17355988-1028-4214-AECE-935A6DD13BA2}"/>
                </a:ext>
              </a:extLst>
            </p:cNvPr>
            <p:cNvSpPr/>
            <p:nvPr/>
          </p:nvSpPr>
          <p:spPr>
            <a:xfrm>
              <a:off x="54944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Freeform: Shape 1491">
              <a:extLst>
                <a:ext uri="{FF2B5EF4-FFF2-40B4-BE49-F238E27FC236}">
                  <a16:creationId xmlns:a16="http://schemas.microsoft.com/office/drawing/2014/main" id="{E7D4FC16-413C-40F0-85A7-C898F23C6576}"/>
                </a:ext>
              </a:extLst>
            </p:cNvPr>
            <p:cNvSpPr/>
            <p:nvPr/>
          </p:nvSpPr>
          <p:spPr>
            <a:xfrm>
              <a:off x="54944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Freeform: Shape 1492">
              <a:extLst>
                <a:ext uri="{FF2B5EF4-FFF2-40B4-BE49-F238E27FC236}">
                  <a16:creationId xmlns:a16="http://schemas.microsoft.com/office/drawing/2014/main" id="{1C6823D9-2E09-4D04-923C-65DBA0A28DB7}"/>
                </a:ext>
              </a:extLst>
            </p:cNvPr>
            <p:cNvSpPr/>
            <p:nvPr/>
          </p:nvSpPr>
          <p:spPr>
            <a:xfrm>
              <a:off x="5494275" y="1190550"/>
              <a:ext cx="62350" cy="53325"/>
            </a:xfrm>
            <a:custGeom>
              <a:avLst/>
              <a:gdLst/>
              <a:ahLst/>
              <a:cxnLst/>
              <a:rect l="l" t="t" r="r" b="b"/>
              <a:pathLst>
                <a:path w="2494" h="2133" extrusionOk="0">
                  <a:moveTo>
                    <a:pt x="1071" y="0"/>
                  </a:moveTo>
                  <a:cubicBezTo>
                    <a:pt x="485" y="0"/>
                    <a:pt x="6" y="472"/>
                    <a:pt x="6" y="1065"/>
                  </a:cubicBezTo>
                  <a:cubicBezTo>
                    <a:pt x="0" y="1709"/>
                    <a:pt x="524" y="2133"/>
                    <a:pt x="1072" y="2133"/>
                  </a:cubicBezTo>
                  <a:cubicBezTo>
                    <a:pt x="1334" y="2133"/>
                    <a:pt x="1601" y="2036"/>
                    <a:pt x="1819" y="1821"/>
                  </a:cubicBezTo>
                  <a:cubicBezTo>
                    <a:pt x="2493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Freeform: Shape 1493">
              <a:extLst>
                <a:ext uri="{FF2B5EF4-FFF2-40B4-BE49-F238E27FC236}">
                  <a16:creationId xmlns:a16="http://schemas.microsoft.com/office/drawing/2014/main" id="{CCA279E7-4E2C-40E3-AD85-D6E5CA959546}"/>
                </a:ext>
              </a:extLst>
            </p:cNvPr>
            <p:cNvSpPr/>
            <p:nvPr/>
          </p:nvSpPr>
          <p:spPr>
            <a:xfrm>
              <a:off x="541820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5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Freeform: Shape 1494">
              <a:extLst>
                <a:ext uri="{FF2B5EF4-FFF2-40B4-BE49-F238E27FC236}">
                  <a16:creationId xmlns:a16="http://schemas.microsoft.com/office/drawing/2014/main" id="{76D8C604-498C-471C-A611-765F352D8C8F}"/>
                </a:ext>
              </a:extLst>
            </p:cNvPr>
            <p:cNvSpPr/>
            <p:nvPr/>
          </p:nvSpPr>
          <p:spPr>
            <a:xfrm>
              <a:off x="541820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Freeform: Shape 1495">
              <a:extLst>
                <a:ext uri="{FF2B5EF4-FFF2-40B4-BE49-F238E27FC236}">
                  <a16:creationId xmlns:a16="http://schemas.microsoft.com/office/drawing/2014/main" id="{927172A5-94B3-4853-9FA0-B6F9BBB30753}"/>
                </a:ext>
              </a:extLst>
            </p:cNvPr>
            <p:cNvSpPr/>
            <p:nvPr/>
          </p:nvSpPr>
          <p:spPr>
            <a:xfrm>
              <a:off x="541820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Freeform: Shape 1496">
              <a:extLst>
                <a:ext uri="{FF2B5EF4-FFF2-40B4-BE49-F238E27FC236}">
                  <a16:creationId xmlns:a16="http://schemas.microsoft.com/office/drawing/2014/main" id="{0D24F9A2-5656-4164-993C-433D76C3E556}"/>
                </a:ext>
              </a:extLst>
            </p:cNvPr>
            <p:cNvSpPr/>
            <p:nvPr/>
          </p:nvSpPr>
          <p:spPr>
            <a:xfrm>
              <a:off x="5418200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Freeform: Shape 1497">
              <a:extLst>
                <a:ext uri="{FF2B5EF4-FFF2-40B4-BE49-F238E27FC236}">
                  <a16:creationId xmlns:a16="http://schemas.microsoft.com/office/drawing/2014/main" id="{03BF78D8-5B0D-497F-9326-B9EC0A825018}"/>
                </a:ext>
              </a:extLst>
            </p:cNvPr>
            <p:cNvSpPr/>
            <p:nvPr/>
          </p:nvSpPr>
          <p:spPr>
            <a:xfrm>
              <a:off x="53419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Freeform: Shape 1498">
              <a:extLst>
                <a:ext uri="{FF2B5EF4-FFF2-40B4-BE49-F238E27FC236}">
                  <a16:creationId xmlns:a16="http://schemas.microsoft.com/office/drawing/2014/main" id="{FED4A619-58A7-42B7-AAE8-E9323F402004}"/>
                </a:ext>
              </a:extLst>
            </p:cNvPr>
            <p:cNvSpPr/>
            <p:nvPr/>
          </p:nvSpPr>
          <p:spPr>
            <a:xfrm>
              <a:off x="534197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Freeform: Shape 1499">
              <a:extLst>
                <a:ext uri="{FF2B5EF4-FFF2-40B4-BE49-F238E27FC236}">
                  <a16:creationId xmlns:a16="http://schemas.microsoft.com/office/drawing/2014/main" id="{42A877CE-A9D7-4FDA-A4FB-FD938B9F1F9E}"/>
                </a:ext>
              </a:extLst>
            </p:cNvPr>
            <p:cNvSpPr/>
            <p:nvPr/>
          </p:nvSpPr>
          <p:spPr>
            <a:xfrm>
              <a:off x="526577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Freeform: Shape 1500">
              <a:extLst>
                <a:ext uri="{FF2B5EF4-FFF2-40B4-BE49-F238E27FC236}">
                  <a16:creationId xmlns:a16="http://schemas.microsoft.com/office/drawing/2014/main" id="{07A27A98-7418-48CB-83DF-DDD3D281E935}"/>
                </a:ext>
              </a:extLst>
            </p:cNvPr>
            <p:cNvSpPr/>
            <p:nvPr/>
          </p:nvSpPr>
          <p:spPr>
            <a:xfrm>
              <a:off x="52657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5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Freeform: Shape 1501">
              <a:extLst>
                <a:ext uri="{FF2B5EF4-FFF2-40B4-BE49-F238E27FC236}">
                  <a16:creationId xmlns:a16="http://schemas.microsoft.com/office/drawing/2014/main" id="{519CB9E0-8B39-4638-A2E7-AD6BA9E3CA4C}"/>
                </a:ext>
              </a:extLst>
            </p:cNvPr>
            <p:cNvSpPr/>
            <p:nvPr/>
          </p:nvSpPr>
          <p:spPr>
            <a:xfrm>
              <a:off x="52657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0"/>
                    <a:pt x="0" y="480"/>
                    <a:pt x="0" y="1074"/>
                  </a:cubicBezTo>
                  <a:cubicBezTo>
                    <a:pt x="0" y="1711"/>
                    <a:pt x="521" y="2137"/>
                    <a:pt x="1067" y="2137"/>
                  </a:cubicBezTo>
                  <a:cubicBezTo>
                    <a:pt x="1328" y="2137"/>
                    <a:pt x="1595" y="2040"/>
                    <a:pt x="1813" y="1821"/>
                  </a:cubicBezTo>
                  <a:cubicBezTo>
                    <a:pt x="2488" y="1155"/>
                    <a:pt x="2016" y="9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Freeform: Shape 1502">
              <a:extLst>
                <a:ext uri="{FF2B5EF4-FFF2-40B4-BE49-F238E27FC236}">
                  <a16:creationId xmlns:a16="http://schemas.microsoft.com/office/drawing/2014/main" id="{6D81281F-F8FD-467C-9048-7799D10E0828}"/>
                </a:ext>
              </a:extLst>
            </p:cNvPr>
            <p:cNvSpPr/>
            <p:nvPr/>
          </p:nvSpPr>
          <p:spPr>
            <a:xfrm>
              <a:off x="51895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Freeform: Shape 1503">
              <a:extLst>
                <a:ext uri="{FF2B5EF4-FFF2-40B4-BE49-F238E27FC236}">
                  <a16:creationId xmlns:a16="http://schemas.microsoft.com/office/drawing/2014/main" id="{3E0535CC-8802-43BE-8717-77822F6D4B56}"/>
                </a:ext>
              </a:extLst>
            </p:cNvPr>
            <p:cNvSpPr/>
            <p:nvPr/>
          </p:nvSpPr>
          <p:spPr>
            <a:xfrm>
              <a:off x="51895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Freeform: Shape 1504">
              <a:extLst>
                <a:ext uri="{FF2B5EF4-FFF2-40B4-BE49-F238E27FC236}">
                  <a16:creationId xmlns:a16="http://schemas.microsoft.com/office/drawing/2014/main" id="{C2C02065-5D5D-4348-BBBF-A04458628C65}"/>
                </a:ext>
              </a:extLst>
            </p:cNvPr>
            <p:cNvSpPr/>
            <p:nvPr/>
          </p:nvSpPr>
          <p:spPr>
            <a:xfrm>
              <a:off x="5189550" y="13427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Freeform: Shape 1505">
              <a:extLst>
                <a:ext uri="{FF2B5EF4-FFF2-40B4-BE49-F238E27FC236}">
                  <a16:creationId xmlns:a16="http://schemas.microsoft.com/office/drawing/2014/main" id="{37F26894-4187-417A-A1C6-03E2BBB65003}"/>
                </a:ext>
              </a:extLst>
            </p:cNvPr>
            <p:cNvSpPr/>
            <p:nvPr/>
          </p:nvSpPr>
          <p:spPr>
            <a:xfrm>
              <a:off x="5113350" y="30948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Freeform: Shape 1506">
              <a:extLst>
                <a:ext uri="{FF2B5EF4-FFF2-40B4-BE49-F238E27FC236}">
                  <a16:creationId xmlns:a16="http://schemas.microsoft.com/office/drawing/2014/main" id="{BD13F434-BB46-41EE-B00C-A0E26E60ABEF}"/>
                </a:ext>
              </a:extLst>
            </p:cNvPr>
            <p:cNvSpPr/>
            <p:nvPr/>
          </p:nvSpPr>
          <p:spPr>
            <a:xfrm>
              <a:off x="5113350" y="301865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73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Freeform: Shape 1507">
              <a:extLst>
                <a:ext uri="{FF2B5EF4-FFF2-40B4-BE49-F238E27FC236}">
                  <a16:creationId xmlns:a16="http://schemas.microsoft.com/office/drawing/2014/main" id="{430318A1-12A8-47B8-8DA5-36E5AF0B6B93}"/>
                </a:ext>
              </a:extLst>
            </p:cNvPr>
            <p:cNvSpPr/>
            <p:nvPr/>
          </p:nvSpPr>
          <p:spPr>
            <a:xfrm>
              <a:off x="5113350" y="29424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Freeform: Shape 1508">
              <a:extLst>
                <a:ext uri="{FF2B5EF4-FFF2-40B4-BE49-F238E27FC236}">
                  <a16:creationId xmlns:a16="http://schemas.microsoft.com/office/drawing/2014/main" id="{E9E0D15E-3D68-4340-99CF-84EC16F8E077}"/>
                </a:ext>
              </a:extLst>
            </p:cNvPr>
            <p:cNvSpPr/>
            <p:nvPr/>
          </p:nvSpPr>
          <p:spPr>
            <a:xfrm>
              <a:off x="5113350" y="2866425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73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4" y="2032"/>
                    <a:pt x="1821" y="1813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Freeform: Shape 1509">
              <a:extLst>
                <a:ext uri="{FF2B5EF4-FFF2-40B4-BE49-F238E27FC236}">
                  <a16:creationId xmlns:a16="http://schemas.microsoft.com/office/drawing/2014/main" id="{1770054C-554F-4D69-BCBA-71B85DB498B4}"/>
                </a:ext>
              </a:extLst>
            </p:cNvPr>
            <p:cNvSpPr/>
            <p:nvPr/>
          </p:nvSpPr>
          <p:spPr>
            <a:xfrm>
              <a:off x="5113350" y="27902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Freeform: Shape 1510">
              <a:extLst>
                <a:ext uri="{FF2B5EF4-FFF2-40B4-BE49-F238E27FC236}">
                  <a16:creationId xmlns:a16="http://schemas.microsoft.com/office/drawing/2014/main" id="{BB5E0AD9-4903-44E9-88AB-05B7CB074D35}"/>
                </a:ext>
              </a:extLst>
            </p:cNvPr>
            <p:cNvSpPr/>
            <p:nvPr/>
          </p:nvSpPr>
          <p:spPr>
            <a:xfrm>
              <a:off x="5113350" y="27140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Freeform: Shape 1511">
              <a:extLst>
                <a:ext uri="{FF2B5EF4-FFF2-40B4-BE49-F238E27FC236}">
                  <a16:creationId xmlns:a16="http://schemas.microsoft.com/office/drawing/2014/main" id="{F91FF0CC-95BB-416F-9474-5CC3A797E337}"/>
                </a:ext>
              </a:extLst>
            </p:cNvPr>
            <p:cNvSpPr/>
            <p:nvPr/>
          </p:nvSpPr>
          <p:spPr>
            <a:xfrm>
              <a:off x="511335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Freeform: Shape 1512">
              <a:extLst>
                <a:ext uri="{FF2B5EF4-FFF2-40B4-BE49-F238E27FC236}">
                  <a16:creationId xmlns:a16="http://schemas.microsoft.com/office/drawing/2014/main" id="{F0480AB3-BC8B-4D4B-9018-DF4B1D3E6C07}"/>
                </a:ext>
              </a:extLst>
            </p:cNvPr>
            <p:cNvSpPr/>
            <p:nvPr/>
          </p:nvSpPr>
          <p:spPr>
            <a:xfrm>
              <a:off x="511335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Freeform: Shape 1513">
              <a:extLst>
                <a:ext uri="{FF2B5EF4-FFF2-40B4-BE49-F238E27FC236}">
                  <a16:creationId xmlns:a16="http://schemas.microsoft.com/office/drawing/2014/main" id="{B0958F0E-EF4D-457D-8CAD-B380F8B8B511}"/>
                </a:ext>
              </a:extLst>
            </p:cNvPr>
            <p:cNvSpPr/>
            <p:nvPr/>
          </p:nvSpPr>
          <p:spPr>
            <a:xfrm>
              <a:off x="50373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Freeform: Shape 1514">
              <a:extLst>
                <a:ext uri="{FF2B5EF4-FFF2-40B4-BE49-F238E27FC236}">
                  <a16:creationId xmlns:a16="http://schemas.microsoft.com/office/drawing/2014/main" id="{129D8E69-7AEF-41B4-8001-96EBBFA0252C}"/>
                </a:ext>
              </a:extLst>
            </p:cNvPr>
            <p:cNvSpPr/>
            <p:nvPr/>
          </p:nvSpPr>
          <p:spPr>
            <a:xfrm>
              <a:off x="50373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Freeform: Shape 1515">
              <a:extLst>
                <a:ext uri="{FF2B5EF4-FFF2-40B4-BE49-F238E27FC236}">
                  <a16:creationId xmlns:a16="http://schemas.microsoft.com/office/drawing/2014/main" id="{52CA2910-0ACE-42C7-8809-1843ECA0C68B}"/>
                </a:ext>
              </a:extLst>
            </p:cNvPr>
            <p:cNvSpPr/>
            <p:nvPr/>
          </p:nvSpPr>
          <p:spPr>
            <a:xfrm>
              <a:off x="50373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2"/>
                    <a:pt x="1814" y="1813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Freeform: Shape 1516">
              <a:extLst>
                <a:ext uri="{FF2B5EF4-FFF2-40B4-BE49-F238E27FC236}">
                  <a16:creationId xmlns:a16="http://schemas.microsoft.com/office/drawing/2014/main" id="{294B1158-EE10-465A-947C-1F40A1EFB3E0}"/>
                </a:ext>
              </a:extLst>
            </p:cNvPr>
            <p:cNvSpPr/>
            <p:nvPr/>
          </p:nvSpPr>
          <p:spPr>
            <a:xfrm>
              <a:off x="50373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Freeform: Shape 1517">
              <a:extLst>
                <a:ext uri="{FF2B5EF4-FFF2-40B4-BE49-F238E27FC236}">
                  <a16:creationId xmlns:a16="http://schemas.microsoft.com/office/drawing/2014/main" id="{6662F133-7A41-4C41-982F-A654DF77AF16}"/>
                </a:ext>
              </a:extLst>
            </p:cNvPr>
            <p:cNvSpPr/>
            <p:nvPr/>
          </p:nvSpPr>
          <p:spPr>
            <a:xfrm>
              <a:off x="50373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Freeform: Shape 1518">
              <a:extLst>
                <a:ext uri="{FF2B5EF4-FFF2-40B4-BE49-F238E27FC236}">
                  <a16:creationId xmlns:a16="http://schemas.microsoft.com/office/drawing/2014/main" id="{C60D75AC-36CB-407A-8861-8D49ECADDEB3}"/>
                </a:ext>
              </a:extLst>
            </p:cNvPr>
            <p:cNvSpPr/>
            <p:nvPr/>
          </p:nvSpPr>
          <p:spPr>
            <a:xfrm>
              <a:off x="50373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Freeform: Shape 1519">
              <a:extLst>
                <a:ext uri="{FF2B5EF4-FFF2-40B4-BE49-F238E27FC236}">
                  <a16:creationId xmlns:a16="http://schemas.microsoft.com/office/drawing/2014/main" id="{E11405AF-3B5C-4AB0-AD88-2D8E0C8CA464}"/>
                </a:ext>
              </a:extLst>
            </p:cNvPr>
            <p:cNvSpPr/>
            <p:nvPr/>
          </p:nvSpPr>
          <p:spPr>
            <a:xfrm>
              <a:off x="50373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Freeform: Shape 1520">
              <a:extLst>
                <a:ext uri="{FF2B5EF4-FFF2-40B4-BE49-F238E27FC236}">
                  <a16:creationId xmlns:a16="http://schemas.microsoft.com/office/drawing/2014/main" id="{BD81AFA7-4D52-4C15-902D-1C449CE89BCC}"/>
                </a:ext>
              </a:extLst>
            </p:cNvPr>
            <p:cNvSpPr/>
            <p:nvPr/>
          </p:nvSpPr>
          <p:spPr>
            <a:xfrm>
              <a:off x="496112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Freeform: Shape 1521">
              <a:extLst>
                <a:ext uri="{FF2B5EF4-FFF2-40B4-BE49-F238E27FC236}">
                  <a16:creationId xmlns:a16="http://schemas.microsoft.com/office/drawing/2014/main" id="{D6165E45-B8AB-4B23-8378-386A86F41EC8}"/>
                </a:ext>
              </a:extLst>
            </p:cNvPr>
            <p:cNvSpPr/>
            <p:nvPr/>
          </p:nvSpPr>
          <p:spPr>
            <a:xfrm>
              <a:off x="496112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Freeform: Shape 1522">
              <a:extLst>
                <a:ext uri="{FF2B5EF4-FFF2-40B4-BE49-F238E27FC236}">
                  <a16:creationId xmlns:a16="http://schemas.microsoft.com/office/drawing/2014/main" id="{3F7B6E7E-9C8F-4C4C-B6D6-6C672036971A}"/>
                </a:ext>
              </a:extLst>
            </p:cNvPr>
            <p:cNvSpPr/>
            <p:nvPr/>
          </p:nvSpPr>
          <p:spPr>
            <a:xfrm>
              <a:off x="49611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Freeform: Shape 1523">
              <a:extLst>
                <a:ext uri="{FF2B5EF4-FFF2-40B4-BE49-F238E27FC236}">
                  <a16:creationId xmlns:a16="http://schemas.microsoft.com/office/drawing/2014/main" id="{55DB3FEC-AF8A-499A-A7DB-B04039016656}"/>
                </a:ext>
              </a:extLst>
            </p:cNvPr>
            <p:cNvSpPr/>
            <p:nvPr/>
          </p:nvSpPr>
          <p:spPr>
            <a:xfrm>
              <a:off x="49611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Freeform: Shape 1524">
              <a:extLst>
                <a:ext uri="{FF2B5EF4-FFF2-40B4-BE49-F238E27FC236}">
                  <a16:creationId xmlns:a16="http://schemas.microsoft.com/office/drawing/2014/main" id="{FACE1AE4-E15A-43FF-BB64-12AD52E50065}"/>
                </a:ext>
              </a:extLst>
            </p:cNvPr>
            <p:cNvSpPr/>
            <p:nvPr/>
          </p:nvSpPr>
          <p:spPr>
            <a:xfrm>
              <a:off x="49611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Freeform: Shape 1525">
              <a:extLst>
                <a:ext uri="{FF2B5EF4-FFF2-40B4-BE49-F238E27FC236}">
                  <a16:creationId xmlns:a16="http://schemas.microsoft.com/office/drawing/2014/main" id="{27D18DEB-A694-4CBE-815B-32E2284FA098}"/>
                </a:ext>
              </a:extLst>
            </p:cNvPr>
            <p:cNvSpPr/>
            <p:nvPr/>
          </p:nvSpPr>
          <p:spPr>
            <a:xfrm>
              <a:off x="49611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Freeform: Shape 1526">
              <a:extLst>
                <a:ext uri="{FF2B5EF4-FFF2-40B4-BE49-F238E27FC236}">
                  <a16:creationId xmlns:a16="http://schemas.microsoft.com/office/drawing/2014/main" id="{14E1B15F-9F8D-41A0-860B-7CA21152AF4A}"/>
                </a:ext>
              </a:extLst>
            </p:cNvPr>
            <p:cNvSpPr/>
            <p:nvPr/>
          </p:nvSpPr>
          <p:spPr>
            <a:xfrm>
              <a:off x="48849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Freeform: Shape 1527">
              <a:extLst>
                <a:ext uri="{FF2B5EF4-FFF2-40B4-BE49-F238E27FC236}">
                  <a16:creationId xmlns:a16="http://schemas.microsoft.com/office/drawing/2014/main" id="{BAC69D03-E62A-4A75-84DA-3DE41DA85FB8}"/>
                </a:ext>
              </a:extLst>
            </p:cNvPr>
            <p:cNvSpPr/>
            <p:nvPr/>
          </p:nvSpPr>
          <p:spPr>
            <a:xfrm>
              <a:off x="48849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Freeform: Shape 1528">
              <a:extLst>
                <a:ext uri="{FF2B5EF4-FFF2-40B4-BE49-F238E27FC236}">
                  <a16:creationId xmlns:a16="http://schemas.microsoft.com/office/drawing/2014/main" id="{4872E821-147C-47CD-A16D-1FCC783F2E13}"/>
                </a:ext>
              </a:extLst>
            </p:cNvPr>
            <p:cNvSpPr/>
            <p:nvPr/>
          </p:nvSpPr>
          <p:spPr>
            <a:xfrm>
              <a:off x="48849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Freeform: Shape 1529">
              <a:extLst>
                <a:ext uri="{FF2B5EF4-FFF2-40B4-BE49-F238E27FC236}">
                  <a16:creationId xmlns:a16="http://schemas.microsoft.com/office/drawing/2014/main" id="{BFEA2F79-80A8-48B6-9514-9A3C6B9747D4}"/>
                </a:ext>
              </a:extLst>
            </p:cNvPr>
            <p:cNvSpPr/>
            <p:nvPr/>
          </p:nvSpPr>
          <p:spPr>
            <a:xfrm>
              <a:off x="488490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Freeform: Shape 1530">
              <a:extLst>
                <a:ext uri="{FF2B5EF4-FFF2-40B4-BE49-F238E27FC236}">
                  <a16:creationId xmlns:a16="http://schemas.microsoft.com/office/drawing/2014/main" id="{11EE53A4-7653-46CB-9D44-5BA86D726C95}"/>
                </a:ext>
              </a:extLst>
            </p:cNvPr>
            <p:cNvSpPr/>
            <p:nvPr/>
          </p:nvSpPr>
          <p:spPr>
            <a:xfrm>
              <a:off x="4808700" y="26377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Freeform: Shape 1531">
              <a:extLst>
                <a:ext uri="{FF2B5EF4-FFF2-40B4-BE49-F238E27FC236}">
                  <a16:creationId xmlns:a16="http://schemas.microsoft.com/office/drawing/2014/main" id="{BC8B7BD0-4A54-4EBB-A308-8C41D9A96BAE}"/>
                </a:ext>
              </a:extLst>
            </p:cNvPr>
            <p:cNvSpPr/>
            <p:nvPr/>
          </p:nvSpPr>
          <p:spPr>
            <a:xfrm>
              <a:off x="4808700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Freeform: Shape 1532">
              <a:extLst>
                <a:ext uri="{FF2B5EF4-FFF2-40B4-BE49-F238E27FC236}">
                  <a16:creationId xmlns:a16="http://schemas.microsoft.com/office/drawing/2014/main" id="{E1E1DC98-90FA-471E-8B9E-13D81235EB7E}"/>
                </a:ext>
              </a:extLst>
            </p:cNvPr>
            <p:cNvSpPr/>
            <p:nvPr/>
          </p:nvSpPr>
          <p:spPr>
            <a:xfrm>
              <a:off x="480870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Freeform: Shape 1533">
              <a:extLst>
                <a:ext uri="{FF2B5EF4-FFF2-40B4-BE49-F238E27FC236}">
                  <a16:creationId xmlns:a16="http://schemas.microsoft.com/office/drawing/2014/main" id="{CDEAFEDA-014B-44D6-881D-7CAC61DFD0EF}"/>
                </a:ext>
              </a:extLst>
            </p:cNvPr>
            <p:cNvSpPr/>
            <p:nvPr/>
          </p:nvSpPr>
          <p:spPr>
            <a:xfrm>
              <a:off x="480870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Freeform: Shape 1534">
              <a:extLst>
                <a:ext uri="{FF2B5EF4-FFF2-40B4-BE49-F238E27FC236}">
                  <a16:creationId xmlns:a16="http://schemas.microsoft.com/office/drawing/2014/main" id="{83687A23-1004-4305-9066-FC280E63B1C6}"/>
                </a:ext>
              </a:extLst>
            </p:cNvPr>
            <p:cNvSpPr/>
            <p:nvPr/>
          </p:nvSpPr>
          <p:spPr>
            <a:xfrm>
              <a:off x="4808700" y="11905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Freeform: Shape 1535">
              <a:extLst>
                <a:ext uri="{FF2B5EF4-FFF2-40B4-BE49-F238E27FC236}">
                  <a16:creationId xmlns:a16="http://schemas.microsoft.com/office/drawing/2014/main" id="{DCACF8B0-8FED-4F78-BBAB-7DB489D4DD50}"/>
                </a:ext>
              </a:extLst>
            </p:cNvPr>
            <p:cNvSpPr/>
            <p:nvPr/>
          </p:nvSpPr>
          <p:spPr>
            <a:xfrm>
              <a:off x="4808700" y="1038125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Freeform: Shape 1536">
              <a:extLst>
                <a:ext uri="{FF2B5EF4-FFF2-40B4-BE49-F238E27FC236}">
                  <a16:creationId xmlns:a16="http://schemas.microsoft.com/office/drawing/2014/main" id="{42A7A87B-4FE6-430E-B579-007234EBE063}"/>
                </a:ext>
              </a:extLst>
            </p:cNvPr>
            <p:cNvSpPr/>
            <p:nvPr/>
          </p:nvSpPr>
          <p:spPr>
            <a:xfrm>
              <a:off x="47324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Freeform: Shape 1537">
              <a:extLst>
                <a:ext uri="{FF2B5EF4-FFF2-40B4-BE49-F238E27FC236}">
                  <a16:creationId xmlns:a16="http://schemas.microsoft.com/office/drawing/2014/main" id="{90B3CC28-E65D-4640-B91B-96A21396F2AC}"/>
                </a:ext>
              </a:extLst>
            </p:cNvPr>
            <p:cNvSpPr/>
            <p:nvPr/>
          </p:nvSpPr>
          <p:spPr>
            <a:xfrm>
              <a:off x="47324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Freeform: Shape 1538">
              <a:extLst>
                <a:ext uri="{FF2B5EF4-FFF2-40B4-BE49-F238E27FC236}">
                  <a16:creationId xmlns:a16="http://schemas.microsoft.com/office/drawing/2014/main" id="{558BD8DF-5E54-4E21-AC59-1ACF196B0386}"/>
                </a:ext>
              </a:extLst>
            </p:cNvPr>
            <p:cNvSpPr/>
            <p:nvPr/>
          </p:nvSpPr>
          <p:spPr>
            <a:xfrm>
              <a:off x="47324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Freeform: Shape 1539">
              <a:extLst>
                <a:ext uri="{FF2B5EF4-FFF2-40B4-BE49-F238E27FC236}">
                  <a16:creationId xmlns:a16="http://schemas.microsoft.com/office/drawing/2014/main" id="{BA01B319-AEAF-4C2D-A9A7-89498934CD26}"/>
                </a:ext>
              </a:extLst>
            </p:cNvPr>
            <p:cNvSpPr/>
            <p:nvPr/>
          </p:nvSpPr>
          <p:spPr>
            <a:xfrm>
              <a:off x="47324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Freeform: Shape 1540">
              <a:extLst>
                <a:ext uri="{FF2B5EF4-FFF2-40B4-BE49-F238E27FC236}">
                  <a16:creationId xmlns:a16="http://schemas.microsoft.com/office/drawing/2014/main" id="{46FB7483-EB2C-4F31-B91E-5B0B17914A3B}"/>
                </a:ext>
              </a:extLst>
            </p:cNvPr>
            <p:cNvSpPr/>
            <p:nvPr/>
          </p:nvSpPr>
          <p:spPr>
            <a:xfrm>
              <a:off x="473247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Freeform: Shape 1541">
              <a:extLst>
                <a:ext uri="{FF2B5EF4-FFF2-40B4-BE49-F238E27FC236}">
                  <a16:creationId xmlns:a16="http://schemas.microsoft.com/office/drawing/2014/main" id="{1A42C7A7-4564-4594-A70C-0288B3857175}"/>
                </a:ext>
              </a:extLst>
            </p:cNvPr>
            <p:cNvSpPr/>
            <p:nvPr/>
          </p:nvSpPr>
          <p:spPr>
            <a:xfrm>
              <a:off x="465647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Freeform: Shape 1542">
              <a:extLst>
                <a:ext uri="{FF2B5EF4-FFF2-40B4-BE49-F238E27FC236}">
                  <a16:creationId xmlns:a16="http://schemas.microsoft.com/office/drawing/2014/main" id="{AC2A48FA-B487-4E9C-BB50-4F2C8383F04C}"/>
                </a:ext>
              </a:extLst>
            </p:cNvPr>
            <p:cNvSpPr/>
            <p:nvPr/>
          </p:nvSpPr>
          <p:spPr>
            <a:xfrm>
              <a:off x="465647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Freeform: Shape 1543">
              <a:extLst>
                <a:ext uri="{FF2B5EF4-FFF2-40B4-BE49-F238E27FC236}">
                  <a16:creationId xmlns:a16="http://schemas.microsoft.com/office/drawing/2014/main" id="{34477615-C242-4CA8-AF3B-C5421E5EF02F}"/>
                </a:ext>
              </a:extLst>
            </p:cNvPr>
            <p:cNvSpPr/>
            <p:nvPr/>
          </p:nvSpPr>
          <p:spPr>
            <a:xfrm>
              <a:off x="46564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Freeform: Shape 1544">
              <a:extLst>
                <a:ext uri="{FF2B5EF4-FFF2-40B4-BE49-F238E27FC236}">
                  <a16:creationId xmlns:a16="http://schemas.microsoft.com/office/drawing/2014/main" id="{E1C0D9F5-3B2C-4F75-B411-6E5ED508D2C5}"/>
                </a:ext>
              </a:extLst>
            </p:cNvPr>
            <p:cNvSpPr/>
            <p:nvPr/>
          </p:nvSpPr>
          <p:spPr>
            <a:xfrm>
              <a:off x="465647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Freeform: Shape 1545">
              <a:extLst>
                <a:ext uri="{FF2B5EF4-FFF2-40B4-BE49-F238E27FC236}">
                  <a16:creationId xmlns:a16="http://schemas.microsoft.com/office/drawing/2014/main" id="{3E3C270B-3505-4CE7-9AB9-181CA86EF29B}"/>
                </a:ext>
              </a:extLst>
            </p:cNvPr>
            <p:cNvSpPr/>
            <p:nvPr/>
          </p:nvSpPr>
          <p:spPr>
            <a:xfrm>
              <a:off x="46564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Freeform: Shape 1546">
              <a:extLst>
                <a:ext uri="{FF2B5EF4-FFF2-40B4-BE49-F238E27FC236}">
                  <a16:creationId xmlns:a16="http://schemas.microsoft.com/office/drawing/2014/main" id="{3914DD5A-0DEB-40C0-BAF0-DB2CD3E2E624}"/>
                </a:ext>
              </a:extLst>
            </p:cNvPr>
            <p:cNvSpPr/>
            <p:nvPr/>
          </p:nvSpPr>
          <p:spPr>
            <a:xfrm>
              <a:off x="46564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Freeform: Shape 1547">
              <a:extLst>
                <a:ext uri="{FF2B5EF4-FFF2-40B4-BE49-F238E27FC236}">
                  <a16:creationId xmlns:a16="http://schemas.microsoft.com/office/drawing/2014/main" id="{68348F55-6B04-443A-A446-64298B32CCA5}"/>
                </a:ext>
              </a:extLst>
            </p:cNvPr>
            <p:cNvSpPr/>
            <p:nvPr/>
          </p:nvSpPr>
          <p:spPr>
            <a:xfrm>
              <a:off x="46564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Freeform: Shape 1548">
              <a:extLst>
                <a:ext uri="{FF2B5EF4-FFF2-40B4-BE49-F238E27FC236}">
                  <a16:creationId xmlns:a16="http://schemas.microsoft.com/office/drawing/2014/main" id="{4DC43592-34F1-4FE6-8DEC-D1CCC774806F}"/>
                </a:ext>
              </a:extLst>
            </p:cNvPr>
            <p:cNvSpPr/>
            <p:nvPr/>
          </p:nvSpPr>
          <p:spPr>
            <a:xfrm>
              <a:off x="465647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Freeform: Shape 1549">
              <a:extLst>
                <a:ext uri="{FF2B5EF4-FFF2-40B4-BE49-F238E27FC236}">
                  <a16:creationId xmlns:a16="http://schemas.microsoft.com/office/drawing/2014/main" id="{09FEC01C-7CE3-4284-88FC-9D8B5FB3B7AD}"/>
                </a:ext>
              </a:extLst>
            </p:cNvPr>
            <p:cNvSpPr/>
            <p:nvPr/>
          </p:nvSpPr>
          <p:spPr>
            <a:xfrm>
              <a:off x="45802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Freeform: Shape 1550">
              <a:extLst>
                <a:ext uri="{FF2B5EF4-FFF2-40B4-BE49-F238E27FC236}">
                  <a16:creationId xmlns:a16="http://schemas.microsoft.com/office/drawing/2014/main" id="{D1E7E098-103E-4E68-9244-1B049658DD40}"/>
                </a:ext>
              </a:extLst>
            </p:cNvPr>
            <p:cNvSpPr/>
            <p:nvPr/>
          </p:nvSpPr>
          <p:spPr>
            <a:xfrm>
              <a:off x="45802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Freeform: Shape 1551">
              <a:extLst>
                <a:ext uri="{FF2B5EF4-FFF2-40B4-BE49-F238E27FC236}">
                  <a16:creationId xmlns:a16="http://schemas.microsoft.com/office/drawing/2014/main" id="{E774B4D7-8D39-4066-8DB7-59CEE4744965}"/>
                </a:ext>
              </a:extLst>
            </p:cNvPr>
            <p:cNvSpPr/>
            <p:nvPr/>
          </p:nvSpPr>
          <p:spPr>
            <a:xfrm>
              <a:off x="45802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Freeform: Shape 1552">
              <a:extLst>
                <a:ext uri="{FF2B5EF4-FFF2-40B4-BE49-F238E27FC236}">
                  <a16:creationId xmlns:a16="http://schemas.microsoft.com/office/drawing/2014/main" id="{3CCC99D3-F09B-47F8-AE32-C155FF56B585}"/>
                </a:ext>
              </a:extLst>
            </p:cNvPr>
            <p:cNvSpPr/>
            <p:nvPr/>
          </p:nvSpPr>
          <p:spPr>
            <a:xfrm>
              <a:off x="458025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Freeform: Shape 1553">
              <a:extLst>
                <a:ext uri="{FF2B5EF4-FFF2-40B4-BE49-F238E27FC236}">
                  <a16:creationId xmlns:a16="http://schemas.microsoft.com/office/drawing/2014/main" id="{46B52277-C606-4CBE-889C-EAEB0F8221AF}"/>
                </a:ext>
              </a:extLst>
            </p:cNvPr>
            <p:cNvSpPr/>
            <p:nvPr/>
          </p:nvSpPr>
          <p:spPr>
            <a:xfrm>
              <a:off x="458025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Freeform: Shape 1554">
              <a:extLst>
                <a:ext uri="{FF2B5EF4-FFF2-40B4-BE49-F238E27FC236}">
                  <a16:creationId xmlns:a16="http://schemas.microsoft.com/office/drawing/2014/main" id="{2E7657C6-6C0A-4674-AFCF-65F78363CBD6}"/>
                </a:ext>
              </a:extLst>
            </p:cNvPr>
            <p:cNvSpPr/>
            <p:nvPr/>
          </p:nvSpPr>
          <p:spPr>
            <a:xfrm>
              <a:off x="45802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Freeform: Shape 1555">
              <a:extLst>
                <a:ext uri="{FF2B5EF4-FFF2-40B4-BE49-F238E27FC236}">
                  <a16:creationId xmlns:a16="http://schemas.microsoft.com/office/drawing/2014/main" id="{FFB578FA-7FA5-4C42-B0EE-AC8D83B43D7F}"/>
                </a:ext>
              </a:extLst>
            </p:cNvPr>
            <p:cNvSpPr/>
            <p:nvPr/>
          </p:nvSpPr>
          <p:spPr>
            <a:xfrm>
              <a:off x="45802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Freeform: Shape 1556">
              <a:extLst>
                <a:ext uri="{FF2B5EF4-FFF2-40B4-BE49-F238E27FC236}">
                  <a16:creationId xmlns:a16="http://schemas.microsoft.com/office/drawing/2014/main" id="{D37060AB-3184-4C76-B3CC-FEC54FB8C1F7}"/>
                </a:ext>
              </a:extLst>
            </p:cNvPr>
            <p:cNvSpPr/>
            <p:nvPr/>
          </p:nvSpPr>
          <p:spPr>
            <a:xfrm>
              <a:off x="45802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Freeform: Shape 1557">
              <a:extLst>
                <a:ext uri="{FF2B5EF4-FFF2-40B4-BE49-F238E27FC236}">
                  <a16:creationId xmlns:a16="http://schemas.microsoft.com/office/drawing/2014/main" id="{D61B381F-281A-4C7A-882A-6B1DCE973A10}"/>
                </a:ext>
              </a:extLst>
            </p:cNvPr>
            <p:cNvSpPr/>
            <p:nvPr/>
          </p:nvSpPr>
          <p:spPr>
            <a:xfrm>
              <a:off x="45040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Freeform: Shape 1558">
              <a:extLst>
                <a:ext uri="{FF2B5EF4-FFF2-40B4-BE49-F238E27FC236}">
                  <a16:creationId xmlns:a16="http://schemas.microsoft.com/office/drawing/2014/main" id="{D0D71A5E-2F54-4FF8-8947-A02F3472485F}"/>
                </a:ext>
              </a:extLst>
            </p:cNvPr>
            <p:cNvSpPr/>
            <p:nvPr/>
          </p:nvSpPr>
          <p:spPr>
            <a:xfrm>
              <a:off x="450405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Freeform: Shape 1559">
              <a:extLst>
                <a:ext uri="{FF2B5EF4-FFF2-40B4-BE49-F238E27FC236}">
                  <a16:creationId xmlns:a16="http://schemas.microsoft.com/office/drawing/2014/main" id="{38B8B563-FEAC-4860-AAE7-1D0B25F97BFD}"/>
                </a:ext>
              </a:extLst>
            </p:cNvPr>
            <p:cNvSpPr/>
            <p:nvPr/>
          </p:nvSpPr>
          <p:spPr>
            <a:xfrm>
              <a:off x="45040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Freeform: Shape 1560">
              <a:extLst>
                <a:ext uri="{FF2B5EF4-FFF2-40B4-BE49-F238E27FC236}">
                  <a16:creationId xmlns:a16="http://schemas.microsoft.com/office/drawing/2014/main" id="{9FFFE52B-8F9A-4824-9C0C-EC886A9D43CB}"/>
                </a:ext>
              </a:extLst>
            </p:cNvPr>
            <p:cNvSpPr/>
            <p:nvPr/>
          </p:nvSpPr>
          <p:spPr>
            <a:xfrm>
              <a:off x="45040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Freeform: Shape 1561">
              <a:extLst>
                <a:ext uri="{FF2B5EF4-FFF2-40B4-BE49-F238E27FC236}">
                  <a16:creationId xmlns:a16="http://schemas.microsoft.com/office/drawing/2014/main" id="{7A57A3D7-BF14-43B6-92D9-5B7A74DFB767}"/>
                </a:ext>
              </a:extLst>
            </p:cNvPr>
            <p:cNvSpPr/>
            <p:nvPr/>
          </p:nvSpPr>
          <p:spPr>
            <a:xfrm>
              <a:off x="45040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Freeform: Shape 1562">
              <a:extLst>
                <a:ext uri="{FF2B5EF4-FFF2-40B4-BE49-F238E27FC236}">
                  <a16:creationId xmlns:a16="http://schemas.microsoft.com/office/drawing/2014/main" id="{FF0E8AE2-1A4F-4FE9-AF7A-04FF569CECDA}"/>
                </a:ext>
              </a:extLst>
            </p:cNvPr>
            <p:cNvSpPr/>
            <p:nvPr/>
          </p:nvSpPr>
          <p:spPr>
            <a:xfrm>
              <a:off x="45040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Freeform: Shape 1563">
              <a:extLst>
                <a:ext uri="{FF2B5EF4-FFF2-40B4-BE49-F238E27FC236}">
                  <a16:creationId xmlns:a16="http://schemas.microsoft.com/office/drawing/2014/main" id="{17D47E23-2F73-4C9D-9A99-FDC31D24EF4F}"/>
                </a:ext>
              </a:extLst>
            </p:cNvPr>
            <p:cNvSpPr/>
            <p:nvPr/>
          </p:nvSpPr>
          <p:spPr>
            <a:xfrm>
              <a:off x="442782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Freeform: Shape 1564">
              <a:extLst>
                <a:ext uri="{FF2B5EF4-FFF2-40B4-BE49-F238E27FC236}">
                  <a16:creationId xmlns:a16="http://schemas.microsoft.com/office/drawing/2014/main" id="{28D97994-E3F1-4F04-9CDA-DB3AFE851A4F}"/>
                </a:ext>
              </a:extLst>
            </p:cNvPr>
            <p:cNvSpPr/>
            <p:nvPr/>
          </p:nvSpPr>
          <p:spPr>
            <a:xfrm>
              <a:off x="44278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6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Freeform: Shape 1565">
              <a:extLst>
                <a:ext uri="{FF2B5EF4-FFF2-40B4-BE49-F238E27FC236}">
                  <a16:creationId xmlns:a16="http://schemas.microsoft.com/office/drawing/2014/main" id="{F97B4BA1-98FD-475D-B6AD-E73C1A210BBF}"/>
                </a:ext>
              </a:extLst>
            </p:cNvPr>
            <p:cNvSpPr/>
            <p:nvPr/>
          </p:nvSpPr>
          <p:spPr>
            <a:xfrm>
              <a:off x="442782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Freeform: Shape 1566">
              <a:extLst>
                <a:ext uri="{FF2B5EF4-FFF2-40B4-BE49-F238E27FC236}">
                  <a16:creationId xmlns:a16="http://schemas.microsoft.com/office/drawing/2014/main" id="{039B06F5-12F1-4F83-BEB9-1A90ADD8BB1E}"/>
                </a:ext>
              </a:extLst>
            </p:cNvPr>
            <p:cNvSpPr/>
            <p:nvPr/>
          </p:nvSpPr>
          <p:spPr>
            <a:xfrm>
              <a:off x="44278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Freeform: Shape 1567">
              <a:extLst>
                <a:ext uri="{FF2B5EF4-FFF2-40B4-BE49-F238E27FC236}">
                  <a16:creationId xmlns:a16="http://schemas.microsoft.com/office/drawing/2014/main" id="{40ECBF2A-6B49-4C24-99A0-24E676159F15}"/>
                </a:ext>
              </a:extLst>
            </p:cNvPr>
            <p:cNvSpPr/>
            <p:nvPr/>
          </p:nvSpPr>
          <p:spPr>
            <a:xfrm>
              <a:off x="44278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Freeform: Shape 1568">
              <a:extLst>
                <a:ext uri="{FF2B5EF4-FFF2-40B4-BE49-F238E27FC236}">
                  <a16:creationId xmlns:a16="http://schemas.microsoft.com/office/drawing/2014/main" id="{8611AC01-CF4E-4986-A21E-CD7A16A21708}"/>
                </a:ext>
              </a:extLst>
            </p:cNvPr>
            <p:cNvSpPr/>
            <p:nvPr/>
          </p:nvSpPr>
          <p:spPr>
            <a:xfrm>
              <a:off x="44278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Freeform: Shape 1569">
              <a:extLst>
                <a:ext uri="{FF2B5EF4-FFF2-40B4-BE49-F238E27FC236}">
                  <a16:creationId xmlns:a16="http://schemas.microsoft.com/office/drawing/2014/main" id="{49B95549-12EF-486C-B004-0F6ECCD8D598}"/>
                </a:ext>
              </a:extLst>
            </p:cNvPr>
            <p:cNvSpPr/>
            <p:nvPr/>
          </p:nvSpPr>
          <p:spPr>
            <a:xfrm>
              <a:off x="435160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Freeform: Shape 1570">
              <a:extLst>
                <a:ext uri="{FF2B5EF4-FFF2-40B4-BE49-F238E27FC236}">
                  <a16:creationId xmlns:a16="http://schemas.microsoft.com/office/drawing/2014/main" id="{F5EB64B3-DFF5-43F1-972B-A5F4C1EB17B3}"/>
                </a:ext>
              </a:extLst>
            </p:cNvPr>
            <p:cNvSpPr/>
            <p:nvPr/>
          </p:nvSpPr>
          <p:spPr>
            <a:xfrm>
              <a:off x="435160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Freeform: Shape 1571">
              <a:extLst>
                <a:ext uri="{FF2B5EF4-FFF2-40B4-BE49-F238E27FC236}">
                  <a16:creationId xmlns:a16="http://schemas.microsoft.com/office/drawing/2014/main" id="{12502ECC-E556-492C-8B93-2ED3DAEA7B82}"/>
                </a:ext>
              </a:extLst>
            </p:cNvPr>
            <p:cNvSpPr/>
            <p:nvPr/>
          </p:nvSpPr>
          <p:spPr>
            <a:xfrm>
              <a:off x="435160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Freeform: Shape 1572">
              <a:extLst>
                <a:ext uri="{FF2B5EF4-FFF2-40B4-BE49-F238E27FC236}">
                  <a16:creationId xmlns:a16="http://schemas.microsoft.com/office/drawing/2014/main" id="{D93108DF-6400-46C1-8E33-F152CD1D6081}"/>
                </a:ext>
              </a:extLst>
            </p:cNvPr>
            <p:cNvSpPr/>
            <p:nvPr/>
          </p:nvSpPr>
          <p:spPr>
            <a:xfrm>
              <a:off x="435160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Freeform: Shape 1573">
              <a:extLst>
                <a:ext uri="{FF2B5EF4-FFF2-40B4-BE49-F238E27FC236}">
                  <a16:creationId xmlns:a16="http://schemas.microsoft.com/office/drawing/2014/main" id="{6D828F47-4E92-402D-B8EB-0A8F3A257B7E}"/>
                </a:ext>
              </a:extLst>
            </p:cNvPr>
            <p:cNvSpPr/>
            <p:nvPr/>
          </p:nvSpPr>
          <p:spPr>
            <a:xfrm>
              <a:off x="42756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Freeform: Shape 1574">
              <a:extLst>
                <a:ext uri="{FF2B5EF4-FFF2-40B4-BE49-F238E27FC236}">
                  <a16:creationId xmlns:a16="http://schemas.microsoft.com/office/drawing/2014/main" id="{90CBA007-03E3-4D8C-8A14-6737D3E2BD6B}"/>
                </a:ext>
              </a:extLst>
            </p:cNvPr>
            <p:cNvSpPr/>
            <p:nvPr/>
          </p:nvSpPr>
          <p:spPr>
            <a:xfrm>
              <a:off x="42756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Freeform: Shape 1575">
              <a:extLst>
                <a:ext uri="{FF2B5EF4-FFF2-40B4-BE49-F238E27FC236}">
                  <a16:creationId xmlns:a16="http://schemas.microsoft.com/office/drawing/2014/main" id="{50851077-4BC2-4123-9DE9-060BB6B2328E}"/>
                </a:ext>
              </a:extLst>
            </p:cNvPr>
            <p:cNvSpPr/>
            <p:nvPr/>
          </p:nvSpPr>
          <p:spPr>
            <a:xfrm>
              <a:off x="42756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Freeform: Shape 1576">
              <a:extLst>
                <a:ext uri="{FF2B5EF4-FFF2-40B4-BE49-F238E27FC236}">
                  <a16:creationId xmlns:a16="http://schemas.microsoft.com/office/drawing/2014/main" id="{AB175FF2-EFBB-44F3-96C6-6AE2EAEF1A77}"/>
                </a:ext>
              </a:extLst>
            </p:cNvPr>
            <p:cNvSpPr/>
            <p:nvPr/>
          </p:nvSpPr>
          <p:spPr>
            <a:xfrm>
              <a:off x="42756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Freeform: Shape 1577">
              <a:extLst>
                <a:ext uri="{FF2B5EF4-FFF2-40B4-BE49-F238E27FC236}">
                  <a16:creationId xmlns:a16="http://schemas.microsoft.com/office/drawing/2014/main" id="{3CB6C33B-7BF1-4EE9-9040-C716D61BFB2B}"/>
                </a:ext>
              </a:extLst>
            </p:cNvPr>
            <p:cNvSpPr/>
            <p:nvPr/>
          </p:nvSpPr>
          <p:spPr>
            <a:xfrm>
              <a:off x="42756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Freeform: Shape 1578">
              <a:extLst>
                <a:ext uri="{FF2B5EF4-FFF2-40B4-BE49-F238E27FC236}">
                  <a16:creationId xmlns:a16="http://schemas.microsoft.com/office/drawing/2014/main" id="{B98481DF-B79B-419A-B5AE-88BC57C56964}"/>
                </a:ext>
              </a:extLst>
            </p:cNvPr>
            <p:cNvSpPr/>
            <p:nvPr/>
          </p:nvSpPr>
          <p:spPr>
            <a:xfrm>
              <a:off x="42756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Freeform: Shape 1579">
              <a:extLst>
                <a:ext uri="{FF2B5EF4-FFF2-40B4-BE49-F238E27FC236}">
                  <a16:creationId xmlns:a16="http://schemas.microsoft.com/office/drawing/2014/main" id="{84DC8F2A-D850-4C1A-AD76-133FDB39A02C}"/>
                </a:ext>
              </a:extLst>
            </p:cNvPr>
            <p:cNvSpPr/>
            <p:nvPr/>
          </p:nvSpPr>
          <p:spPr>
            <a:xfrm>
              <a:off x="419940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Freeform: Shape 1580">
              <a:extLst>
                <a:ext uri="{FF2B5EF4-FFF2-40B4-BE49-F238E27FC236}">
                  <a16:creationId xmlns:a16="http://schemas.microsoft.com/office/drawing/2014/main" id="{71379266-3FB0-4866-B51C-3073C84EF71E}"/>
                </a:ext>
              </a:extLst>
            </p:cNvPr>
            <p:cNvSpPr/>
            <p:nvPr/>
          </p:nvSpPr>
          <p:spPr>
            <a:xfrm>
              <a:off x="419940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Freeform: Shape 1581">
              <a:extLst>
                <a:ext uri="{FF2B5EF4-FFF2-40B4-BE49-F238E27FC236}">
                  <a16:creationId xmlns:a16="http://schemas.microsoft.com/office/drawing/2014/main" id="{7DE7D05B-FC9B-4F4D-BF7A-B5BA95BDC00E}"/>
                </a:ext>
              </a:extLst>
            </p:cNvPr>
            <p:cNvSpPr/>
            <p:nvPr/>
          </p:nvSpPr>
          <p:spPr>
            <a:xfrm>
              <a:off x="41994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493" y="1149"/>
                    <a:pt x="2019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Freeform: Shape 1582">
              <a:extLst>
                <a:ext uri="{FF2B5EF4-FFF2-40B4-BE49-F238E27FC236}">
                  <a16:creationId xmlns:a16="http://schemas.microsoft.com/office/drawing/2014/main" id="{E4A6D58C-6C71-482F-8E09-E95DF55C02F7}"/>
                </a:ext>
              </a:extLst>
            </p:cNvPr>
            <p:cNvSpPr/>
            <p:nvPr/>
          </p:nvSpPr>
          <p:spPr>
            <a:xfrm>
              <a:off x="41231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Freeform: Shape 1583">
              <a:extLst>
                <a:ext uri="{FF2B5EF4-FFF2-40B4-BE49-F238E27FC236}">
                  <a16:creationId xmlns:a16="http://schemas.microsoft.com/office/drawing/2014/main" id="{2DFAA578-3314-49E9-9B73-2B7759DD7DA4}"/>
                </a:ext>
              </a:extLst>
            </p:cNvPr>
            <p:cNvSpPr/>
            <p:nvPr/>
          </p:nvSpPr>
          <p:spPr>
            <a:xfrm>
              <a:off x="41231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4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588" name="Straight Connector 1587">
            <a:extLst>
              <a:ext uri="{FF2B5EF4-FFF2-40B4-BE49-F238E27FC236}">
                <a16:creationId xmlns:a16="http://schemas.microsoft.com/office/drawing/2014/main" id="{67812961-6EFF-4CF2-922D-CBD01BC2586B}"/>
              </a:ext>
            </a:extLst>
          </p:cNvPr>
          <p:cNvCxnSpPr>
            <a:cxnSpLocks/>
          </p:cNvCxnSpPr>
          <p:nvPr/>
        </p:nvCxnSpPr>
        <p:spPr>
          <a:xfrm flipV="1">
            <a:off x="10231529" y="5290213"/>
            <a:ext cx="1969939" cy="91709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0" name="Straight Connector 1589">
            <a:extLst>
              <a:ext uri="{FF2B5EF4-FFF2-40B4-BE49-F238E27FC236}">
                <a16:creationId xmlns:a16="http://schemas.microsoft.com/office/drawing/2014/main" id="{741A6BF5-AC33-45F1-878A-C09D9522DC1B}"/>
              </a:ext>
            </a:extLst>
          </p:cNvPr>
          <p:cNvCxnSpPr>
            <a:cxnSpLocks/>
          </p:cNvCxnSpPr>
          <p:nvPr/>
        </p:nvCxnSpPr>
        <p:spPr>
          <a:xfrm flipV="1">
            <a:off x="830977" y="1721498"/>
            <a:ext cx="2553573" cy="1159959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01" name="Subtitle 9800"/>
          <p:cNvSpPr>
            <a:spLocks noGrp="1"/>
          </p:cNvSpPr>
          <p:nvPr>
            <p:ph type="subTitle" idx="1" hasCustomPrompt="1"/>
          </p:nvPr>
        </p:nvSpPr>
        <p:spPr>
          <a:xfrm>
            <a:off x="673099" y="4662295"/>
            <a:ext cx="5579403" cy="558799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bg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802" name="Title 9801"/>
          <p:cNvSpPr>
            <a:spLocks noGrp="1"/>
          </p:cNvSpPr>
          <p:nvPr>
            <p:ph type="ctrTitle" hasCustomPrompt="1"/>
          </p:nvPr>
        </p:nvSpPr>
        <p:spPr>
          <a:xfrm>
            <a:off x="673099" y="3139642"/>
            <a:ext cx="5579403" cy="1522653"/>
          </a:xfrm>
        </p:spPr>
        <p:txBody>
          <a:bodyPr anchor="b"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673099" y="5479279"/>
            <a:ext cx="4264661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673099" y="5775550"/>
            <a:ext cx="4264661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  <p:grpSp>
        <p:nvGrpSpPr>
          <p:cNvPr id="1717" name="Group 171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DFAD4F0F-92FE-4CCE-805C-FA08EF990B6B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5724000" y="1571460"/>
            <a:ext cx="5579403" cy="3954767"/>
            <a:chOff x="3016251" y="1239838"/>
            <a:chExt cx="6176963" cy="4378326"/>
          </a:xfrm>
        </p:grpSpPr>
        <p:sp>
          <p:nvSpPr>
            <p:cNvPr id="1720" name="Freeform: Shape 1719">
              <a:extLst>
                <a:ext uri="{FF2B5EF4-FFF2-40B4-BE49-F238E27FC236}">
                  <a16:creationId xmlns:a16="http://schemas.microsoft.com/office/drawing/2014/main" id="{48F7936F-5BD0-4593-B4A9-E3364510DD1B}"/>
                </a:ext>
              </a:extLst>
            </p:cNvPr>
            <p:cNvSpPr/>
            <p:nvPr/>
          </p:nvSpPr>
          <p:spPr bwMode="auto">
            <a:xfrm>
              <a:off x="4597401" y="4999038"/>
              <a:ext cx="3263900" cy="76200"/>
            </a:xfrm>
            <a:custGeom>
              <a:avLst/>
              <a:gdLst>
                <a:gd name="T0" fmla="*/ 424 w 855"/>
                <a:gd name="T1" fmla="*/ 0 h 20"/>
                <a:gd name="T2" fmla="*/ 0 w 855"/>
                <a:gd name="T3" fmla="*/ 2 h 20"/>
                <a:gd name="T4" fmla="*/ 44 w 855"/>
                <a:gd name="T5" fmla="*/ 18 h 20"/>
                <a:gd name="T6" fmla="*/ 424 w 855"/>
                <a:gd name="T7" fmla="*/ 20 h 20"/>
                <a:gd name="T8" fmla="*/ 815 w 855"/>
                <a:gd name="T9" fmla="*/ 18 h 20"/>
                <a:gd name="T10" fmla="*/ 855 w 855"/>
                <a:gd name="T11" fmla="*/ 2 h 20"/>
                <a:gd name="T12" fmla="*/ 424 w 855"/>
                <a:gd name="T1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5" h="20">
                  <a:moveTo>
                    <a:pt x="424" y="0"/>
                  </a:moveTo>
                  <a:cubicBezTo>
                    <a:pt x="266" y="0"/>
                    <a:pt x="120" y="1"/>
                    <a:pt x="0" y="2"/>
                  </a:cubicBezTo>
                  <a:cubicBezTo>
                    <a:pt x="14" y="7"/>
                    <a:pt x="29" y="13"/>
                    <a:pt x="44" y="18"/>
                  </a:cubicBezTo>
                  <a:cubicBezTo>
                    <a:pt x="155" y="19"/>
                    <a:pt x="285" y="20"/>
                    <a:pt x="424" y="20"/>
                  </a:cubicBezTo>
                  <a:cubicBezTo>
                    <a:pt x="568" y="20"/>
                    <a:pt x="701" y="19"/>
                    <a:pt x="815" y="18"/>
                  </a:cubicBezTo>
                  <a:cubicBezTo>
                    <a:pt x="829" y="13"/>
                    <a:pt x="842" y="7"/>
                    <a:pt x="855" y="2"/>
                  </a:cubicBezTo>
                  <a:cubicBezTo>
                    <a:pt x="734" y="1"/>
                    <a:pt x="585" y="0"/>
                    <a:pt x="424" y="0"/>
                  </a:cubicBezTo>
                </a:path>
              </a:pathLst>
            </a:custGeom>
            <a:solidFill>
              <a:srgbClr val="DFDF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1" name="Freeform: Shape 1720">
              <a:extLst>
                <a:ext uri="{FF2B5EF4-FFF2-40B4-BE49-F238E27FC236}">
                  <a16:creationId xmlns:a16="http://schemas.microsoft.com/office/drawing/2014/main" id="{DFAF2341-6A36-4F3D-936B-35ED0AB783C5}"/>
                </a:ext>
              </a:extLst>
            </p:cNvPr>
            <p:cNvSpPr/>
            <p:nvPr/>
          </p:nvSpPr>
          <p:spPr bwMode="auto">
            <a:xfrm>
              <a:off x="3719513" y="1744663"/>
              <a:ext cx="519113" cy="519113"/>
            </a:xfrm>
            <a:custGeom>
              <a:avLst/>
              <a:gdLst>
                <a:gd name="T0" fmla="*/ 126 w 136"/>
                <a:gd name="T1" fmla="*/ 50 h 136"/>
                <a:gd name="T2" fmla="*/ 86 w 136"/>
                <a:gd name="T3" fmla="*/ 126 h 136"/>
                <a:gd name="T4" fmla="*/ 10 w 136"/>
                <a:gd name="T5" fmla="*/ 86 h 136"/>
                <a:gd name="T6" fmla="*/ 50 w 136"/>
                <a:gd name="T7" fmla="*/ 10 h 136"/>
                <a:gd name="T8" fmla="*/ 126 w 136"/>
                <a:gd name="T9" fmla="*/ 5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6" h="136">
                  <a:moveTo>
                    <a:pt x="126" y="50"/>
                  </a:moveTo>
                  <a:cubicBezTo>
                    <a:pt x="136" y="82"/>
                    <a:pt x="118" y="116"/>
                    <a:pt x="86" y="126"/>
                  </a:cubicBezTo>
                  <a:cubicBezTo>
                    <a:pt x="54" y="136"/>
                    <a:pt x="20" y="118"/>
                    <a:pt x="10" y="86"/>
                  </a:cubicBezTo>
                  <a:cubicBezTo>
                    <a:pt x="0" y="54"/>
                    <a:pt x="18" y="20"/>
                    <a:pt x="50" y="10"/>
                  </a:cubicBezTo>
                  <a:cubicBezTo>
                    <a:pt x="82" y="0"/>
                    <a:pt x="116" y="18"/>
                    <a:pt x="126" y="50"/>
                  </a:cubicBezTo>
                  <a:close/>
                </a:path>
              </a:pathLst>
            </a:custGeom>
            <a:solidFill>
              <a:srgbClr val="FD601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2" name="Freeform: Shape 1721">
              <a:extLst>
                <a:ext uri="{FF2B5EF4-FFF2-40B4-BE49-F238E27FC236}">
                  <a16:creationId xmlns:a16="http://schemas.microsoft.com/office/drawing/2014/main" id="{DB502B16-6BD0-4C0D-8A06-E514B6D3299B}"/>
                </a:ext>
              </a:extLst>
            </p:cNvPr>
            <p:cNvSpPr/>
            <p:nvPr/>
          </p:nvSpPr>
          <p:spPr bwMode="auto">
            <a:xfrm>
              <a:off x="3833813" y="1862138"/>
              <a:ext cx="263525" cy="268288"/>
            </a:xfrm>
            <a:custGeom>
              <a:avLst/>
              <a:gdLst>
                <a:gd name="T0" fmla="*/ 44 w 69"/>
                <a:gd name="T1" fmla="*/ 5 h 70"/>
                <a:gd name="T2" fmla="*/ 35 w 69"/>
                <a:gd name="T3" fmla="*/ 23 h 70"/>
                <a:gd name="T4" fmla="*/ 32 w 69"/>
                <a:gd name="T5" fmla="*/ 24 h 70"/>
                <a:gd name="T6" fmla="*/ 14 w 69"/>
                <a:gd name="T7" fmla="*/ 14 h 70"/>
                <a:gd name="T8" fmla="*/ 7 w 69"/>
                <a:gd name="T9" fmla="*/ 45 h 70"/>
                <a:gd name="T10" fmla="*/ 48 w 69"/>
                <a:gd name="T11" fmla="*/ 70 h 70"/>
                <a:gd name="T12" fmla="*/ 68 w 69"/>
                <a:gd name="T13" fmla="*/ 26 h 70"/>
                <a:gd name="T14" fmla="*/ 44 w 69"/>
                <a:gd name="T15" fmla="*/ 5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9" h="70">
                  <a:moveTo>
                    <a:pt x="44" y="5"/>
                  </a:moveTo>
                  <a:cubicBezTo>
                    <a:pt x="36" y="7"/>
                    <a:pt x="35" y="16"/>
                    <a:pt x="35" y="23"/>
                  </a:cubicBezTo>
                  <a:cubicBezTo>
                    <a:pt x="35" y="25"/>
                    <a:pt x="33" y="25"/>
                    <a:pt x="32" y="24"/>
                  </a:cubicBezTo>
                  <a:cubicBezTo>
                    <a:pt x="29" y="18"/>
                    <a:pt x="22" y="12"/>
                    <a:pt x="14" y="14"/>
                  </a:cubicBezTo>
                  <a:cubicBezTo>
                    <a:pt x="0" y="19"/>
                    <a:pt x="0" y="36"/>
                    <a:pt x="7" y="45"/>
                  </a:cubicBezTo>
                  <a:cubicBezTo>
                    <a:pt x="13" y="54"/>
                    <a:pt x="48" y="70"/>
                    <a:pt x="48" y="70"/>
                  </a:cubicBezTo>
                  <a:cubicBezTo>
                    <a:pt x="48" y="70"/>
                    <a:pt x="67" y="37"/>
                    <a:pt x="68" y="26"/>
                  </a:cubicBezTo>
                  <a:cubicBezTo>
                    <a:pt x="69" y="15"/>
                    <a:pt x="59" y="0"/>
                    <a:pt x="44" y="5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3" name="Freeform: Shape 1722">
              <a:extLst>
                <a:ext uri="{FF2B5EF4-FFF2-40B4-BE49-F238E27FC236}">
                  <a16:creationId xmlns:a16="http://schemas.microsoft.com/office/drawing/2014/main" id="{E6150DA2-923C-4314-B2D2-2BC46951EF3E}"/>
                </a:ext>
              </a:extLst>
            </p:cNvPr>
            <p:cNvSpPr/>
            <p:nvPr/>
          </p:nvSpPr>
          <p:spPr bwMode="auto">
            <a:xfrm>
              <a:off x="4551363" y="1239838"/>
              <a:ext cx="1638300" cy="355600"/>
            </a:xfrm>
            <a:custGeom>
              <a:avLst/>
              <a:gdLst>
                <a:gd name="T0" fmla="*/ 409 w 429"/>
                <a:gd name="T1" fmla="*/ 91 h 93"/>
                <a:gd name="T2" fmla="*/ 25 w 429"/>
                <a:gd name="T3" fmla="*/ 93 h 93"/>
                <a:gd name="T4" fmla="*/ 2 w 429"/>
                <a:gd name="T5" fmla="*/ 69 h 93"/>
                <a:gd name="T6" fmla="*/ 1 w 429"/>
                <a:gd name="T7" fmla="*/ 30 h 93"/>
                <a:gd name="T8" fmla="*/ 29 w 429"/>
                <a:gd name="T9" fmla="*/ 0 h 93"/>
                <a:gd name="T10" fmla="*/ 410 w 429"/>
                <a:gd name="T11" fmla="*/ 0 h 93"/>
                <a:gd name="T12" fmla="*/ 429 w 429"/>
                <a:gd name="T13" fmla="*/ 19 h 93"/>
                <a:gd name="T14" fmla="*/ 428 w 429"/>
                <a:gd name="T15" fmla="*/ 71 h 93"/>
                <a:gd name="T16" fmla="*/ 409 w 429"/>
                <a:gd name="T17" fmla="*/ 91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9" h="93">
                  <a:moveTo>
                    <a:pt x="409" y="91"/>
                  </a:moveTo>
                  <a:cubicBezTo>
                    <a:pt x="25" y="93"/>
                    <a:pt x="25" y="93"/>
                    <a:pt x="25" y="93"/>
                  </a:cubicBezTo>
                  <a:cubicBezTo>
                    <a:pt x="12" y="93"/>
                    <a:pt x="2" y="82"/>
                    <a:pt x="2" y="69"/>
                  </a:cubicBezTo>
                  <a:cubicBezTo>
                    <a:pt x="1" y="30"/>
                    <a:pt x="1" y="30"/>
                    <a:pt x="1" y="30"/>
                  </a:cubicBezTo>
                  <a:cubicBezTo>
                    <a:pt x="0" y="14"/>
                    <a:pt x="13" y="0"/>
                    <a:pt x="29" y="0"/>
                  </a:cubicBezTo>
                  <a:cubicBezTo>
                    <a:pt x="410" y="0"/>
                    <a:pt x="410" y="0"/>
                    <a:pt x="410" y="0"/>
                  </a:cubicBezTo>
                  <a:cubicBezTo>
                    <a:pt x="421" y="0"/>
                    <a:pt x="429" y="8"/>
                    <a:pt x="429" y="19"/>
                  </a:cubicBezTo>
                  <a:cubicBezTo>
                    <a:pt x="428" y="71"/>
                    <a:pt x="428" y="71"/>
                    <a:pt x="428" y="71"/>
                  </a:cubicBezTo>
                  <a:cubicBezTo>
                    <a:pt x="428" y="82"/>
                    <a:pt x="420" y="91"/>
                    <a:pt x="409" y="91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4" name="Freeform: Shape 1723">
              <a:extLst>
                <a:ext uri="{FF2B5EF4-FFF2-40B4-BE49-F238E27FC236}">
                  <a16:creationId xmlns:a16="http://schemas.microsoft.com/office/drawing/2014/main" id="{6420D407-C202-4B17-AB98-CFACFEACA77B}"/>
                </a:ext>
              </a:extLst>
            </p:cNvPr>
            <p:cNvSpPr/>
            <p:nvPr/>
          </p:nvSpPr>
          <p:spPr bwMode="auto">
            <a:xfrm>
              <a:off x="5972176" y="1573213"/>
              <a:ext cx="130175" cy="144463"/>
            </a:xfrm>
            <a:custGeom>
              <a:avLst/>
              <a:gdLst>
                <a:gd name="T0" fmla="*/ 0 w 34"/>
                <a:gd name="T1" fmla="*/ 0 h 38"/>
                <a:gd name="T2" fmla="*/ 32 w 34"/>
                <a:gd name="T3" fmla="*/ 38 h 38"/>
                <a:gd name="T4" fmla="*/ 34 w 34"/>
                <a:gd name="T5" fmla="*/ 1 h 38"/>
                <a:gd name="T6" fmla="*/ 0 w 34"/>
                <a:gd name="T7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38">
                  <a:moveTo>
                    <a:pt x="0" y="0"/>
                  </a:moveTo>
                  <a:cubicBezTo>
                    <a:pt x="0" y="0"/>
                    <a:pt x="32" y="38"/>
                    <a:pt x="32" y="38"/>
                  </a:cubicBezTo>
                  <a:cubicBezTo>
                    <a:pt x="32" y="38"/>
                    <a:pt x="34" y="1"/>
                    <a:pt x="34" y="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5" name="Freeform: Shape 1724">
              <a:extLst>
                <a:ext uri="{FF2B5EF4-FFF2-40B4-BE49-F238E27FC236}">
                  <a16:creationId xmlns:a16="http://schemas.microsoft.com/office/drawing/2014/main" id="{91D424C6-0ACF-4451-A336-71789122E12A}"/>
                </a:ext>
              </a:extLst>
            </p:cNvPr>
            <p:cNvSpPr/>
            <p:nvPr/>
          </p:nvSpPr>
          <p:spPr bwMode="auto">
            <a:xfrm>
              <a:off x="4665663" y="1347788"/>
              <a:ext cx="1393825" cy="52388"/>
            </a:xfrm>
            <a:custGeom>
              <a:avLst/>
              <a:gdLst>
                <a:gd name="T0" fmla="*/ 364 w 365"/>
                <a:gd name="T1" fmla="*/ 5 h 14"/>
                <a:gd name="T2" fmla="*/ 358 w 365"/>
                <a:gd name="T3" fmla="*/ 13 h 14"/>
                <a:gd name="T4" fmla="*/ 353 w 365"/>
                <a:gd name="T5" fmla="*/ 13 h 14"/>
                <a:gd name="T6" fmla="*/ 5 w 365"/>
                <a:gd name="T7" fmla="*/ 14 h 14"/>
                <a:gd name="T8" fmla="*/ 0 w 365"/>
                <a:gd name="T9" fmla="*/ 9 h 14"/>
                <a:gd name="T10" fmla="*/ 5 w 365"/>
                <a:gd name="T11" fmla="*/ 3 h 14"/>
                <a:gd name="T12" fmla="*/ 352 w 365"/>
                <a:gd name="T13" fmla="*/ 0 h 14"/>
                <a:gd name="T14" fmla="*/ 364 w 365"/>
                <a:gd name="T15" fmla="*/ 5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65" h="14">
                  <a:moveTo>
                    <a:pt x="364" y="5"/>
                  </a:moveTo>
                  <a:cubicBezTo>
                    <a:pt x="365" y="9"/>
                    <a:pt x="362" y="13"/>
                    <a:pt x="358" y="13"/>
                  </a:cubicBezTo>
                  <a:cubicBezTo>
                    <a:pt x="353" y="13"/>
                    <a:pt x="353" y="13"/>
                    <a:pt x="353" y="13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2" y="14"/>
                    <a:pt x="0" y="12"/>
                    <a:pt x="0" y="9"/>
                  </a:cubicBezTo>
                  <a:cubicBezTo>
                    <a:pt x="0" y="6"/>
                    <a:pt x="2" y="3"/>
                    <a:pt x="5" y="3"/>
                  </a:cubicBezTo>
                  <a:cubicBezTo>
                    <a:pt x="352" y="0"/>
                    <a:pt x="352" y="0"/>
                    <a:pt x="352" y="0"/>
                  </a:cubicBezTo>
                  <a:cubicBezTo>
                    <a:pt x="360" y="0"/>
                    <a:pt x="363" y="2"/>
                    <a:pt x="364" y="5"/>
                  </a:cubicBezTo>
                  <a:close/>
                </a:path>
              </a:pathLst>
            </a:custGeom>
            <a:solidFill>
              <a:srgbClr val="F1F1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6" name="Freeform: Shape 1725">
              <a:extLst>
                <a:ext uri="{FF2B5EF4-FFF2-40B4-BE49-F238E27FC236}">
                  <a16:creationId xmlns:a16="http://schemas.microsoft.com/office/drawing/2014/main" id="{2EB43273-58A7-485F-B198-4099208FE3C2}"/>
                </a:ext>
              </a:extLst>
            </p:cNvPr>
            <p:cNvSpPr/>
            <p:nvPr/>
          </p:nvSpPr>
          <p:spPr bwMode="auto">
            <a:xfrm>
              <a:off x="4665663" y="1446213"/>
              <a:ext cx="588963" cy="46038"/>
            </a:xfrm>
            <a:custGeom>
              <a:avLst/>
              <a:gdLst>
                <a:gd name="T0" fmla="*/ 0 w 154"/>
                <a:gd name="T1" fmla="*/ 7 h 12"/>
                <a:gd name="T2" fmla="*/ 0 w 154"/>
                <a:gd name="T3" fmla="*/ 7 h 12"/>
                <a:gd name="T4" fmla="*/ 5 w 154"/>
                <a:gd name="T5" fmla="*/ 12 h 12"/>
                <a:gd name="T6" fmla="*/ 149 w 154"/>
                <a:gd name="T7" fmla="*/ 10 h 12"/>
                <a:gd name="T8" fmla="*/ 154 w 154"/>
                <a:gd name="T9" fmla="*/ 5 h 12"/>
                <a:gd name="T10" fmla="*/ 149 w 154"/>
                <a:gd name="T11" fmla="*/ 0 h 12"/>
                <a:gd name="T12" fmla="*/ 5 w 154"/>
                <a:gd name="T13" fmla="*/ 2 h 12"/>
                <a:gd name="T14" fmla="*/ 0 w 154"/>
                <a:gd name="T15" fmla="*/ 7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4" h="12">
                  <a:moveTo>
                    <a:pt x="0" y="7"/>
                  </a:moveTo>
                  <a:cubicBezTo>
                    <a:pt x="0" y="7"/>
                    <a:pt x="0" y="7"/>
                    <a:pt x="0" y="7"/>
                  </a:cubicBezTo>
                  <a:cubicBezTo>
                    <a:pt x="0" y="10"/>
                    <a:pt x="2" y="12"/>
                    <a:pt x="5" y="12"/>
                  </a:cubicBezTo>
                  <a:cubicBezTo>
                    <a:pt x="149" y="10"/>
                    <a:pt x="149" y="10"/>
                    <a:pt x="149" y="10"/>
                  </a:cubicBezTo>
                  <a:cubicBezTo>
                    <a:pt x="152" y="10"/>
                    <a:pt x="154" y="8"/>
                    <a:pt x="154" y="5"/>
                  </a:cubicBezTo>
                  <a:cubicBezTo>
                    <a:pt x="154" y="2"/>
                    <a:pt x="152" y="0"/>
                    <a:pt x="149" y="0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2" y="2"/>
                    <a:pt x="0" y="4"/>
                    <a:pt x="0" y="7"/>
                  </a:cubicBezTo>
                  <a:close/>
                </a:path>
              </a:pathLst>
            </a:custGeom>
            <a:solidFill>
              <a:srgbClr val="F1F1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7" name="Freeform: Shape 1726">
              <a:extLst>
                <a:ext uri="{FF2B5EF4-FFF2-40B4-BE49-F238E27FC236}">
                  <a16:creationId xmlns:a16="http://schemas.microsoft.com/office/drawing/2014/main" id="{53B8943F-BDDA-4A19-9C19-22E402D9C354}"/>
                </a:ext>
              </a:extLst>
            </p:cNvPr>
            <p:cNvSpPr/>
            <p:nvPr/>
          </p:nvSpPr>
          <p:spPr bwMode="auto">
            <a:xfrm>
              <a:off x="8032751" y="1381126"/>
              <a:ext cx="493713" cy="492125"/>
            </a:xfrm>
            <a:custGeom>
              <a:avLst/>
              <a:gdLst>
                <a:gd name="T0" fmla="*/ 125 w 129"/>
                <a:gd name="T1" fmla="*/ 71 h 129"/>
                <a:gd name="T2" fmla="*/ 58 w 129"/>
                <a:gd name="T3" fmla="*/ 125 h 129"/>
                <a:gd name="T4" fmla="*/ 4 w 129"/>
                <a:gd name="T5" fmla="*/ 58 h 129"/>
                <a:gd name="T6" fmla="*/ 71 w 129"/>
                <a:gd name="T7" fmla="*/ 4 h 129"/>
                <a:gd name="T8" fmla="*/ 125 w 129"/>
                <a:gd name="T9" fmla="*/ 71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129">
                  <a:moveTo>
                    <a:pt x="125" y="71"/>
                  </a:moveTo>
                  <a:cubicBezTo>
                    <a:pt x="122" y="105"/>
                    <a:pt x="92" y="129"/>
                    <a:pt x="58" y="125"/>
                  </a:cubicBezTo>
                  <a:cubicBezTo>
                    <a:pt x="24" y="122"/>
                    <a:pt x="0" y="92"/>
                    <a:pt x="4" y="58"/>
                  </a:cubicBezTo>
                  <a:cubicBezTo>
                    <a:pt x="7" y="24"/>
                    <a:pt x="38" y="0"/>
                    <a:pt x="71" y="4"/>
                  </a:cubicBezTo>
                  <a:cubicBezTo>
                    <a:pt x="105" y="8"/>
                    <a:pt x="129" y="38"/>
                    <a:pt x="125" y="71"/>
                  </a:cubicBez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8" name="Freeform: Shape 1727">
              <a:extLst>
                <a:ext uri="{FF2B5EF4-FFF2-40B4-BE49-F238E27FC236}">
                  <a16:creationId xmlns:a16="http://schemas.microsoft.com/office/drawing/2014/main" id="{419E0A3F-56A2-4BE2-90B5-2BE093D32193}"/>
                </a:ext>
              </a:extLst>
            </p:cNvPr>
            <p:cNvSpPr/>
            <p:nvPr/>
          </p:nvSpPr>
          <p:spPr bwMode="auto">
            <a:xfrm>
              <a:off x="8140701" y="1492251"/>
              <a:ext cx="277813" cy="274638"/>
            </a:xfrm>
            <a:custGeom>
              <a:avLst/>
              <a:gdLst>
                <a:gd name="T0" fmla="*/ 72 w 73"/>
                <a:gd name="T1" fmla="*/ 36 h 72"/>
                <a:gd name="T2" fmla="*/ 69 w 73"/>
                <a:gd name="T3" fmla="*/ 47 h 72"/>
                <a:gd name="T4" fmla="*/ 63 w 73"/>
                <a:gd name="T5" fmla="*/ 54 h 72"/>
                <a:gd name="T6" fmla="*/ 54 w 73"/>
                <a:gd name="T7" fmla="*/ 56 h 72"/>
                <a:gd name="T8" fmla="*/ 48 w 73"/>
                <a:gd name="T9" fmla="*/ 54 h 72"/>
                <a:gd name="T10" fmla="*/ 45 w 73"/>
                <a:gd name="T11" fmla="*/ 50 h 72"/>
                <a:gd name="T12" fmla="*/ 45 w 73"/>
                <a:gd name="T13" fmla="*/ 50 h 72"/>
                <a:gd name="T14" fmla="*/ 32 w 73"/>
                <a:gd name="T15" fmla="*/ 54 h 72"/>
                <a:gd name="T16" fmla="*/ 20 w 73"/>
                <a:gd name="T17" fmla="*/ 48 h 72"/>
                <a:gd name="T18" fmla="*/ 17 w 73"/>
                <a:gd name="T19" fmla="*/ 35 h 72"/>
                <a:gd name="T20" fmla="*/ 25 w 73"/>
                <a:gd name="T21" fmla="*/ 21 h 72"/>
                <a:gd name="T22" fmla="*/ 41 w 73"/>
                <a:gd name="T23" fmla="*/ 17 h 72"/>
                <a:gd name="T24" fmla="*/ 49 w 73"/>
                <a:gd name="T25" fmla="*/ 19 h 72"/>
                <a:gd name="T26" fmla="*/ 56 w 73"/>
                <a:gd name="T27" fmla="*/ 21 h 72"/>
                <a:gd name="T28" fmla="*/ 53 w 73"/>
                <a:gd name="T29" fmla="*/ 42 h 72"/>
                <a:gd name="T30" fmla="*/ 55 w 73"/>
                <a:gd name="T31" fmla="*/ 49 h 72"/>
                <a:gd name="T32" fmla="*/ 60 w 73"/>
                <a:gd name="T33" fmla="*/ 45 h 72"/>
                <a:gd name="T34" fmla="*/ 63 w 73"/>
                <a:gd name="T35" fmla="*/ 35 h 72"/>
                <a:gd name="T36" fmla="*/ 61 w 73"/>
                <a:gd name="T37" fmla="*/ 22 h 72"/>
                <a:gd name="T38" fmla="*/ 54 w 73"/>
                <a:gd name="T39" fmla="*/ 13 h 72"/>
                <a:gd name="T40" fmla="*/ 42 w 73"/>
                <a:gd name="T41" fmla="*/ 9 h 72"/>
                <a:gd name="T42" fmla="*/ 27 w 73"/>
                <a:gd name="T43" fmla="*/ 11 h 72"/>
                <a:gd name="T44" fmla="*/ 16 w 73"/>
                <a:gd name="T45" fmla="*/ 20 h 72"/>
                <a:gd name="T46" fmla="*/ 10 w 73"/>
                <a:gd name="T47" fmla="*/ 35 h 72"/>
                <a:gd name="T48" fmla="*/ 15 w 73"/>
                <a:gd name="T49" fmla="*/ 54 h 72"/>
                <a:gd name="T50" fmla="*/ 33 w 73"/>
                <a:gd name="T51" fmla="*/ 63 h 72"/>
                <a:gd name="T52" fmla="*/ 43 w 73"/>
                <a:gd name="T53" fmla="*/ 63 h 72"/>
                <a:gd name="T54" fmla="*/ 54 w 73"/>
                <a:gd name="T55" fmla="*/ 61 h 72"/>
                <a:gd name="T56" fmla="*/ 53 w 73"/>
                <a:gd name="T57" fmla="*/ 69 h 72"/>
                <a:gd name="T58" fmla="*/ 32 w 73"/>
                <a:gd name="T59" fmla="*/ 71 h 72"/>
                <a:gd name="T60" fmla="*/ 7 w 73"/>
                <a:gd name="T61" fmla="*/ 60 h 72"/>
                <a:gd name="T62" fmla="*/ 1 w 73"/>
                <a:gd name="T63" fmla="*/ 34 h 72"/>
                <a:gd name="T64" fmla="*/ 8 w 73"/>
                <a:gd name="T65" fmla="*/ 16 h 72"/>
                <a:gd name="T66" fmla="*/ 23 w 73"/>
                <a:gd name="T67" fmla="*/ 3 h 72"/>
                <a:gd name="T68" fmla="*/ 43 w 73"/>
                <a:gd name="T69" fmla="*/ 0 h 72"/>
                <a:gd name="T70" fmla="*/ 60 w 73"/>
                <a:gd name="T71" fmla="*/ 6 h 72"/>
                <a:gd name="T72" fmla="*/ 70 w 73"/>
                <a:gd name="T73" fmla="*/ 19 h 72"/>
                <a:gd name="T74" fmla="*/ 72 w 73"/>
                <a:gd name="T75" fmla="*/ 36 h 72"/>
                <a:gd name="T76" fmla="*/ 27 w 73"/>
                <a:gd name="T77" fmla="*/ 36 h 72"/>
                <a:gd name="T78" fmla="*/ 34 w 73"/>
                <a:gd name="T79" fmla="*/ 46 h 72"/>
                <a:gd name="T80" fmla="*/ 40 w 73"/>
                <a:gd name="T81" fmla="*/ 44 h 72"/>
                <a:gd name="T82" fmla="*/ 44 w 73"/>
                <a:gd name="T83" fmla="*/ 35 h 72"/>
                <a:gd name="T84" fmla="*/ 45 w 73"/>
                <a:gd name="T85" fmla="*/ 26 h 72"/>
                <a:gd name="T86" fmla="*/ 40 w 73"/>
                <a:gd name="T87" fmla="*/ 25 h 72"/>
                <a:gd name="T88" fmla="*/ 31 w 73"/>
                <a:gd name="T89" fmla="*/ 27 h 72"/>
                <a:gd name="T90" fmla="*/ 27 w 73"/>
                <a:gd name="T91" fmla="*/ 3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73" h="72">
                  <a:moveTo>
                    <a:pt x="72" y="36"/>
                  </a:moveTo>
                  <a:cubicBezTo>
                    <a:pt x="72" y="40"/>
                    <a:pt x="71" y="44"/>
                    <a:pt x="69" y="47"/>
                  </a:cubicBezTo>
                  <a:cubicBezTo>
                    <a:pt x="68" y="50"/>
                    <a:pt x="65" y="53"/>
                    <a:pt x="63" y="54"/>
                  </a:cubicBezTo>
                  <a:cubicBezTo>
                    <a:pt x="60" y="56"/>
                    <a:pt x="57" y="57"/>
                    <a:pt x="54" y="56"/>
                  </a:cubicBezTo>
                  <a:cubicBezTo>
                    <a:pt x="52" y="56"/>
                    <a:pt x="50" y="56"/>
                    <a:pt x="48" y="54"/>
                  </a:cubicBezTo>
                  <a:cubicBezTo>
                    <a:pt x="47" y="53"/>
                    <a:pt x="46" y="52"/>
                    <a:pt x="45" y="50"/>
                  </a:cubicBezTo>
                  <a:cubicBezTo>
                    <a:pt x="45" y="50"/>
                    <a:pt x="45" y="50"/>
                    <a:pt x="45" y="50"/>
                  </a:cubicBezTo>
                  <a:cubicBezTo>
                    <a:pt x="41" y="53"/>
                    <a:pt x="37" y="55"/>
                    <a:pt x="32" y="54"/>
                  </a:cubicBezTo>
                  <a:cubicBezTo>
                    <a:pt x="27" y="54"/>
                    <a:pt x="23" y="52"/>
                    <a:pt x="20" y="48"/>
                  </a:cubicBezTo>
                  <a:cubicBezTo>
                    <a:pt x="18" y="45"/>
                    <a:pt x="17" y="40"/>
                    <a:pt x="17" y="35"/>
                  </a:cubicBezTo>
                  <a:cubicBezTo>
                    <a:pt x="18" y="29"/>
                    <a:pt x="20" y="24"/>
                    <a:pt x="25" y="21"/>
                  </a:cubicBezTo>
                  <a:cubicBezTo>
                    <a:pt x="29" y="18"/>
                    <a:pt x="34" y="16"/>
                    <a:pt x="41" y="17"/>
                  </a:cubicBezTo>
                  <a:cubicBezTo>
                    <a:pt x="43" y="17"/>
                    <a:pt x="46" y="18"/>
                    <a:pt x="49" y="19"/>
                  </a:cubicBezTo>
                  <a:cubicBezTo>
                    <a:pt x="52" y="19"/>
                    <a:pt x="54" y="20"/>
                    <a:pt x="56" y="21"/>
                  </a:cubicBezTo>
                  <a:cubicBezTo>
                    <a:pt x="53" y="42"/>
                    <a:pt x="53" y="42"/>
                    <a:pt x="53" y="42"/>
                  </a:cubicBezTo>
                  <a:cubicBezTo>
                    <a:pt x="52" y="46"/>
                    <a:pt x="53" y="48"/>
                    <a:pt x="55" y="49"/>
                  </a:cubicBezTo>
                  <a:cubicBezTo>
                    <a:pt x="57" y="49"/>
                    <a:pt x="59" y="48"/>
                    <a:pt x="60" y="45"/>
                  </a:cubicBezTo>
                  <a:cubicBezTo>
                    <a:pt x="62" y="42"/>
                    <a:pt x="62" y="39"/>
                    <a:pt x="63" y="35"/>
                  </a:cubicBezTo>
                  <a:cubicBezTo>
                    <a:pt x="63" y="30"/>
                    <a:pt x="63" y="26"/>
                    <a:pt x="61" y="22"/>
                  </a:cubicBezTo>
                  <a:cubicBezTo>
                    <a:pt x="60" y="18"/>
                    <a:pt x="57" y="15"/>
                    <a:pt x="54" y="13"/>
                  </a:cubicBezTo>
                  <a:cubicBezTo>
                    <a:pt x="51" y="11"/>
                    <a:pt x="47" y="9"/>
                    <a:pt x="42" y="9"/>
                  </a:cubicBezTo>
                  <a:cubicBezTo>
                    <a:pt x="37" y="8"/>
                    <a:pt x="31" y="9"/>
                    <a:pt x="27" y="11"/>
                  </a:cubicBezTo>
                  <a:cubicBezTo>
                    <a:pt x="22" y="13"/>
                    <a:pt x="18" y="16"/>
                    <a:pt x="16" y="20"/>
                  </a:cubicBezTo>
                  <a:cubicBezTo>
                    <a:pt x="13" y="24"/>
                    <a:pt x="11" y="29"/>
                    <a:pt x="10" y="35"/>
                  </a:cubicBezTo>
                  <a:cubicBezTo>
                    <a:pt x="10" y="43"/>
                    <a:pt x="11" y="50"/>
                    <a:pt x="15" y="54"/>
                  </a:cubicBezTo>
                  <a:cubicBezTo>
                    <a:pt x="19" y="59"/>
                    <a:pt x="25" y="62"/>
                    <a:pt x="33" y="63"/>
                  </a:cubicBezTo>
                  <a:cubicBezTo>
                    <a:pt x="36" y="63"/>
                    <a:pt x="39" y="63"/>
                    <a:pt x="43" y="63"/>
                  </a:cubicBezTo>
                  <a:cubicBezTo>
                    <a:pt x="47" y="63"/>
                    <a:pt x="50" y="62"/>
                    <a:pt x="54" y="61"/>
                  </a:cubicBezTo>
                  <a:cubicBezTo>
                    <a:pt x="53" y="69"/>
                    <a:pt x="53" y="69"/>
                    <a:pt x="53" y="69"/>
                  </a:cubicBezTo>
                  <a:cubicBezTo>
                    <a:pt x="47" y="71"/>
                    <a:pt x="40" y="72"/>
                    <a:pt x="32" y="71"/>
                  </a:cubicBezTo>
                  <a:cubicBezTo>
                    <a:pt x="21" y="70"/>
                    <a:pt x="13" y="66"/>
                    <a:pt x="7" y="60"/>
                  </a:cubicBezTo>
                  <a:cubicBezTo>
                    <a:pt x="2" y="53"/>
                    <a:pt x="0" y="45"/>
                    <a:pt x="1" y="34"/>
                  </a:cubicBezTo>
                  <a:cubicBezTo>
                    <a:pt x="2" y="27"/>
                    <a:pt x="4" y="21"/>
                    <a:pt x="8" y="16"/>
                  </a:cubicBezTo>
                  <a:cubicBezTo>
                    <a:pt x="11" y="10"/>
                    <a:pt x="16" y="6"/>
                    <a:pt x="23" y="3"/>
                  </a:cubicBezTo>
                  <a:cubicBezTo>
                    <a:pt x="29" y="1"/>
                    <a:pt x="36" y="0"/>
                    <a:pt x="43" y="0"/>
                  </a:cubicBezTo>
                  <a:cubicBezTo>
                    <a:pt x="50" y="1"/>
                    <a:pt x="55" y="3"/>
                    <a:pt x="60" y="6"/>
                  </a:cubicBezTo>
                  <a:cubicBezTo>
                    <a:pt x="65" y="9"/>
                    <a:pt x="68" y="14"/>
                    <a:pt x="70" y="19"/>
                  </a:cubicBezTo>
                  <a:cubicBezTo>
                    <a:pt x="72" y="24"/>
                    <a:pt x="73" y="29"/>
                    <a:pt x="72" y="36"/>
                  </a:cubicBezTo>
                  <a:close/>
                  <a:moveTo>
                    <a:pt x="27" y="36"/>
                  </a:moveTo>
                  <a:cubicBezTo>
                    <a:pt x="27" y="42"/>
                    <a:pt x="29" y="46"/>
                    <a:pt x="34" y="46"/>
                  </a:cubicBezTo>
                  <a:cubicBezTo>
                    <a:pt x="36" y="47"/>
                    <a:pt x="39" y="46"/>
                    <a:pt x="40" y="44"/>
                  </a:cubicBezTo>
                  <a:cubicBezTo>
                    <a:pt x="42" y="42"/>
                    <a:pt x="43" y="40"/>
                    <a:pt x="44" y="35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4" y="25"/>
                    <a:pt x="42" y="25"/>
                    <a:pt x="40" y="25"/>
                  </a:cubicBezTo>
                  <a:cubicBezTo>
                    <a:pt x="37" y="25"/>
                    <a:pt x="34" y="25"/>
                    <a:pt x="31" y="27"/>
                  </a:cubicBezTo>
                  <a:cubicBezTo>
                    <a:pt x="29" y="29"/>
                    <a:pt x="28" y="32"/>
                    <a:pt x="27" y="3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9" name="Freeform: Shape 1728">
              <a:extLst>
                <a:ext uri="{FF2B5EF4-FFF2-40B4-BE49-F238E27FC236}">
                  <a16:creationId xmlns:a16="http://schemas.microsoft.com/office/drawing/2014/main" id="{E05739F9-F22A-4A6A-8FDA-194F6253467D}"/>
                </a:ext>
              </a:extLst>
            </p:cNvPr>
            <p:cNvSpPr/>
            <p:nvPr/>
          </p:nvSpPr>
          <p:spPr bwMode="auto">
            <a:xfrm>
              <a:off x="6961188" y="1554163"/>
              <a:ext cx="603250" cy="361950"/>
            </a:xfrm>
            <a:custGeom>
              <a:avLst/>
              <a:gdLst>
                <a:gd name="T0" fmla="*/ 102 w 158"/>
                <a:gd name="T1" fmla="*/ 94 h 95"/>
                <a:gd name="T2" fmla="*/ 44 w 158"/>
                <a:gd name="T3" fmla="*/ 92 h 95"/>
                <a:gd name="T4" fmla="*/ 1 w 158"/>
                <a:gd name="T5" fmla="*/ 46 h 95"/>
                <a:gd name="T6" fmla="*/ 51 w 158"/>
                <a:gd name="T7" fmla="*/ 2 h 95"/>
                <a:gd name="T8" fmla="*/ 123 w 158"/>
                <a:gd name="T9" fmla="*/ 6 h 95"/>
                <a:gd name="T10" fmla="*/ 156 w 158"/>
                <a:gd name="T11" fmla="*/ 45 h 95"/>
                <a:gd name="T12" fmla="*/ 102 w 158"/>
                <a:gd name="T13" fmla="*/ 94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8" h="95">
                  <a:moveTo>
                    <a:pt x="102" y="94"/>
                  </a:moveTo>
                  <a:cubicBezTo>
                    <a:pt x="44" y="92"/>
                    <a:pt x="44" y="92"/>
                    <a:pt x="44" y="92"/>
                  </a:cubicBezTo>
                  <a:cubicBezTo>
                    <a:pt x="19" y="92"/>
                    <a:pt x="0" y="71"/>
                    <a:pt x="1" y="46"/>
                  </a:cubicBezTo>
                  <a:cubicBezTo>
                    <a:pt x="3" y="20"/>
                    <a:pt x="25" y="0"/>
                    <a:pt x="51" y="2"/>
                  </a:cubicBezTo>
                  <a:cubicBezTo>
                    <a:pt x="123" y="6"/>
                    <a:pt x="123" y="6"/>
                    <a:pt x="123" y="6"/>
                  </a:cubicBezTo>
                  <a:cubicBezTo>
                    <a:pt x="143" y="7"/>
                    <a:pt x="158" y="25"/>
                    <a:pt x="156" y="45"/>
                  </a:cubicBezTo>
                  <a:cubicBezTo>
                    <a:pt x="154" y="73"/>
                    <a:pt x="130" y="95"/>
                    <a:pt x="102" y="94"/>
                  </a:cubicBez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0" name="Freeform: Shape 1729">
              <a:extLst>
                <a:ext uri="{FF2B5EF4-FFF2-40B4-BE49-F238E27FC236}">
                  <a16:creationId xmlns:a16="http://schemas.microsoft.com/office/drawing/2014/main" id="{89EE9249-40E7-44A8-96E3-C0CF11002A52}"/>
                </a:ext>
              </a:extLst>
            </p:cNvPr>
            <p:cNvSpPr/>
            <p:nvPr/>
          </p:nvSpPr>
          <p:spPr bwMode="auto">
            <a:xfrm>
              <a:off x="6994526" y="1885951"/>
              <a:ext cx="225425" cy="141288"/>
            </a:xfrm>
            <a:custGeom>
              <a:avLst/>
              <a:gdLst>
                <a:gd name="T0" fmla="*/ 44 w 142"/>
                <a:gd name="T1" fmla="*/ 0 h 89"/>
                <a:gd name="T2" fmla="*/ 0 w 142"/>
                <a:gd name="T3" fmla="*/ 89 h 89"/>
                <a:gd name="T4" fmla="*/ 142 w 142"/>
                <a:gd name="T5" fmla="*/ 0 h 89"/>
                <a:gd name="T6" fmla="*/ 44 w 142"/>
                <a:gd name="T7" fmla="*/ 0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2" h="89">
                  <a:moveTo>
                    <a:pt x="44" y="0"/>
                  </a:moveTo>
                  <a:lnTo>
                    <a:pt x="0" y="89"/>
                  </a:lnTo>
                  <a:lnTo>
                    <a:pt x="142" y="0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1" name="Oval 1730">
              <a:extLst>
                <a:ext uri="{FF2B5EF4-FFF2-40B4-BE49-F238E27FC236}">
                  <a16:creationId xmlns:a16="http://schemas.microsoft.com/office/drawing/2014/main" id="{998D47D0-E300-4B9E-A5F1-75CBEA481819}"/>
                </a:ext>
              </a:extLst>
            </p:cNvPr>
            <p:cNvSpPr/>
            <p:nvPr/>
          </p:nvSpPr>
          <p:spPr bwMode="auto">
            <a:xfrm>
              <a:off x="7235826" y="1690688"/>
              <a:ext cx="79375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2" name="Oval 1731">
              <a:extLst>
                <a:ext uri="{FF2B5EF4-FFF2-40B4-BE49-F238E27FC236}">
                  <a16:creationId xmlns:a16="http://schemas.microsoft.com/office/drawing/2014/main" id="{05A66E4E-9388-459B-B649-616B859399B9}"/>
                </a:ext>
              </a:extLst>
            </p:cNvPr>
            <p:cNvSpPr/>
            <p:nvPr/>
          </p:nvSpPr>
          <p:spPr bwMode="auto">
            <a:xfrm>
              <a:off x="7089776" y="1690688"/>
              <a:ext cx="80963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3" name="Oval 1732">
              <a:extLst>
                <a:ext uri="{FF2B5EF4-FFF2-40B4-BE49-F238E27FC236}">
                  <a16:creationId xmlns:a16="http://schemas.microsoft.com/office/drawing/2014/main" id="{6B753212-2324-40ED-82B8-88F2AFECF78F}"/>
                </a:ext>
              </a:extLst>
            </p:cNvPr>
            <p:cNvSpPr/>
            <p:nvPr/>
          </p:nvSpPr>
          <p:spPr bwMode="auto">
            <a:xfrm>
              <a:off x="7380288" y="1690688"/>
              <a:ext cx="76200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4" name="Freeform: Shape 1733">
              <a:extLst>
                <a:ext uri="{FF2B5EF4-FFF2-40B4-BE49-F238E27FC236}">
                  <a16:creationId xmlns:a16="http://schemas.microsoft.com/office/drawing/2014/main" id="{DACE6437-C771-4B5D-B309-50B96173331E}"/>
                </a:ext>
              </a:extLst>
            </p:cNvPr>
            <p:cNvSpPr/>
            <p:nvPr/>
          </p:nvSpPr>
          <p:spPr bwMode="auto">
            <a:xfrm>
              <a:off x="4287838" y="2179638"/>
              <a:ext cx="3890963" cy="2762250"/>
            </a:xfrm>
            <a:custGeom>
              <a:avLst/>
              <a:gdLst>
                <a:gd name="T0" fmla="*/ 974 w 1019"/>
                <a:gd name="T1" fmla="*/ 724 h 724"/>
                <a:gd name="T2" fmla="*/ 46 w 1019"/>
                <a:gd name="T3" fmla="*/ 724 h 724"/>
                <a:gd name="T4" fmla="*/ 0 w 1019"/>
                <a:gd name="T5" fmla="*/ 679 h 724"/>
                <a:gd name="T6" fmla="*/ 0 w 1019"/>
                <a:gd name="T7" fmla="*/ 46 h 724"/>
                <a:gd name="T8" fmla="*/ 46 w 1019"/>
                <a:gd name="T9" fmla="*/ 0 h 724"/>
                <a:gd name="T10" fmla="*/ 974 w 1019"/>
                <a:gd name="T11" fmla="*/ 0 h 724"/>
                <a:gd name="T12" fmla="*/ 1019 w 1019"/>
                <a:gd name="T13" fmla="*/ 46 h 724"/>
                <a:gd name="T14" fmla="*/ 1019 w 1019"/>
                <a:gd name="T15" fmla="*/ 679 h 724"/>
                <a:gd name="T16" fmla="*/ 974 w 1019"/>
                <a:gd name="T17" fmla="*/ 724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19" h="724">
                  <a:moveTo>
                    <a:pt x="974" y="724"/>
                  </a:moveTo>
                  <a:cubicBezTo>
                    <a:pt x="46" y="724"/>
                    <a:pt x="46" y="724"/>
                    <a:pt x="46" y="724"/>
                  </a:cubicBezTo>
                  <a:cubicBezTo>
                    <a:pt x="21" y="724"/>
                    <a:pt x="0" y="704"/>
                    <a:pt x="0" y="679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20"/>
                    <a:pt x="21" y="0"/>
                    <a:pt x="46" y="0"/>
                  </a:cubicBezTo>
                  <a:cubicBezTo>
                    <a:pt x="974" y="0"/>
                    <a:pt x="974" y="0"/>
                    <a:pt x="974" y="0"/>
                  </a:cubicBezTo>
                  <a:cubicBezTo>
                    <a:pt x="999" y="0"/>
                    <a:pt x="1019" y="20"/>
                    <a:pt x="1019" y="46"/>
                  </a:cubicBezTo>
                  <a:cubicBezTo>
                    <a:pt x="1019" y="679"/>
                    <a:pt x="1019" y="679"/>
                    <a:pt x="1019" y="679"/>
                  </a:cubicBezTo>
                  <a:cubicBezTo>
                    <a:pt x="1019" y="704"/>
                    <a:pt x="999" y="724"/>
                    <a:pt x="974" y="724"/>
                  </a:cubicBezTo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5" name="Freeform: Shape 1734">
              <a:extLst>
                <a:ext uri="{FF2B5EF4-FFF2-40B4-BE49-F238E27FC236}">
                  <a16:creationId xmlns:a16="http://schemas.microsoft.com/office/drawing/2014/main" id="{20DA868B-4205-4320-A380-775352A25F25}"/>
                </a:ext>
              </a:extLst>
            </p:cNvPr>
            <p:cNvSpPr/>
            <p:nvPr/>
          </p:nvSpPr>
          <p:spPr bwMode="auto">
            <a:xfrm>
              <a:off x="4341813" y="2212976"/>
              <a:ext cx="3786188" cy="2693988"/>
            </a:xfrm>
            <a:custGeom>
              <a:avLst/>
              <a:gdLst>
                <a:gd name="T0" fmla="*/ 956 w 992"/>
                <a:gd name="T1" fmla="*/ 706 h 706"/>
                <a:gd name="T2" fmla="*/ 36 w 992"/>
                <a:gd name="T3" fmla="*/ 706 h 706"/>
                <a:gd name="T4" fmla="*/ 0 w 992"/>
                <a:gd name="T5" fmla="*/ 669 h 706"/>
                <a:gd name="T6" fmla="*/ 0 w 992"/>
                <a:gd name="T7" fmla="*/ 37 h 706"/>
                <a:gd name="T8" fmla="*/ 36 w 992"/>
                <a:gd name="T9" fmla="*/ 0 h 706"/>
                <a:gd name="T10" fmla="*/ 956 w 992"/>
                <a:gd name="T11" fmla="*/ 0 h 706"/>
                <a:gd name="T12" fmla="*/ 992 w 992"/>
                <a:gd name="T13" fmla="*/ 37 h 706"/>
                <a:gd name="T14" fmla="*/ 992 w 992"/>
                <a:gd name="T15" fmla="*/ 669 h 706"/>
                <a:gd name="T16" fmla="*/ 956 w 992"/>
                <a:gd name="T17" fmla="*/ 706 h 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92" h="706">
                  <a:moveTo>
                    <a:pt x="956" y="706"/>
                  </a:moveTo>
                  <a:cubicBezTo>
                    <a:pt x="36" y="706"/>
                    <a:pt x="36" y="706"/>
                    <a:pt x="36" y="706"/>
                  </a:cubicBezTo>
                  <a:cubicBezTo>
                    <a:pt x="16" y="706"/>
                    <a:pt x="0" y="689"/>
                    <a:pt x="0" y="669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17"/>
                    <a:pt x="16" y="0"/>
                    <a:pt x="36" y="0"/>
                  </a:cubicBezTo>
                  <a:cubicBezTo>
                    <a:pt x="956" y="0"/>
                    <a:pt x="956" y="0"/>
                    <a:pt x="956" y="0"/>
                  </a:cubicBezTo>
                  <a:cubicBezTo>
                    <a:pt x="976" y="0"/>
                    <a:pt x="992" y="17"/>
                    <a:pt x="992" y="37"/>
                  </a:cubicBezTo>
                  <a:cubicBezTo>
                    <a:pt x="992" y="669"/>
                    <a:pt x="992" y="669"/>
                    <a:pt x="992" y="669"/>
                  </a:cubicBezTo>
                  <a:cubicBezTo>
                    <a:pt x="992" y="689"/>
                    <a:pt x="976" y="706"/>
                    <a:pt x="956" y="706"/>
                  </a:cubicBezTo>
                </a:path>
              </a:pathLst>
            </a:custGeom>
            <a:solidFill>
              <a:srgbClr val="6B68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6" name="Freeform: Shape 1735">
              <a:extLst>
                <a:ext uri="{FF2B5EF4-FFF2-40B4-BE49-F238E27FC236}">
                  <a16:creationId xmlns:a16="http://schemas.microsoft.com/office/drawing/2014/main" id="{5675EACE-4FEE-480B-B1F7-D26D36B63CD4}"/>
                </a:ext>
              </a:extLst>
            </p:cNvPr>
            <p:cNvSpPr/>
            <p:nvPr/>
          </p:nvSpPr>
          <p:spPr bwMode="auto">
            <a:xfrm>
              <a:off x="4505326" y="2343151"/>
              <a:ext cx="3459163" cy="2324100"/>
            </a:xfrm>
            <a:custGeom>
              <a:avLst/>
              <a:gdLst>
                <a:gd name="T0" fmla="*/ 884 w 906"/>
                <a:gd name="T1" fmla="*/ 609 h 609"/>
                <a:gd name="T2" fmla="*/ 22 w 906"/>
                <a:gd name="T3" fmla="*/ 609 h 609"/>
                <a:gd name="T4" fmla="*/ 0 w 906"/>
                <a:gd name="T5" fmla="*/ 587 h 609"/>
                <a:gd name="T6" fmla="*/ 0 w 906"/>
                <a:gd name="T7" fmla="*/ 22 h 609"/>
                <a:gd name="T8" fmla="*/ 22 w 906"/>
                <a:gd name="T9" fmla="*/ 0 h 609"/>
                <a:gd name="T10" fmla="*/ 884 w 906"/>
                <a:gd name="T11" fmla="*/ 0 h 609"/>
                <a:gd name="T12" fmla="*/ 906 w 906"/>
                <a:gd name="T13" fmla="*/ 22 h 609"/>
                <a:gd name="T14" fmla="*/ 906 w 906"/>
                <a:gd name="T15" fmla="*/ 587 h 609"/>
                <a:gd name="T16" fmla="*/ 884 w 906"/>
                <a:gd name="T17" fmla="*/ 609 h 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06" h="609">
                  <a:moveTo>
                    <a:pt x="884" y="609"/>
                  </a:moveTo>
                  <a:cubicBezTo>
                    <a:pt x="22" y="609"/>
                    <a:pt x="22" y="609"/>
                    <a:pt x="22" y="609"/>
                  </a:cubicBezTo>
                  <a:cubicBezTo>
                    <a:pt x="9" y="609"/>
                    <a:pt x="0" y="599"/>
                    <a:pt x="0" y="587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0"/>
                    <a:pt x="9" y="0"/>
                    <a:pt x="22" y="0"/>
                  </a:cubicBezTo>
                  <a:cubicBezTo>
                    <a:pt x="884" y="0"/>
                    <a:pt x="884" y="0"/>
                    <a:pt x="884" y="0"/>
                  </a:cubicBezTo>
                  <a:cubicBezTo>
                    <a:pt x="896" y="0"/>
                    <a:pt x="906" y="10"/>
                    <a:pt x="906" y="22"/>
                  </a:cubicBezTo>
                  <a:cubicBezTo>
                    <a:pt x="906" y="587"/>
                    <a:pt x="906" y="587"/>
                    <a:pt x="906" y="587"/>
                  </a:cubicBezTo>
                  <a:cubicBezTo>
                    <a:pt x="906" y="599"/>
                    <a:pt x="896" y="609"/>
                    <a:pt x="884" y="609"/>
                  </a:cubicBezTo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7" name="Oval 1736">
              <a:extLst>
                <a:ext uri="{FF2B5EF4-FFF2-40B4-BE49-F238E27FC236}">
                  <a16:creationId xmlns:a16="http://schemas.microsoft.com/office/drawing/2014/main" id="{54854FD5-D6E2-4667-864D-A07B8285DC14}"/>
                </a:ext>
              </a:extLst>
            </p:cNvPr>
            <p:cNvSpPr/>
            <p:nvPr/>
          </p:nvSpPr>
          <p:spPr bwMode="auto">
            <a:xfrm>
              <a:off x="6151563" y="2251076"/>
              <a:ext cx="65088" cy="65088"/>
            </a:xfrm>
            <a:prstGeom prst="ellipse">
              <a:avLst/>
            </a:pr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8" name="Freeform: Shape 1737">
              <a:extLst>
                <a:ext uri="{FF2B5EF4-FFF2-40B4-BE49-F238E27FC236}">
                  <a16:creationId xmlns:a16="http://schemas.microsoft.com/office/drawing/2014/main" id="{3C2E78B1-1EF1-4475-B461-8323A2CB5084}"/>
                </a:ext>
              </a:extLst>
            </p:cNvPr>
            <p:cNvSpPr/>
            <p:nvPr/>
          </p:nvSpPr>
          <p:spPr bwMode="auto">
            <a:xfrm>
              <a:off x="4178301" y="4800601"/>
              <a:ext cx="4114800" cy="214313"/>
            </a:xfrm>
            <a:custGeom>
              <a:avLst/>
              <a:gdLst>
                <a:gd name="T0" fmla="*/ 4 w 1078"/>
                <a:gd name="T1" fmla="*/ 0 h 56"/>
                <a:gd name="T2" fmla="*/ 0 w 1078"/>
                <a:gd name="T3" fmla="*/ 18 h 56"/>
                <a:gd name="T4" fmla="*/ 38 w 1078"/>
                <a:gd name="T5" fmla="*/ 56 h 56"/>
                <a:gd name="T6" fmla="*/ 1040 w 1078"/>
                <a:gd name="T7" fmla="*/ 56 h 56"/>
                <a:gd name="T8" fmla="*/ 1078 w 1078"/>
                <a:gd name="T9" fmla="*/ 18 h 56"/>
                <a:gd name="T10" fmla="*/ 1073 w 1078"/>
                <a:gd name="T11" fmla="*/ 0 h 56"/>
                <a:gd name="T12" fmla="*/ 4 w 1078"/>
                <a:gd name="T1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78" h="56">
                  <a:moveTo>
                    <a:pt x="4" y="0"/>
                  </a:moveTo>
                  <a:cubicBezTo>
                    <a:pt x="2" y="5"/>
                    <a:pt x="0" y="11"/>
                    <a:pt x="0" y="18"/>
                  </a:cubicBezTo>
                  <a:cubicBezTo>
                    <a:pt x="0" y="39"/>
                    <a:pt x="17" y="56"/>
                    <a:pt x="38" y="56"/>
                  </a:cubicBezTo>
                  <a:cubicBezTo>
                    <a:pt x="1040" y="56"/>
                    <a:pt x="1040" y="56"/>
                    <a:pt x="1040" y="56"/>
                  </a:cubicBezTo>
                  <a:cubicBezTo>
                    <a:pt x="1061" y="56"/>
                    <a:pt x="1078" y="39"/>
                    <a:pt x="1078" y="18"/>
                  </a:cubicBezTo>
                  <a:cubicBezTo>
                    <a:pt x="1078" y="11"/>
                    <a:pt x="1076" y="5"/>
                    <a:pt x="1073" y="0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9" name="Freeform: Shape 1738">
              <a:extLst>
                <a:ext uri="{FF2B5EF4-FFF2-40B4-BE49-F238E27FC236}">
                  <a16:creationId xmlns:a16="http://schemas.microsoft.com/office/drawing/2014/main" id="{DC35947D-F0AE-4E0E-B5D1-F0B92FAB199E}"/>
                </a:ext>
              </a:extLst>
            </p:cNvPr>
            <p:cNvSpPr/>
            <p:nvPr/>
          </p:nvSpPr>
          <p:spPr bwMode="auto">
            <a:xfrm>
              <a:off x="4192588" y="4938713"/>
              <a:ext cx="4081463" cy="76200"/>
            </a:xfrm>
            <a:custGeom>
              <a:avLst/>
              <a:gdLst>
                <a:gd name="T0" fmla="*/ 0 w 1069"/>
                <a:gd name="T1" fmla="*/ 0 h 20"/>
                <a:gd name="T2" fmla="*/ 34 w 1069"/>
                <a:gd name="T3" fmla="*/ 20 h 20"/>
                <a:gd name="T4" fmla="*/ 1036 w 1069"/>
                <a:gd name="T5" fmla="*/ 20 h 20"/>
                <a:gd name="T6" fmla="*/ 1069 w 1069"/>
                <a:gd name="T7" fmla="*/ 0 h 20"/>
                <a:gd name="T8" fmla="*/ 0 w 1069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9" h="20">
                  <a:moveTo>
                    <a:pt x="0" y="0"/>
                  </a:moveTo>
                  <a:cubicBezTo>
                    <a:pt x="7" y="12"/>
                    <a:pt x="19" y="20"/>
                    <a:pt x="34" y="20"/>
                  </a:cubicBezTo>
                  <a:cubicBezTo>
                    <a:pt x="1036" y="20"/>
                    <a:pt x="1036" y="20"/>
                    <a:pt x="1036" y="20"/>
                  </a:cubicBezTo>
                  <a:cubicBezTo>
                    <a:pt x="1050" y="20"/>
                    <a:pt x="1063" y="12"/>
                    <a:pt x="106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8D6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0" name="Rectangle 1739">
              <a:extLst>
                <a:ext uri="{FF2B5EF4-FFF2-40B4-BE49-F238E27FC236}">
                  <a16:creationId xmlns:a16="http://schemas.microsoft.com/office/drawing/2014/main" id="{9987E093-5BC9-4F18-ABE8-1955E88376EA}"/>
                </a:ext>
              </a:extLst>
            </p:cNvPr>
            <p:cNvSpPr/>
            <p:nvPr/>
          </p:nvSpPr>
          <p:spPr bwMode="auto">
            <a:xfrm>
              <a:off x="4765676" y="2816226"/>
              <a:ext cx="3114675" cy="1714500"/>
            </a:xfrm>
            <a:prstGeom prst="rect">
              <a:avLst/>
            </a:prstGeom>
            <a:solidFill>
              <a:srgbClr val="5330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1" name="Rectangle 1740">
              <a:extLst>
                <a:ext uri="{FF2B5EF4-FFF2-40B4-BE49-F238E27FC236}">
                  <a16:creationId xmlns:a16="http://schemas.microsoft.com/office/drawing/2014/main" id="{EA561F85-D86C-446C-84B0-1A42EFB7C4FC}"/>
                </a:ext>
              </a:extLst>
            </p:cNvPr>
            <p:cNvSpPr/>
            <p:nvPr/>
          </p:nvSpPr>
          <p:spPr bwMode="auto">
            <a:xfrm>
              <a:off x="4651376" y="2701926"/>
              <a:ext cx="3114675" cy="17097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2" name="Rectangle 1741">
              <a:extLst>
                <a:ext uri="{FF2B5EF4-FFF2-40B4-BE49-F238E27FC236}">
                  <a16:creationId xmlns:a16="http://schemas.microsoft.com/office/drawing/2014/main" id="{3A677059-4D89-4073-BF2F-43C25169976A}"/>
                </a:ext>
              </a:extLst>
            </p:cNvPr>
            <p:cNvSpPr/>
            <p:nvPr/>
          </p:nvSpPr>
          <p:spPr bwMode="auto">
            <a:xfrm>
              <a:off x="4651376" y="2701926"/>
              <a:ext cx="3114675" cy="1709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3" name="Freeform: Shape 1742">
              <a:extLst>
                <a:ext uri="{FF2B5EF4-FFF2-40B4-BE49-F238E27FC236}">
                  <a16:creationId xmlns:a16="http://schemas.microsoft.com/office/drawing/2014/main" id="{F148CB3B-FB6C-4FEA-8827-80A26C2D2D7A}"/>
                </a:ext>
              </a:extLst>
            </p:cNvPr>
            <p:cNvSpPr/>
            <p:nvPr/>
          </p:nvSpPr>
          <p:spPr bwMode="auto">
            <a:xfrm>
              <a:off x="4651376" y="2473326"/>
              <a:ext cx="3114675" cy="228600"/>
            </a:xfrm>
            <a:custGeom>
              <a:avLst/>
              <a:gdLst>
                <a:gd name="T0" fmla="*/ 775 w 816"/>
                <a:gd name="T1" fmla="*/ 0 h 60"/>
                <a:gd name="T2" fmla="*/ 40 w 816"/>
                <a:gd name="T3" fmla="*/ 0 h 60"/>
                <a:gd name="T4" fmla="*/ 0 w 816"/>
                <a:gd name="T5" fmla="*/ 41 h 60"/>
                <a:gd name="T6" fmla="*/ 0 w 816"/>
                <a:gd name="T7" fmla="*/ 60 h 60"/>
                <a:gd name="T8" fmla="*/ 816 w 816"/>
                <a:gd name="T9" fmla="*/ 60 h 60"/>
                <a:gd name="T10" fmla="*/ 816 w 816"/>
                <a:gd name="T11" fmla="*/ 41 h 60"/>
                <a:gd name="T12" fmla="*/ 775 w 816"/>
                <a:gd name="T13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6" h="60">
                  <a:moveTo>
                    <a:pt x="775" y="0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18" y="0"/>
                    <a:pt x="0" y="18"/>
                    <a:pt x="0" y="41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816" y="60"/>
                    <a:pt x="816" y="60"/>
                    <a:pt x="816" y="60"/>
                  </a:cubicBezTo>
                  <a:cubicBezTo>
                    <a:pt x="816" y="41"/>
                    <a:pt x="816" y="41"/>
                    <a:pt x="816" y="41"/>
                  </a:cubicBezTo>
                  <a:cubicBezTo>
                    <a:pt x="816" y="18"/>
                    <a:pt x="798" y="0"/>
                    <a:pt x="775" y="0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4" name="Oval 1743">
              <a:extLst>
                <a:ext uri="{FF2B5EF4-FFF2-40B4-BE49-F238E27FC236}">
                  <a16:creationId xmlns:a16="http://schemas.microsoft.com/office/drawing/2014/main" id="{749280ED-D221-42A7-A355-47F65B9CEA25}"/>
                </a:ext>
              </a:extLst>
            </p:cNvPr>
            <p:cNvSpPr/>
            <p:nvPr/>
          </p:nvSpPr>
          <p:spPr bwMode="auto">
            <a:xfrm>
              <a:off x="4838701" y="2557463"/>
              <a:ext cx="60325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5" name="Oval 1744">
              <a:extLst>
                <a:ext uri="{FF2B5EF4-FFF2-40B4-BE49-F238E27FC236}">
                  <a16:creationId xmlns:a16="http://schemas.microsoft.com/office/drawing/2014/main" id="{A324DC28-F2F2-4981-9AC3-0774E2272723}"/>
                </a:ext>
              </a:extLst>
            </p:cNvPr>
            <p:cNvSpPr/>
            <p:nvPr/>
          </p:nvSpPr>
          <p:spPr bwMode="auto">
            <a:xfrm>
              <a:off x="4940301" y="2557463"/>
              <a:ext cx="58738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6" name="Oval 1745">
              <a:extLst>
                <a:ext uri="{FF2B5EF4-FFF2-40B4-BE49-F238E27FC236}">
                  <a16:creationId xmlns:a16="http://schemas.microsoft.com/office/drawing/2014/main" id="{EEDE992C-E046-4E7B-B1AD-3466541BF6FC}"/>
                </a:ext>
              </a:extLst>
            </p:cNvPr>
            <p:cNvSpPr/>
            <p:nvPr/>
          </p:nvSpPr>
          <p:spPr bwMode="auto">
            <a:xfrm>
              <a:off x="5040313" y="2557463"/>
              <a:ext cx="60325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7" name="Freeform: Shape 1746">
              <a:extLst>
                <a:ext uri="{FF2B5EF4-FFF2-40B4-BE49-F238E27FC236}">
                  <a16:creationId xmlns:a16="http://schemas.microsoft.com/office/drawing/2014/main" id="{334E198D-305C-4308-A317-FBDD0155923D}"/>
                </a:ext>
              </a:extLst>
            </p:cNvPr>
            <p:cNvSpPr/>
            <p:nvPr/>
          </p:nvSpPr>
          <p:spPr bwMode="auto">
            <a:xfrm>
              <a:off x="4819651" y="380523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8" name="Freeform: Shape 1747">
              <a:extLst>
                <a:ext uri="{FF2B5EF4-FFF2-40B4-BE49-F238E27FC236}">
                  <a16:creationId xmlns:a16="http://schemas.microsoft.com/office/drawing/2014/main" id="{851FB9ED-6AA8-43C8-8294-A1CD14C6CFF2}"/>
                </a:ext>
              </a:extLst>
            </p:cNvPr>
            <p:cNvSpPr/>
            <p:nvPr/>
          </p:nvSpPr>
          <p:spPr bwMode="auto">
            <a:xfrm>
              <a:off x="4819651" y="3892551"/>
              <a:ext cx="801688" cy="26988"/>
            </a:xfrm>
            <a:custGeom>
              <a:avLst/>
              <a:gdLst>
                <a:gd name="T0" fmla="*/ 5 w 210"/>
                <a:gd name="T1" fmla="*/ 7 h 7"/>
                <a:gd name="T2" fmla="*/ 205 w 210"/>
                <a:gd name="T3" fmla="*/ 7 h 7"/>
                <a:gd name="T4" fmla="*/ 205 w 210"/>
                <a:gd name="T5" fmla="*/ 0 h 7"/>
                <a:gd name="T6" fmla="*/ 5 w 210"/>
                <a:gd name="T7" fmla="*/ 0 h 7"/>
                <a:gd name="T8" fmla="*/ 5 w 210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7">
                  <a:moveTo>
                    <a:pt x="5" y="7"/>
                  </a:moveTo>
                  <a:cubicBezTo>
                    <a:pt x="72" y="7"/>
                    <a:pt x="138" y="7"/>
                    <a:pt x="205" y="7"/>
                  </a:cubicBezTo>
                  <a:cubicBezTo>
                    <a:pt x="210" y="7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9" name="Freeform: Shape 1748">
              <a:extLst>
                <a:ext uri="{FF2B5EF4-FFF2-40B4-BE49-F238E27FC236}">
                  <a16:creationId xmlns:a16="http://schemas.microsoft.com/office/drawing/2014/main" id="{AEB227F4-9D14-4EE6-9320-DA8E1E4B667B}"/>
                </a:ext>
              </a:extLst>
            </p:cNvPr>
            <p:cNvSpPr/>
            <p:nvPr/>
          </p:nvSpPr>
          <p:spPr bwMode="auto">
            <a:xfrm>
              <a:off x="4819651" y="397668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0" name="Freeform: Shape 1749">
              <a:extLst>
                <a:ext uri="{FF2B5EF4-FFF2-40B4-BE49-F238E27FC236}">
                  <a16:creationId xmlns:a16="http://schemas.microsoft.com/office/drawing/2014/main" id="{52E52D59-B4FF-4B67-B976-E786021186E1}"/>
                </a:ext>
              </a:extLst>
            </p:cNvPr>
            <p:cNvSpPr/>
            <p:nvPr/>
          </p:nvSpPr>
          <p:spPr bwMode="auto">
            <a:xfrm>
              <a:off x="4819651" y="4064001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1" name="Freeform: Shape 1750">
              <a:extLst>
                <a:ext uri="{FF2B5EF4-FFF2-40B4-BE49-F238E27FC236}">
                  <a16:creationId xmlns:a16="http://schemas.microsoft.com/office/drawing/2014/main" id="{5FC18F19-14DF-4122-8324-85D656EEB06B}"/>
                </a:ext>
              </a:extLst>
            </p:cNvPr>
            <p:cNvSpPr/>
            <p:nvPr/>
          </p:nvSpPr>
          <p:spPr bwMode="auto">
            <a:xfrm>
              <a:off x="4819651" y="414813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2" name="Freeform: Shape 1751">
              <a:extLst>
                <a:ext uri="{FF2B5EF4-FFF2-40B4-BE49-F238E27FC236}">
                  <a16:creationId xmlns:a16="http://schemas.microsoft.com/office/drawing/2014/main" id="{AC23EDA5-3194-4CA9-86F8-784E514E9055}"/>
                </a:ext>
              </a:extLst>
            </p:cNvPr>
            <p:cNvSpPr/>
            <p:nvPr/>
          </p:nvSpPr>
          <p:spPr bwMode="auto">
            <a:xfrm>
              <a:off x="4819651" y="4235451"/>
              <a:ext cx="801688" cy="31750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3" name="Freeform: Shape 1752">
              <a:extLst>
                <a:ext uri="{FF2B5EF4-FFF2-40B4-BE49-F238E27FC236}">
                  <a16:creationId xmlns:a16="http://schemas.microsoft.com/office/drawing/2014/main" id="{27FAFC97-14DE-4197-A711-E487A396B942}"/>
                </a:ext>
              </a:extLst>
            </p:cNvPr>
            <p:cNvSpPr/>
            <p:nvPr/>
          </p:nvSpPr>
          <p:spPr bwMode="auto">
            <a:xfrm>
              <a:off x="4868863" y="2900363"/>
              <a:ext cx="701675" cy="771525"/>
            </a:xfrm>
            <a:custGeom>
              <a:avLst/>
              <a:gdLst>
                <a:gd name="T0" fmla="*/ 92 w 184"/>
                <a:gd name="T1" fmla="*/ 202 h 202"/>
                <a:gd name="T2" fmla="*/ 92 w 184"/>
                <a:gd name="T3" fmla="*/ 202 h 202"/>
                <a:gd name="T4" fmla="*/ 0 w 184"/>
                <a:gd name="T5" fmla="*/ 110 h 202"/>
                <a:gd name="T6" fmla="*/ 0 w 184"/>
                <a:gd name="T7" fmla="*/ 92 h 202"/>
                <a:gd name="T8" fmla="*/ 92 w 184"/>
                <a:gd name="T9" fmla="*/ 0 h 202"/>
                <a:gd name="T10" fmla="*/ 184 w 184"/>
                <a:gd name="T11" fmla="*/ 92 h 202"/>
                <a:gd name="T12" fmla="*/ 184 w 184"/>
                <a:gd name="T13" fmla="*/ 110 h 202"/>
                <a:gd name="T14" fmla="*/ 92 w 184"/>
                <a:gd name="T15" fmla="*/ 20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4" h="202">
                  <a:moveTo>
                    <a:pt x="92" y="202"/>
                  </a:moveTo>
                  <a:cubicBezTo>
                    <a:pt x="92" y="202"/>
                    <a:pt x="92" y="202"/>
                    <a:pt x="92" y="202"/>
                  </a:cubicBezTo>
                  <a:cubicBezTo>
                    <a:pt x="41" y="202"/>
                    <a:pt x="0" y="161"/>
                    <a:pt x="0" y="110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41"/>
                    <a:pt x="41" y="0"/>
                    <a:pt x="92" y="0"/>
                  </a:cubicBezTo>
                  <a:cubicBezTo>
                    <a:pt x="143" y="0"/>
                    <a:pt x="184" y="41"/>
                    <a:pt x="184" y="92"/>
                  </a:cubicBezTo>
                  <a:cubicBezTo>
                    <a:pt x="184" y="110"/>
                    <a:pt x="184" y="110"/>
                    <a:pt x="184" y="110"/>
                  </a:cubicBezTo>
                  <a:cubicBezTo>
                    <a:pt x="184" y="161"/>
                    <a:pt x="143" y="202"/>
                    <a:pt x="92" y="202"/>
                  </a:cubicBez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4" name="Freeform: Shape 1753">
              <a:extLst>
                <a:ext uri="{FF2B5EF4-FFF2-40B4-BE49-F238E27FC236}">
                  <a16:creationId xmlns:a16="http://schemas.microsoft.com/office/drawing/2014/main" id="{36F4C432-6D45-442A-87B0-AF89FA16369A}"/>
                </a:ext>
              </a:extLst>
            </p:cNvPr>
            <p:cNvSpPr/>
            <p:nvPr/>
          </p:nvSpPr>
          <p:spPr bwMode="auto">
            <a:xfrm>
              <a:off x="4994276" y="3155951"/>
              <a:ext cx="385763" cy="331788"/>
            </a:xfrm>
            <a:custGeom>
              <a:avLst/>
              <a:gdLst>
                <a:gd name="T0" fmla="*/ 86 w 101"/>
                <a:gd name="T1" fmla="*/ 63 h 87"/>
                <a:gd name="T2" fmla="*/ 75 w 101"/>
                <a:gd name="T3" fmla="*/ 70 h 87"/>
                <a:gd name="T4" fmla="*/ 56 w 101"/>
                <a:gd name="T5" fmla="*/ 70 h 87"/>
                <a:gd name="T6" fmla="*/ 46 w 101"/>
                <a:gd name="T7" fmla="*/ 63 h 87"/>
                <a:gd name="T8" fmla="*/ 43 w 101"/>
                <a:gd name="T9" fmla="*/ 55 h 87"/>
                <a:gd name="T10" fmla="*/ 79 w 101"/>
                <a:gd name="T11" fmla="*/ 55 h 87"/>
                <a:gd name="T12" fmla="*/ 101 w 101"/>
                <a:gd name="T13" fmla="*/ 12 h 87"/>
                <a:gd name="T14" fmla="*/ 27 w 101"/>
                <a:gd name="T15" fmla="*/ 14 h 87"/>
                <a:gd name="T16" fmla="*/ 22 w 101"/>
                <a:gd name="T17" fmla="*/ 0 h 87"/>
                <a:gd name="T18" fmla="*/ 4 w 101"/>
                <a:gd name="T19" fmla="*/ 0 h 87"/>
                <a:gd name="T20" fmla="*/ 0 w 101"/>
                <a:gd name="T21" fmla="*/ 4 h 87"/>
                <a:gd name="T22" fmla="*/ 4 w 101"/>
                <a:gd name="T23" fmla="*/ 9 h 87"/>
                <a:gd name="T24" fmla="*/ 16 w 101"/>
                <a:gd name="T25" fmla="*/ 9 h 87"/>
                <a:gd name="T26" fmla="*/ 38 w 101"/>
                <a:gd name="T27" fmla="*/ 66 h 87"/>
                <a:gd name="T28" fmla="*/ 34 w 101"/>
                <a:gd name="T29" fmla="*/ 75 h 87"/>
                <a:gd name="T30" fmla="*/ 46 w 101"/>
                <a:gd name="T31" fmla="*/ 87 h 87"/>
                <a:gd name="T32" fmla="*/ 56 w 101"/>
                <a:gd name="T33" fmla="*/ 79 h 87"/>
                <a:gd name="T34" fmla="*/ 75 w 101"/>
                <a:gd name="T35" fmla="*/ 79 h 87"/>
                <a:gd name="T36" fmla="*/ 86 w 101"/>
                <a:gd name="T37" fmla="*/ 87 h 87"/>
                <a:gd name="T38" fmla="*/ 97 w 101"/>
                <a:gd name="T39" fmla="*/ 75 h 87"/>
                <a:gd name="T40" fmla="*/ 86 w 101"/>
                <a:gd name="T41" fmla="*/ 6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1" h="87">
                  <a:moveTo>
                    <a:pt x="86" y="63"/>
                  </a:moveTo>
                  <a:cubicBezTo>
                    <a:pt x="81" y="63"/>
                    <a:pt x="77" y="66"/>
                    <a:pt x="75" y="7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5" y="66"/>
                    <a:pt x="51" y="64"/>
                    <a:pt x="46" y="63"/>
                  </a:cubicBezTo>
                  <a:cubicBezTo>
                    <a:pt x="43" y="55"/>
                    <a:pt x="43" y="55"/>
                    <a:pt x="43" y="55"/>
                  </a:cubicBezTo>
                  <a:cubicBezTo>
                    <a:pt x="79" y="55"/>
                    <a:pt x="79" y="55"/>
                    <a:pt x="79" y="55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7"/>
                    <a:pt x="2" y="9"/>
                    <a:pt x="4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38" y="66"/>
                    <a:pt x="38" y="66"/>
                    <a:pt x="38" y="66"/>
                  </a:cubicBezTo>
                  <a:cubicBezTo>
                    <a:pt x="35" y="69"/>
                    <a:pt x="34" y="72"/>
                    <a:pt x="34" y="75"/>
                  </a:cubicBezTo>
                  <a:cubicBezTo>
                    <a:pt x="34" y="81"/>
                    <a:pt x="39" y="87"/>
                    <a:pt x="46" y="87"/>
                  </a:cubicBezTo>
                  <a:cubicBezTo>
                    <a:pt x="50" y="87"/>
                    <a:pt x="55" y="84"/>
                    <a:pt x="56" y="79"/>
                  </a:cubicBezTo>
                  <a:cubicBezTo>
                    <a:pt x="75" y="79"/>
                    <a:pt x="75" y="79"/>
                    <a:pt x="75" y="79"/>
                  </a:cubicBezTo>
                  <a:cubicBezTo>
                    <a:pt x="77" y="84"/>
                    <a:pt x="81" y="87"/>
                    <a:pt x="86" y="87"/>
                  </a:cubicBezTo>
                  <a:cubicBezTo>
                    <a:pt x="92" y="87"/>
                    <a:pt x="97" y="81"/>
                    <a:pt x="97" y="75"/>
                  </a:cubicBezTo>
                  <a:cubicBezTo>
                    <a:pt x="97" y="68"/>
                    <a:pt x="92" y="63"/>
                    <a:pt x="86" y="6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5" name="Freeform: Shape 1754">
              <a:extLst>
                <a:ext uri="{FF2B5EF4-FFF2-40B4-BE49-F238E27FC236}">
                  <a16:creationId xmlns:a16="http://schemas.microsoft.com/office/drawing/2014/main" id="{A2F6BF6F-B94D-469C-AA77-36E019F19EE8}"/>
                </a:ext>
              </a:extLst>
            </p:cNvPr>
            <p:cNvSpPr/>
            <p:nvPr/>
          </p:nvSpPr>
          <p:spPr bwMode="auto">
            <a:xfrm>
              <a:off x="5788026" y="3892551"/>
              <a:ext cx="1763713" cy="442913"/>
            </a:xfrm>
            <a:custGeom>
              <a:avLst/>
              <a:gdLst>
                <a:gd name="T0" fmla="*/ 462 w 462"/>
                <a:gd name="T1" fmla="*/ 11 h 116"/>
                <a:gd name="T2" fmla="*/ 462 w 462"/>
                <a:gd name="T3" fmla="*/ 105 h 116"/>
                <a:gd name="T4" fmla="*/ 451 w 462"/>
                <a:gd name="T5" fmla="*/ 116 h 116"/>
                <a:gd name="T6" fmla="*/ 11 w 462"/>
                <a:gd name="T7" fmla="*/ 116 h 116"/>
                <a:gd name="T8" fmla="*/ 0 w 462"/>
                <a:gd name="T9" fmla="*/ 105 h 116"/>
                <a:gd name="T10" fmla="*/ 0 w 462"/>
                <a:gd name="T11" fmla="*/ 11 h 116"/>
                <a:gd name="T12" fmla="*/ 11 w 462"/>
                <a:gd name="T13" fmla="*/ 0 h 116"/>
                <a:gd name="T14" fmla="*/ 451 w 462"/>
                <a:gd name="T15" fmla="*/ 0 h 116"/>
                <a:gd name="T16" fmla="*/ 462 w 462"/>
                <a:gd name="T17" fmla="*/ 11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2" h="116">
                  <a:moveTo>
                    <a:pt x="462" y="11"/>
                  </a:moveTo>
                  <a:cubicBezTo>
                    <a:pt x="462" y="105"/>
                    <a:pt x="462" y="105"/>
                    <a:pt x="462" y="105"/>
                  </a:cubicBezTo>
                  <a:cubicBezTo>
                    <a:pt x="462" y="111"/>
                    <a:pt x="457" y="116"/>
                    <a:pt x="451" y="116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5" y="116"/>
                    <a:pt x="0" y="111"/>
                    <a:pt x="0" y="105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451" y="0"/>
                    <a:pt x="451" y="0"/>
                    <a:pt x="451" y="0"/>
                  </a:cubicBezTo>
                  <a:cubicBezTo>
                    <a:pt x="455" y="4"/>
                    <a:pt x="458" y="6"/>
                    <a:pt x="462" y="11"/>
                  </a:cubicBezTo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6" name="Freeform: Shape 1755">
              <a:extLst>
                <a:ext uri="{FF2B5EF4-FFF2-40B4-BE49-F238E27FC236}">
                  <a16:creationId xmlns:a16="http://schemas.microsoft.com/office/drawing/2014/main" id="{C08BE0C1-A1FA-4F98-BAD7-2AC24E1A8B24}"/>
                </a:ext>
              </a:extLst>
            </p:cNvPr>
            <p:cNvSpPr/>
            <p:nvPr/>
          </p:nvSpPr>
          <p:spPr bwMode="auto">
            <a:xfrm>
              <a:off x="5868988" y="4041776"/>
              <a:ext cx="668338" cy="217488"/>
            </a:xfrm>
            <a:custGeom>
              <a:avLst/>
              <a:gdLst>
                <a:gd name="T0" fmla="*/ 171 w 175"/>
                <a:gd name="T1" fmla="*/ 0 h 57"/>
                <a:gd name="T2" fmla="*/ 4 w 175"/>
                <a:gd name="T3" fmla="*/ 0 h 57"/>
                <a:gd name="T4" fmla="*/ 0 w 175"/>
                <a:gd name="T5" fmla="*/ 3 h 57"/>
                <a:gd name="T6" fmla="*/ 0 w 175"/>
                <a:gd name="T7" fmla="*/ 53 h 57"/>
                <a:gd name="T8" fmla="*/ 4 w 175"/>
                <a:gd name="T9" fmla="*/ 57 h 57"/>
                <a:gd name="T10" fmla="*/ 171 w 175"/>
                <a:gd name="T11" fmla="*/ 57 h 57"/>
                <a:gd name="T12" fmla="*/ 175 w 175"/>
                <a:gd name="T13" fmla="*/ 53 h 57"/>
                <a:gd name="T14" fmla="*/ 175 w 175"/>
                <a:gd name="T15" fmla="*/ 3 h 57"/>
                <a:gd name="T16" fmla="*/ 171 w 175"/>
                <a:gd name="T17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5" h="57">
                  <a:moveTo>
                    <a:pt x="17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5"/>
                    <a:pt x="2" y="57"/>
                    <a:pt x="4" y="57"/>
                  </a:cubicBezTo>
                  <a:cubicBezTo>
                    <a:pt x="171" y="57"/>
                    <a:pt x="171" y="57"/>
                    <a:pt x="171" y="57"/>
                  </a:cubicBezTo>
                  <a:cubicBezTo>
                    <a:pt x="173" y="57"/>
                    <a:pt x="175" y="55"/>
                    <a:pt x="175" y="53"/>
                  </a:cubicBezTo>
                  <a:cubicBezTo>
                    <a:pt x="175" y="3"/>
                    <a:pt x="175" y="3"/>
                    <a:pt x="175" y="3"/>
                  </a:cubicBezTo>
                  <a:cubicBezTo>
                    <a:pt x="175" y="1"/>
                    <a:pt x="173" y="0"/>
                    <a:pt x="171" y="0"/>
                  </a:cubicBezTo>
                </a:path>
              </a:pathLst>
            </a:custGeom>
            <a:solidFill>
              <a:srgbClr val="E1E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7" name="Freeform: Shape 1756">
              <a:extLst>
                <a:ext uri="{FF2B5EF4-FFF2-40B4-BE49-F238E27FC236}">
                  <a16:creationId xmlns:a16="http://schemas.microsoft.com/office/drawing/2014/main" id="{87CDFE2B-8A4B-4D50-A50C-991E697D2137}"/>
                </a:ext>
              </a:extLst>
            </p:cNvPr>
            <p:cNvSpPr/>
            <p:nvPr/>
          </p:nvSpPr>
          <p:spPr bwMode="auto">
            <a:xfrm>
              <a:off x="5948363" y="3979863"/>
              <a:ext cx="638175" cy="217488"/>
            </a:xfrm>
            <a:custGeom>
              <a:avLst/>
              <a:gdLst>
                <a:gd name="T0" fmla="*/ 164 w 167"/>
                <a:gd name="T1" fmla="*/ 57 h 57"/>
                <a:gd name="T2" fmla="*/ 3 w 167"/>
                <a:gd name="T3" fmla="*/ 57 h 57"/>
                <a:gd name="T4" fmla="*/ 0 w 167"/>
                <a:gd name="T5" fmla="*/ 54 h 57"/>
                <a:gd name="T6" fmla="*/ 0 w 167"/>
                <a:gd name="T7" fmla="*/ 3 h 57"/>
                <a:gd name="T8" fmla="*/ 3 w 167"/>
                <a:gd name="T9" fmla="*/ 0 h 57"/>
                <a:gd name="T10" fmla="*/ 164 w 167"/>
                <a:gd name="T11" fmla="*/ 0 h 57"/>
                <a:gd name="T12" fmla="*/ 167 w 167"/>
                <a:gd name="T13" fmla="*/ 3 h 57"/>
                <a:gd name="T14" fmla="*/ 167 w 167"/>
                <a:gd name="T15" fmla="*/ 54 h 57"/>
                <a:gd name="T16" fmla="*/ 164 w 167"/>
                <a:gd name="T1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7" h="57">
                  <a:moveTo>
                    <a:pt x="164" y="57"/>
                  </a:moveTo>
                  <a:cubicBezTo>
                    <a:pt x="3" y="57"/>
                    <a:pt x="3" y="57"/>
                    <a:pt x="3" y="57"/>
                  </a:cubicBezTo>
                  <a:cubicBezTo>
                    <a:pt x="1" y="57"/>
                    <a:pt x="0" y="55"/>
                    <a:pt x="0" y="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164" y="0"/>
                    <a:pt x="164" y="0"/>
                    <a:pt x="164" y="0"/>
                  </a:cubicBezTo>
                  <a:cubicBezTo>
                    <a:pt x="166" y="0"/>
                    <a:pt x="167" y="1"/>
                    <a:pt x="167" y="3"/>
                  </a:cubicBezTo>
                  <a:cubicBezTo>
                    <a:pt x="167" y="54"/>
                    <a:pt x="167" y="54"/>
                    <a:pt x="167" y="54"/>
                  </a:cubicBezTo>
                  <a:cubicBezTo>
                    <a:pt x="167" y="55"/>
                    <a:pt x="166" y="57"/>
                    <a:pt x="164" y="57"/>
                  </a:cubicBez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8" name="Freeform: Shape 1757">
              <a:extLst>
                <a:ext uri="{FF2B5EF4-FFF2-40B4-BE49-F238E27FC236}">
                  <a16:creationId xmlns:a16="http://schemas.microsoft.com/office/drawing/2014/main" id="{07B7C182-51E1-47E6-9E18-BD2F6BAC1257}"/>
                </a:ext>
              </a:extLst>
            </p:cNvPr>
            <p:cNvSpPr/>
            <p:nvPr/>
          </p:nvSpPr>
          <p:spPr bwMode="auto">
            <a:xfrm>
              <a:off x="6024563" y="4044951"/>
              <a:ext cx="466725" cy="15875"/>
            </a:xfrm>
            <a:custGeom>
              <a:avLst/>
              <a:gdLst>
                <a:gd name="T0" fmla="*/ 120 w 122"/>
                <a:gd name="T1" fmla="*/ 4 h 4"/>
                <a:gd name="T2" fmla="*/ 2 w 122"/>
                <a:gd name="T3" fmla="*/ 4 h 4"/>
                <a:gd name="T4" fmla="*/ 0 w 122"/>
                <a:gd name="T5" fmla="*/ 2 h 4"/>
                <a:gd name="T6" fmla="*/ 2 w 122"/>
                <a:gd name="T7" fmla="*/ 0 h 4"/>
                <a:gd name="T8" fmla="*/ 120 w 122"/>
                <a:gd name="T9" fmla="*/ 0 h 4"/>
                <a:gd name="T10" fmla="*/ 122 w 122"/>
                <a:gd name="T11" fmla="*/ 2 h 4"/>
                <a:gd name="T12" fmla="*/ 120 w 122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2" h="4">
                  <a:moveTo>
                    <a:pt x="120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21" y="0"/>
                    <a:pt x="122" y="1"/>
                    <a:pt x="122" y="2"/>
                  </a:cubicBezTo>
                  <a:cubicBezTo>
                    <a:pt x="122" y="3"/>
                    <a:pt x="121" y="4"/>
                    <a:pt x="120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9" name="Freeform: Shape 1758">
              <a:extLst>
                <a:ext uri="{FF2B5EF4-FFF2-40B4-BE49-F238E27FC236}">
                  <a16:creationId xmlns:a16="http://schemas.microsoft.com/office/drawing/2014/main" id="{21001FC8-D515-4359-82BF-D81E303F0CA2}"/>
                </a:ext>
              </a:extLst>
            </p:cNvPr>
            <p:cNvSpPr/>
            <p:nvPr/>
          </p:nvSpPr>
          <p:spPr bwMode="auto">
            <a:xfrm>
              <a:off x="6024563" y="4117976"/>
              <a:ext cx="222250" cy="11113"/>
            </a:xfrm>
            <a:custGeom>
              <a:avLst/>
              <a:gdLst>
                <a:gd name="T0" fmla="*/ 56 w 58"/>
                <a:gd name="T1" fmla="*/ 3 h 3"/>
                <a:gd name="T2" fmla="*/ 2 w 58"/>
                <a:gd name="T3" fmla="*/ 3 h 3"/>
                <a:gd name="T4" fmla="*/ 0 w 58"/>
                <a:gd name="T5" fmla="*/ 2 h 3"/>
                <a:gd name="T6" fmla="*/ 2 w 58"/>
                <a:gd name="T7" fmla="*/ 0 h 3"/>
                <a:gd name="T8" fmla="*/ 56 w 58"/>
                <a:gd name="T9" fmla="*/ 0 h 3"/>
                <a:gd name="T10" fmla="*/ 58 w 58"/>
                <a:gd name="T11" fmla="*/ 2 h 3"/>
                <a:gd name="T12" fmla="*/ 56 w 58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">
                  <a:moveTo>
                    <a:pt x="56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7" y="0"/>
                    <a:pt x="58" y="1"/>
                    <a:pt x="58" y="2"/>
                  </a:cubicBezTo>
                  <a:cubicBezTo>
                    <a:pt x="58" y="3"/>
                    <a:pt x="57" y="3"/>
                    <a:pt x="56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0" name="Freeform: Shape 1759">
              <a:extLst>
                <a:ext uri="{FF2B5EF4-FFF2-40B4-BE49-F238E27FC236}">
                  <a16:creationId xmlns:a16="http://schemas.microsoft.com/office/drawing/2014/main" id="{41D795FA-8084-4CDD-BD20-E993D2BB32CB}"/>
                </a:ext>
              </a:extLst>
            </p:cNvPr>
            <p:cNvSpPr/>
            <p:nvPr/>
          </p:nvSpPr>
          <p:spPr bwMode="auto">
            <a:xfrm>
              <a:off x="6704013" y="4025901"/>
              <a:ext cx="119063" cy="111125"/>
            </a:xfrm>
            <a:custGeom>
              <a:avLst/>
              <a:gdLst>
                <a:gd name="T0" fmla="*/ 39 w 75"/>
                <a:gd name="T1" fmla="*/ 0 h 70"/>
                <a:gd name="T2" fmla="*/ 49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1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9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1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1" name="Freeform: Shape 1760">
              <a:extLst>
                <a:ext uri="{FF2B5EF4-FFF2-40B4-BE49-F238E27FC236}">
                  <a16:creationId xmlns:a16="http://schemas.microsoft.com/office/drawing/2014/main" id="{320D0E4A-7F05-4836-9F2E-8929588FD0D3}"/>
                </a:ext>
              </a:extLst>
            </p:cNvPr>
            <p:cNvSpPr/>
            <p:nvPr/>
          </p:nvSpPr>
          <p:spPr bwMode="auto">
            <a:xfrm>
              <a:off x="6869113" y="4025901"/>
              <a:ext cx="117475" cy="11112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2" name="Freeform: Shape 1761">
              <a:extLst>
                <a:ext uri="{FF2B5EF4-FFF2-40B4-BE49-F238E27FC236}">
                  <a16:creationId xmlns:a16="http://schemas.microsoft.com/office/drawing/2014/main" id="{7A01B0E0-00D9-496E-A0D8-2C87AF160208}"/>
                </a:ext>
              </a:extLst>
            </p:cNvPr>
            <p:cNvSpPr/>
            <p:nvPr/>
          </p:nvSpPr>
          <p:spPr bwMode="auto">
            <a:xfrm>
              <a:off x="7032626" y="4025901"/>
              <a:ext cx="114300" cy="111125"/>
            </a:xfrm>
            <a:custGeom>
              <a:avLst/>
              <a:gdLst>
                <a:gd name="T0" fmla="*/ 36 w 72"/>
                <a:gd name="T1" fmla="*/ 0 h 70"/>
                <a:gd name="T2" fmla="*/ 48 w 72"/>
                <a:gd name="T3" fmla="*/ 24 h 70"/>
                <a:gd name="T4" fmla="*/ 72 w 72"/>
                <a:gd name="T5" fmla="*/ 27 h 70"/>
                <a:gd name="T6" fmla="*/ 56 w 72"/>
                <a:gd name="T7" fmla="*/ 46 h 70"/>
                <a:gd name="T8" fmla="*/ 58 w 72"/>
                <a:gd name="T9" fmla="*/ 70 h 70"/>
                <a:gd name="T10" fmla="*/ 36 w 72"/>
                <a:gd name="T11" fmla="*/ 58 h 70"/>
                <a:gd name="T12" fmla="*/ 12 w 72"/>
                <a:gd name="T13" fmla="*/ 70 h 70"/>
                <a:gd name="T14" fmla="*/ 17 w 72"/>
                <a:gd name="T15" fmla="*/ 46 h 70"/>
                <a:gd name="T16" fmla="*/ 0 w 72"/>
                <a:gd name="T17" fmla="*/ 27 h 70"/>
                <a:gd name="T18" fmla="*/ 24 w 72"/>
                <a:gd name="T19" fmla="*/ 24 h 70"/>
                <a:gd name="T20" fmla="*/ 36 w 72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2" h="70">
                  <a:moveTo>
                    <a:pt x="36" y="0"/>
                  </a:moveTo>
                  <a:lnTo>
                    <a:pt x="48" y="24"/>
                  </a:lnTo>
                  <a:lnTo>
                    <a:pt x="72" y="27"/>
                  </a:lnTo>
                  <a:lnTo>
                    <a:pt x="56" y="46"/>
                  </a:lnTo>
                  <a:lnTo>
                    <a:pt x="58" y="70"/>
                  </a:lnTo>
                  <a:lnTo>
                    <a:pt x="36" y="58"/>
                  </a:lnTo>
                  <a:lnTo>
                    <a:pt x="12" y="70"/>
                  </a:lnTo>
                  <a:lnTo>
                    <a:pt x="17" y="46"/>
                  </a:lnTo>
                  <a:lnTo>
                    <a:pt x="0" y="27"/>
                  </a:lnTo>
                  <a:lnTo>
                    <a:pt x="24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3" name="Freeform: Shape 1762">
              <a:extLst>
                <a:ext uri="{FF2B5EF4-FFF2-40B4-BE49-F238E27FC236}">
                  <a16:creationId xmlns:a16="http://schemas.microsoft.com/office/drawing/2014/main" id="{921CC38B-F346-4922-AB41-33315FE16073}"/>
                </a:ext>
              </a:extLst>
            </p:cNvPr>
            <p:cNvSpPr/>
            <p:nvPr/>
          </p:nvSpPr>
          <p:spPr bwMode="auto">
            <a:xfrm>
              <a:off x="7192963" y="4025901"/>
              <a:ext cx="119063" cy="111125"/>
            </a:xfrm>
            <a:custGeom>
              <a:avLst/>
              <a:gdLst>
                <a:gd name="T0" fmla="*/ 39 w 75"/>
                <a:gd name="T1" fmla="*/ 0 h 70"/>
                <a:gd name="T2" fmla="*/ 48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0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8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0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4" name="Freeform: Shape 1763">
              <a:extLst>
                <a:ext uri="{FF2B5EF4-FFF2-40B4-BE49-F238E27FC236}">
                  <a16:creationId xmlns:a16="http://schemas.microsoft.com/office/drawing/2014/main" id="{FC27AC97-7422-4D5D-AB4A-7A5F17D7085B}"/>
                </a:ext>
              </a:extLst>
            </p:cNvPr>
            <p:cNvSpPr/>
            <p:nvPr/>
          </p:nvSpPr>
          <p:spPr bwMode="auto">
            <a:xfrm>
              <a:off x="7358063" y="4025901"/>
              <a:ext cx="117475" cy="11112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5" name="Freeform: Shape 1764">
              <a:extLst>
                <a:ext uri="{FF2B5EF4-FFF2-40B4-BE49-F238E27FC236}">
                  <a16:creationId xmlns:a16="http://schemas.microsoft.com/office/drawing/2014/main" id="{C4B7008D-C7A1-41E0-BEF0-09C07B9DBC03}"/>
                </a:ext>
              </a:extLst>
            </p:cNvPr>
            <p:cNvSpPr/>
            <p:nvPr/>
          </p:nvSpPr>
          <p:spPr bwMode="auto">
            <a:xfrm>
              <a:off x="5788026" y="2846388"/>
              <a:ext cx="1768475" cy="973138"/>
            </a:xfrm>
            <a:custGeom>
              <a:avLst/>
              <a:gdLst>
                <a:gd name="T0" fmla="*/ 463 w 463"/>
                <a:gd name="T1" fmla="*/ 16 h 255"/>
                <a:gd name="T2" fmla="*/ 463 w 463"/>
                <a:gd name="T3" fmla="*/ 239 h 255"/>
                <a:gd name="T4" fmla="*/ 447 w 463"/>
                <a:gd name="T5" fmla="*/ 255 h 255"/>
                <a:gd name="T6" fmla="*/ 16 w 463"/>
                <a:gd name="T7" fmla="*/ 255 h 255"/>
                <a:gd name="T8" fmla="*/ 0 w 463"/>
                <a:gd name="T9" fmla="*/ 239 h 255"/>
                <a:gd name="T10" fmla="*/ 0 w 463"/>
                <a:gd name="T11" fmla="*/ 16 h 255"/>
                <a:gd name="T12" fmla="*/ 16 w 463"/>
                <a:gd name="T13" fmla="*/ 0 h 255"/>
                <a:gd name="T14" fmla="*/ 447 w 463"/>
                <a:gd name="T15" fmla="*/ 0 h 255"/>
                <a:gd name="T16" fmla="*/ 463 w 463"/>
                <a:gd name="T17" fmla="*/ 16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3" h="255">
                  <a:moveTo>
                    <a:pt x="463" y="16"/>
                  </a:moveTo>
                  <a:cubicBezTo>
                    <a:pt x="463" y="239"/>
                    <a:pt x="463" y="239"/>
                    <a:pt x="463" y="239"/>
                  </a:cubicBezTo>
                  <a:cubicBezTo>
                    <a:pt x="463" y="248"/>
                    <a:pt x="456" y="255"/>
                    <a:pt x="447" y="255"/>
                  </a:cubicBezTo>
                  <a:cubicBezTo>
                    <a:pt x="16" y="255"/>
                    <a:pt x="16" y="255"/>
                    <a:pt x="16" y="255"/>
                  </a:cubicBezTo>
                  <a:cubicBezTo>
                    <a:pt x="7" y="255"/>
                    <a:pt x="0" y="248"/>
                    <a:pt x="0" y="239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54" y="6"/>
                    <a:pt x="457" y="10"/>
                    <a:pt x="463" y="16"/>
                  </a:cubicBezTo>
                  <a:close/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6" name="Freeform: Shape 1765">
              <a:extLst>
                <a:ext uri="{FF2B5EF4-FFF2-40B4-BE49-F238E27FC236}">
                  <a16:creationId xmlns:a16="http://schemas.microsoft.com/office/drawing/2014/main" id="{5A3568EE-2014-4D80-8452-9C6286C559DC}"/>
                </a:ext>
              </a:extLst>
            </p:cNvPr>
            <p:cNvSpPr/>
            <p:nvPr/>
          </p:nvSpPr>
          <p:spPr bwMode="auto">
            <a:xfrm>
              <a:off x="6788151" y="3025776"/>
              <a:ext cx="619125" cy="393700"/>
            </a:xfrm>
            <a:custGeom>
              <a:avLst/>
              <a:gdLst>
                <a:gd name="T0" fmla="*/ 126 w 162"/>
                <a:gd name="T1" fmla="*/ 30 h 103"/>
                <a:gd name="T2" fmla="*/ 112 w 162"/>
                <a:gd name="T3" fmla="*/ 33 h 103"/>
                <a:gd name="T4" fmla="*/ 70 w 162"/>
                <a:gd name="T5" fmla="*/ 0 h 103"/>
                <a:gd name="T6" fmla="*/ 28 w 162"/>
                <a:gd name="T7" fmla="*/ 39 h 103"/>
                <a:gd name="T8" fmla="*/ 0 w 162"/>
                <a:gd name="T9" fmla="*/ 71 h 103"/>
                <a:gd name="T10" fmla="*/ 32 w 162"/>
                <a:gd name="T11" fmla="*/ 103 h 103"/>
                <a:gd name="T12" fmla="*/ 39 w 162"/>
                <a:gd name="T13" fmla="*/ 102 h 103"/>
                <a:gd name="T14" fmla="*/ 126 w 162"/>
                <a:gd name="T15" fmla="*/ 102 h 103"/>
                <a:gd name="T16" fmla="*/ 162 w 162"/>
                <a:gd name="T17" fmla="*/ 66 h 103"/>
                <a:gd name="T18" fmla="*/ 126 w 162"/>
                <a:gd name="T19" fmla="*/ 30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2" h="103">
                  <a:moveTo>
                    <a:pt x="126" y="30"/>
                  </a:moveTo>
                  <a:cubicBezTo>
                    <a:pt x="121" y="30"/>
                    <a:pt x="116" y="31"/>
                    <a:pt x="112" y="33"/>
                  </a:cubicBezTo>
                  <a:cubicBezTo>
                    <a:pt x="108" y="14"/>
                    <a:pt x="91" y="0"/>
                    <a:pt x="70" y="0"/>
                  </a:cubicBezTo>
                  <a:cubicBezTo>
                    <a:pt x="48" y="0"/>
                    <a:pt x="30" y="17"/>
                    <a:pt x="28" y="39"/>
                  </a:cubicBezTo>
                  <a:cubicBezTo>
                    <a:pt x="12" y="41"/>
                    <a:pt x="0" y="54"/>
                    <a:pt x="0" y="71"/>
                  </a:cubicBezTo>
                  <a:cubicBezTo>
                    <a:pt x="0" y="89"/>
                    <a:pt x="14" y="103"/>
                    <a:pt x="32" y="103"/>
                  </a:cubicBezTo>
                  <a:cubicBezTo>
                    <a:pt x="34" y="103"/>
                    <a:pt x="37" y="103"/>
                    <a:pt x="39" y="102"/>
                  </a:cubicBezTo>
                  <a:cubicBezTo>
                    <a:pt x="126" y="102"/>
                    <a:pt x="126" y="102"/>
                    <a:pt x="126" y="102"/>
                  </a:cubicBezTo>
                  <a:cubicBezTo>
                    <a:pt x="146" y="102"/>
                    <a:pt x="162" y="86"/>
                    <a:pt x="162" y="66"/>
                  </a:cubicBezTo>
                  <a:cubicBezTo>
                    <a:pt x="162" y="46"/>
                    <a:pt x="146" y="30"/>
                    <a:pt x="126" y="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7" name="Freeform: Shape 1766">
              <a:extLst>
                <a:ext uri="{FF2B5EF4-FFF2-40B4-BE49-F238E27FC236}">
                  <a16:creationId xmlns:a16="http://schemas.microsoft.com/office/drawing/2014/main" id="{26C29237-569C-474E-9504-E79C85D030D6}"/>
                </a:ext>
              </a:extLst>
            </p:cNvPr>
            <p:cNvSpPr/>
            <p:nvPr/>
          </p:nvSpPr>
          <p:spPr bwMode="auto">
            <a:xfrm>
              <a:off x="6980238" y="3351213"/>
              <a:ext cx="217488" cy="225425"/>
            </a:xfrm>
            <a:custGeom>
              <a:avLst/>
              <a:gdLst>
                <a:gd name="T0" fmla="*/ 120 w 137"/>
                <a:gd name="T1" fmla="*/ 62 h 142"/>
                <a:gd name="T2" fmla="*/ 120 w 137"/>
                <a:gd name="T3" fmla="*/ 0 h 142"/>
                <a:gd name="T4" fmla="*/ 16 w 137"/>
                <a:gd name="T5" fmla="*/ 0 h 142"/>
                <a:gd name="T6" fmla="*/ 16 w 137"/>
                <a:gd name="T7" fmla="*/ 62 h 142"/>
                <a:gd name="T8" fmla="*/ 0 w 137"/>
                <a:gd name="T9" fmla="*/ 62 h 142"/>
                <a:gd name="T10" fmla="*/ 69 w 137"/>
                <a:gd name="T11" fmla="*/ 142 h 142"/>
                <a:gd name="T12" fmla="*/ 137 w 137"/>
                <a:gd name="T13" fmla="*/ 62 h 142"/>
                <a:gd name="T14" fmla="*/ 120 w 137"/>
                <a:gd name="T15" fmla="*/ 6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7" h="142">
                  <a:moveTo>
                    <a:pt x="120" y="62"/>
                  </a:moveTo>
                  <a:lnTo>
                    <a:pt x="120" y="0"/>
                  </a:lnTo>
                  <a:lnTo>
                    <a:pt x="16" y="0"/>
                  </a:lnTo>
                  <a:lnTo>
                    <a:pt x="16" y="62"/>
                  </a:lnTo>
                  <a:lnTo>
                    <a:pt x="0" y="62"/>
                  </a:lnTo>
                  <a:lnTo>
                    <a:pt x="69" y="142"/>
                  </a:lnTo>
                  <a:lnTo>
                    <a:pt x="137" y="62"/>
                  </a:lnTo>
                  <a:lnTo>
                    <a:pt x="120" y="62"/>
                  </a:ln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8" name="Freeform: Shape 1767">
              <a:extLst>
                <a:ext uri="{FF2B5EF4-FFF2-40B4-BE49-F238E27FC236}">
                  <a16:creationId xmlns:a16="http://schemas.microsoft.com/office/drawing/2014/main" id="{ED664C81-6A31-4BE4-AB19-53C74CDE657B}"/>
                </a:ext>
              </a:extLst>
            </p:cNvPr>
            <p:cNvSpPr/>
            <p:nvPr/>
          </p:nvSpPr>
          <p:spPr bwMode="auto">
            <a:xfrm>
              <a:off x="5883276" y="3495676"/>
              <a:ext cx="806450" cy="30163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9" name="Freeform: Shape 1768">
              <a:extLst>
                <a:ext uri="{FF2B5EF4-FFF2-40B4-BE49-F238E27FC236}">
                  <a16:creationId xmlns:a16="http://schemas.microsoft.com/office/drawing/2014/main" id="{A855BD01-9F70-458A-8A69-3BB99EFF4F07}"/>
                </a:ext>
              </a:extLst>
            </p:cNvPr>
            <p:cNvSpPr/>
            <p:nvPr/>
          </p:nvSpPr>
          <p:spPr bwMode="auto">
            <a:xfrm>
              <a:off x="5883276" y="3582988"/>
              <a:ext cx="806450" cy="31750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0" name="Freeform: Shape 1769">
              <a:extLst>
                <a:ext uri="{FF2B5EF4-FFF2-40B4-BE49-F238E27FC236}">
                  <a16:creationId xmlns:a16="http://schemas.microsoft.com/office/drawing/2014/main" id="{EAC31016-53A7-4C55-915E-8B27D03430B2}"/>
                </a:ext>
              </a:extLst>
            </p:cNvPr>
            <p:cNvSpPr/>
            <p:nvPr/>
          </p:nvSpPr>
          <p:spPr bwMode="auto">
            <a:xfrm>
              <a:off x="5883276" y="3671888"/>
              <a:ext cx="806450" cy="25400"/>
            </a:xfrm>
            <a:custGeom>
              <a:avLst/>
              <a:gdLst>
                <a:gd name="T0" fmla="*/ 5 w 211"/>
                <a:gd name="T1" fmla="*/ 7 h 7"/>
                <a:gd name="T2" fmla="*/ 206 w 211"/>
                <a:gd name="T3" fmla="*/ 7 h 7"/>
                <a:gd name="T4" fmla="*/ 206 w 211"/>
                <a:gd name="T5" fmla="*/ 0 h 7"/>
                <a:gd name="T6" fmla="*/ 5 w 211"/>
                <a:gd name="T7" fmla="*/ 0 h 7"/>
                <a:gd name="T8" fmla="*/ 5 w 211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7">
                  <a:moveTo>
                    <a:pt x="5" y="7"/>
                  </a:moveTo>
                  <a:cubicBezTo>
                    <a:pt x="72" y="7"/>
                    <a:pt x="139" y="7"/>
                    <a:pt x="206" y="7"/>
                  </a:cubicBezTo>
                  <a:cubicBezTo>
                    <a:pt x="211" y="7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1" name="Rectangle 1770">
              <a:extLst>
                <a:ext uri="{FF2B5EF4-FFF2-40B4-BE49-F238E27FC236}">
                  <a16:creationId xmlns:a16="http://schemas.microsoft.com/office/drawing/2014/main" id="{A6E64996-2A73-4CBB-B130-829F71F65B2B}"/>
                </a:ext>
              </a:extLst>
            </p:cNvPr>
            <p:cNvSpPr/>
            <p:nvPr/>
          </p:nvSpPr>
          <p:spPr bwMode="auto">
            <a:xfrm>
              <a:off x="5888038" y="3278188"/>
              <a:ext cx="782638" cy="650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2" name="Rectangle 1771">
              <a:extLst>
                <a:ext uri="{FF2B5EF4-FFF2-40B4-BE49-F238E27FC236}">
                  <a16:creationId xmlns:a16="http://schemas.microsoft.com/office/drawing/2014/main" id="{9E11EE75-F85E-4B56-AC77-1D2C0F7B39A4}"/>
                </a:ext>
              </a:extLst>
            </p:cNvPr>
            <p:cNvSpPr/>
            <p:nvPr/>
          </p:nvSpPr>
          <p:spPr bwMode="auto">
            <a:xfrm>
              <a:off x="6154738" y="3278188"/>
              <a:ext cx="515938" cy="65088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3" name="Rectangle 1772">
              <a:extLst>
                <a:ext uri="{FF2B5EF4-FFF2-40B4-BE49-F238E27FC236}">
                  <a16:creationId xmlns:a16="http://schemas.microsoft.com/office/drawing/2014/main" id="{20BF994E-434F-478F-AED9-EFDBFC763C9C}"/>
                </a:ext>
              </a:extLst>
            </p:cNvPr>
            <p:cNvSpPr/>
            <p:nvPr/>
          </p:nvSpPr>
          <p:spPr bwMode="auto">
            <a:xfrm>
              <a:off x="5888038" y="3098801"/>
              <a:ext cx="782638" cy="650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4" name="Rectangle 1773">
              <a:extLst>
                <a:ext uri="{FF2B5EF4-FFF2-40B4-BE49-F238E27FC236}">
                  <a16:creationId xmlns:a16="http://schemas.microsoft.com/office/drawing/2014/main" id="{DB045245-F066-4639-98D3-D61E2093B939}"/>
                </a:ext>
              </a:extLst>
            </p:cNvPr>
            <p:cNvSpPr/>
            <p:nvPr/>
          </p:nvSpPr>
          <p:spPr bwMode="auto">
            <a:xfrm>
              <a:off x="6423026" y="3098801"/>
              <a:ext cx="247650" cy="65088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5" name="Freeform: Shape 1774">
              <a:extLst>
                <a:ext uri="{FF2B5EF4-FFF2-40B4-BE49-F238E27FC236}">
                  <a16:creationId xmlns:a16="http://schemas.microsoft.com/office/drawing/2014/main" id="{18F56BC1-D196-4224-BD1C-594CF2FBCCF5}"/>
                </a:ext>
              </a:extLst>
            </p:cNvPr>
            <p:cNvSpPr/>
            <p:nvPr/>
          </p:nvSpPr>
          <p:spPr bwMode="auto">
            <a:xfrm>
              <a:off x="7743826" y="2354263"/>
              <a:ext cx="1449388" cy="2446338"/>
            </a:xfrm>
            <a:custGeom>
              <a:avLst/>
              <a:gdLst>
                <a:gd name="T0" fmla="*/ 36 w 380"/>
                <a:gd name="T1" fmla="*/ 641 h 641"/>
                <a:gd name="T2" fmla="*/ 4 w 380"/>
                <a:gd name="T3" fmla="*/ 514 h 641"/>
                <a:gd name="T4" fmla="*/ 111 w 380"/>
                <a:gd name="T5" fmla="*/ 314 h 641"/>
                <a:gd name="T6" fmla="*/ 118 w 380"/>
                <a:gd name="T7" fmla="*/ 311 h 641"/>
                <a:gd name="T8" fmla="*/ 131 w 380"/>
                <a:gd name="T9" fmla="*/ 284 h 641"/>
                <a:gd name="T10" fmla="*/ 242 w 380"/>
                <a:gd name="T11" fmla="*/ 185 h 641"/>
                <a:gd name="T12" fmla="*/ 335 w 380"/>
                <a:gd name="T13" fmla="*/ 1 h 641"/>
                <a:gd name="T14" fmla="*/ 338 w 380"/>
                <a:gd name="T15" fmla="*/ 0 h 641"/>
                <a:gd name="T16" fmla="*/ 244 w 380"/>
                <a:gd name="T17" fmla="*/ 188 h 641"/>
                <a:gd name="T18" fmla="*/ 134 w 380"/>
                <a:gd name="T19" fmla="*/ 286 h 641"/>
                <a:gd name="T20" fmla="*/ 122 w 380"/>
                <a:gd name="T21" fmla="*/ 310 h 641"/>
                <a:gd name="T22" fmla="*/ 157 w 380"/>
                <a:gd name="T23" fmla="*/ 302 h 641"/>
                <a:gd name="T24" fmla="*/ 228 w 380"/>
                <a:gd name="T25" fmla="*/ 339 h 641"/>
                <a:gd name="T26" fmla="*/ 217 w 380"/>
                <a:gd name="T27" fmla="*/ 400 h 641"/>
                <a:gd name="T28" fmla="*/ 151 w 380"/>
                <a:gd name="T29" fmla="*/ 422 h 641"/>
                <a:gd name="T30" fmla="*/ 114 w 380"/>
                <a:gd name="T31" fmla="*/ 384 h 641"/>
                <a:gd name="T32" fmla="*/ 116 w 380"/>
                <a:gd name="T33" fmla="*/ 316 h 641"/>
                <a:gd name="T34" fmla="*/ 112 w 380"/>
                <a:gd name="T35" fmla="*/ 317 h 641"/>
                <a:gd name="T36" fmla="*/ 8 w 380"/>
                <a:gd name="T37" fmla="*/ 514 h 641"/>
                <a:gd name="T38" fmla="*/ 40 w 380"/>
                <a:gd name="T39" fmla="*/ 640 h 641"/>
                <a:gd name="T40" fmla="*/ 36 w 380"/>
                <a:gd name="T41" fmla="*/ 641 h 641"/>
                <a:gd name="T42" fmla="*/ 120 w 380"/>
                <a:gd name="T43" fmla="*/ 314 h 641"/>
                <a:gd name="T44" fmla="*/ 117 w 380"/>
                <a:gd name="T45" fmla="*/ 383 h 641"/>
                <a:gd name="T46" fmla="*/ 153 w 380"/>
                <a:gd name="T47" fmla="*/ 419 h 641"/>
                <a:gd name="T48" fmla="*/ 215 w 380"/>
                <a:gd name="T49" fmla="*/ 398 h 641"/>
                <a:gd name="T50" fmla="*/ 225 w 380"/>
                <a:gd name="T51" fmla="*/ 340 h 641"/>
                <a:gd name="T52" fmla="*/ 120 w 380"/>
                <a:gd name="T53" fmla="*/ 314 h 6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80" h="641">
                  <a:moveTo>
                    <a:pt x="36" y="641"/>
                  </a:moveTo>
                  <a:cubicBezTo>
                    <a:pt x="36" y="641"/>
                    <a:pt x="9" y="583"/>
                    <a:pt x="4" y="514"/>
                  </a:cubicBezTo>
                  <a:cubicBezTo>
                    <a:pt x="0" y="450"/>
                    <a:pt x="16" y="364"/>
                    <a:pt x="111" y="314"/>
                  </a:cubicBezTo>
                  <a:cubicBezTo>
                    <a:pt x="111" y="314"/>
                    <a:pt x="114" y="313"/>
                    <a:pt x="118" y="311"/>
                  </a:cubicBezTo>
                  <a:cubicBezTo>
                    <a:pt x="121" y="302"/>
                    <a:pt x="126" y="293"/>
                    <a:pt x="131" y="284"/>
                  </a:cubicBezTo>
                  <a:cubicBezTo>
                    <a:pt x="158" y="242"/>
                    <a:pt x="201" y="213"/>
                    <a:pt x="242" y="185"/>
                  </a:cubicBezTo>
                  <a:cubicBezTo>
                    <a:pt x="314" y="136"/>
                    <a:pt x="375" y="95"/>
                    <a:pt x="335" y="1"/>
                  </a:cubicBezTo>
                  <a:cubicBezTo>
                    <a:pt x="338" y="0"/>
                    <a:pt x="338" y="0"/>
                    <a:pt x="338" y="0"/>
                  </a:cubicBezTo>
                  <a:cubicBezTo>
                    <a:pt x="380" y="96"/>
                    <a:pt x="314" y="140"/>
                    <a:pt x="244" y="188"/>
                  </a:cubicBezTo>
                  <a:cubicBezTo>
                    <a:pt x="203" y="215"/>
                    <a:pt x="160" y="244"/>
                    <a:pt x="134" y="286"/>
                  </a:cubicBezTo>
                  <a:cubicBezTo>
                    <a:pt x="130" y="294"/>
                    <a:pt x="125" y="302"/>
                    <a:pt x="122" y="310"/>
                  </a:cubicBezTo>
                  <a:cubicBezTo>
                    <a:pt x="131" y="307"/>
                    <a:pt x="143" y="303"/>
                    <a:pt x="157" y="302"/>
                  </a:cubicBezTo>
                  <a:cubicBezTo>
                    <a:pt x="190" y="300"/>
                    <a:pt x="214" y="313"/>
                    <a:pt x="228" y="339"/>
                  </a:cubicBezTo>
                  <a:cubicBezTo>
                    <a:pt x="238" y="358"/>
                    <a:pt x="234" y="381"/>
                    <a:pt x="217" y="400"/>
                  </a:cubicBezTo>
                  <a:cubicBezTo>
                    <a:pt x="203" y="417"/>
                    <a:pt x="177" y="431"/>
                    <a:pt x="151" y="422"/>
                  </a:cubicBezTo>
                  <a:cubicBezTo>
                    <a:pt x="134" y="416"/>
                    <a:pt x="121" y="403"/>
                    <a:pt x="114" y="384"/>
                  </a:cubicBezTo>
                  <a:cubicBezTo>
                    <a:pt x="107" y="364"/>
                    <a:pt x="108" y="340"/>
                    <a:pt x="116" y="316"/>
                  </a:cubicBezTo>
                  <a:cubicBezTo>
                    <a:pt x="114" y="317"/>
                    <a:pt x="112" y="317"/>
                    <a:pt x="112" y="317"/>
                  </a:cubicBezTo>
                  <a:cubicBezTo>
                    <a:pt x="19" y="366"/>
                    <a:pt x="4" y="451"/>
                    <a:pt x="8" y="514"/>
                  </a:cubicBezTo>
                  <a:cubicBezTo>
                    <a:pt x="12" y="582"/>
                    <a:pt x="39" y="639"/>
                    <a:pt x="40" y="640"/>
                  </a:cubicBezTo>
                  <a:lnTo>
                    <a:pt x="36" y="641"/>
                  </a:lnTo>
                  <a:close/>
                  <a:moveTo>
                    <a:pt x="120" y="314"/>
                  </a:moveTo>
                  <a:cubicBezTo>
                    <a:pt x="112" y="339"/>
                    <a:pt x="110" y="363"/>
                    <a:pt x="117" y="383"/>
                  </a:cubicBezTo>
                  <a:cubicBezTo>
                    <a:pt x="124" y="401"/>
                    <a:pt x="136" y="413"/>
                    <a:pt x="153" y="419"/>
                  </a:cubicBezTo>
                  <a:cubicBezTo>
                    <a:pt x="176" y="427"/>
                    <a:pt x="201" y="414"/>
                    <a:pt x="215" y="398"/>
                  </a:cubicBezTo>
                  <a:cubicBezTo>
                    <a:pt x="230" y="380"/>
                    <a:pt x="234" y="358"/>
                    <a:pt x="225" y="340"/>
                  </a:cubicBezTo>
                  <a:cubicBezTo>
                    <a:pt x="200" y="292"/>
                    <a:pt x="142" y="307"/>
                    <a:pt x="120" y="314"/>
                  </a:cubicBez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6" name="Freeform: Shape 1775">
              <a:extLst>
                <a:ext uri="{FF2B5EF4-FFF2-40B4-BE49-F238E27FC236}">
                  <a16:creationId xmlns:a16="http://schemas.microsoft.com/office/drawing/2014/main" id="{BDE3AC7D-63EF-4BA9-86AB-559C60D7699C}"/>
                </a:ext>
              </a:extLst>
            </p:cNvPr>
            <p:cNvSpPr/>
            <p:nvPr/>
          </p:nvSpPr>
          <p:spPr bwMode="auto">
            <a:xfrm>
              <a:off x="8967788" y="2324101"/>
              <a:ext cx="77788" cy="61913"/>
            </a:xfrm>
            <a:custGeom>
              <a:avLst/>
              <a:gdLst>
                <a:gd name="T0" fmla="*/ 49 w 49"/>
                <a:gd name="T1" fmla="*/ 39 h 39"/>
                <a:gd name="T2" fmla="*/ 0 w 49"/>
                <a:gd name="T3" fmla="*/ 15 h 39"/>
                <a:gd name="T4" fmla="*/ 17 w 49"/>
                <a:gd name="T5" fmla="*/ 0 h 39"/>
                <a:gd name="T6" fmla="*/ 49 w 49"/>
                <a:gd name="T7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39">
                  <a:moveTo>
                    <a:pt x="49" y="39"/>
                  </a:moveTo>
                  <a:lnTo>
                    <a:pt x="0" y="15"/>
                  </a:lnTo>
                  <a:lnTo>
                    <a:pt x="17" y="0"/>
                  </a:lnTo>
                  <a:lnTo>
                    <a:pt x="49" y="39"/>
                  </a:lnTo>
                  <a:close/>
                </a:path>
              </a:pathLst>
            </a:custGeom>
            <a:solidFill>
              <a:srgbClr val="EC98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7" name="Freeform: Shape 1776">
              <a:extLst>
                <a:ext uri="{FF2B5EF4-FFF2-40B4-BE49-F238E27FC236}">
                  <a16:creationId xmlns:a16="http://schemas.microsoft.com/office/drawing/2014/main" id="{9D342A41-390F-40F0-AD01-DACA64C3C600}"/>
                </a:ext>
              </a:extLst>
            </p:cNvPr>
            <p:cNvSpPr/>
            <p:nvPr/>
          </p:nvSpPr>
          <p:spPr bwMode="auto">
            <a:xfrm>
              <a:off x="8750301" y="2071688"/>
              <a:ext cx="385763" cy="336550"/>
            </a:xfrm>
            <a:custGeom>
              <a:avLst/>
              <a:gdLst>
                <a:gd name="T0" fmla="*/ 0 w 101"/>
                <a:gd name="T1" fmla="*/ 0 h 88"/>
                <a:gd name="T2" fmla="*/ 39 w 101"/>
                <a:gd name="T3" fmla="*/ 88 h 88"/>
                <a:gd name="T4" fmla="*/ 64 w 101"/>
                <a:gd name="T5" fmla="*/ 66 h 88"/>
                <a:gd name="T6" fmla="*/ 77 w 101"/>
                <a:gd name="T7" fmla="*/ 82 h 88"/>
                <a:gd name="T8" fmla="*/ 77 w 101"/>
                <a:gd name="T9" fmla="*/ 59 h 88"/>
                <a:gd name="T10" fmla="*/ 101 w 101"/>
                <a:gd name="T11" fmla="*/ 44 h 88"/>
                <a:gd name="T12" fmla="*/ 0 w 101"/>
                <a:gd name="T13" fmla="*/ 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1" h="88">
                  <a:moveTo>
                    <a:pt x="0" y="0"/>
                  </a:moveTo>
                  <a:cubicBezTo>
                    <a:pt x="39" y="88"/>
                    <a:pt x="39" y="88"/>
                    <a:pt x="39" y="88"/>
                  </a:cubicBezTo>
                  <a:cubicBezTo>
                    <a:pt x="64" y="66"/>
                    <a:pt x="64" y="66"/>
                    <a:pt x="64" y="66"/>
                  </a:cubicBezTo>
                  <a:cubicBezTo>
                    <a:pt x="64" y="66"/>
                    <a:pt x="77" y="85"/>
                    <a:pt x="77" y="82"/>
                  </a:cubicBezTo>
                  <a:cubicBezTo>
                    <a:pt x="77" y="79"/>
                    <a:pt x="77" y="59"/>
                    <a:pt x="77" y="59"/>
                  </a:cubicBezTo>
                  <a:cubicBezTo>
                    <a:pt x="101" y="44"/>
                    <a:pt x="101" y="44"/>
                    <a:pt x="101" y="4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8" name="Freeform: Shape 1777">
              <a:extLst>
                <a:ext uri="{FF2B5EF4-FFF2-40B4-BE49-F238E27FC236}">
                  <a16:creationId xmlns:a16="http://schemas.microsoft.com/office/drawing/2014/main" id="{E67004C6-7A78-4B45-AE24-276B02850537}"/>
                </a:ext>
              </a:extLst>
            </p:cNvPr>
            <p:cNvSpPr/>
            <p:nvPr/>
          </p:nvSpPr>
          <p:spPr bwMode="auto">
            <a:xfrm>
              <a:off x="8755063" y="2071688"/>
              <a:ext cx="285751" cy="301625"/>
            </a:xfrm>
            <a:custGeom>
              <a:avLst/>
              <a:gdLst>
                <a:gd name="T0" fmla="*/ 0 w 180"/>
                <a:gd name="T1" fmla="*/ 0 h 190"/>
                <a:gd name="T2" fmla="*/ 178 w 180"/>
                <a:gd name="T3" fmla="*/ 142 h 190"/>
                <a:gd name="T4" fmla="*/ 180 w 180"/>
                <a:gd name="T5" fmla="*/ 190 h 190"/>
                <a:gd name="T6" fmla="*/ 159 w 180"/>
                <a:gd name="T7" fmla="*/ 157 h 190"/>
                <a:gd name="T8" fmla="*/ 0 w 180"/>
                <a:gd name="T9" fmla="*/ 0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0" h="190">
                  <a:moveTo>
                    <a:pt x="0" y="0"/>
                  </a:moveTo>
                  <a:lnTo>
                    <a:pt x="178" y="142"/>
                  </a:lnTo>
                  <a:lnTo>
                    <a:pt x="180" y="190"/>
                  </a:lnTo>
                  <a:lnTo>
                    <a:pt x="159" y="1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AB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9" name="Oval 1778">
              <a:extLst>
                <a:ext uri="{FF2B5EF4-FFF2-40B4-BE49-F238E27FC236}">
                  <a16:creationId xmlns:a16="http://schemas.microsoft.com/office/drawing/2014/main" id="{E72759A0-D196-4C71-8101-2B13D2955AF7}"/>
                </a:ext>
              </a:extLst>
            </p:cNvPr>
            <p:cNvSpPr/>
            <p:nvPr/>
          </p:nvSpPr>
          <p:spPr bwMode="auto">
            <a:xfrm>
              <a:off x="3016251" y="5556251"/>
              <a:ext cx="1890713" cy="61913"/>
            </a:xfrm>
            <a:prstGeom prst="ellipse">
              <a:avLst/>
            </a:prstGeom>
            <a:solidFill>
              <a:srgbClr val="ECEC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0" name="Freeform: Shape 1779">
              <a:extLst>
                <a:ext uri="{FF2B5EF4-FFF2-40B4-BE49-F238E27FC236}">
                  <a16:creationId xmlns:a16="http://schemas.microsoft.com/office/drawing/2014/main" id="{E5BB2AEF-D93A-4C33-8029-AC26D68CA1C7}"/>
                </a:ext>
              </a:extLst>
            </p:cNvPr>
            <p:cNvSpPr/>
            <p:nvPr/>
          </p:nvSpPr>
          <p:spPr bwMode="auto">
            <a:xfrm>
              <a:off x="3730626" y="3163888"/>
              <a:ext cx="492125" cy="530225"/>
            </a:xfrm>
            <a:custGeom>
              <a:avLst/>
              <a:gdLst>
                <a:gd name="T0" fmla="*/ 42 w 129"/>
                <a:gd name="T1" fmla="*/ 0 h 139"/>
                <a:gd name="T2" fmla="*/ 81 w 129"/>
                <a:gd name="T3" fmla="*/ 0 h 139"/>
                <a:gd name="T4" fmla="*/ 110 w 129"/>
                <a:gd name="T5" fmla="*/ 20 h 139"/>
                <a:gd name="T6" fmla="*/ 112 w 129"/>
                <a:gd name="T7" fmla="*/ 92 h 139"/>
                <a:gd name="T8" fmla="*/ 98 w 129"/>
                <a:gd name="T9" fmla="*/ 137 h 139"/>
                <a:gd name="T10" fmla="*/ 21 w 129"/>
                <a:gd name="T11" fmla="*/ 139 h 139"/>
                <a:gd name="T12" fmla="*/ 2 w 129"/>
                <a:gd name="T13" fmla="*/ 25 h 139"/>
                <a:gd name="T14" fmla="*/ 16 w 129"/>
                <a:gd name="T15" fmla="*/ 4 h 139"/>
                <a:gd name="T16" fmla="*/ 42 w 129"/>
                <a:gd name="T17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9" h="139">
                  <a:moveTo>
                    <a:pt x="42" y="0"/>
                  </a:moveTo>
                  <a:cubicBezTo>
                    <a:pt x="81" y="0"/>
                    <a:pt x="81" y="0"/>
                    <a:pt x="81" y="0"/>
                  </a:cubicBezTo>
                  <a:cubicBezTo>
                    <a:pt x="81" y="0"/>
                    <a:pt x="99" y="2"/>
                    <a:pt x="110" y="20"/>
                  </a:cubicBezTo>
                  <a:cubicBezTo>
                    <a:pt x="120" y="36"/>
                    <a:pt x="129" y="71"/>
                    <a:pt x="112" y="92"/>
                  </a:cubicBezTo>
                  <a:cubicBezTo>
                    <a:pt x="112" y="92"/>
                    <a:pt x="97" y="126"/>
                    <a:pt x="98" y="137"/>
                  </a:cubicBezTo>
                  <a:cubicBezTo>
                    <a:pt x="21" y="139"/>
                    <a:pt x="21" y="139"/>
                    <a:pt x="21" y="139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0" y="15"/>
                    <a:pt x="7" y="6"/>
                    <a:pt x="16" y="4"/>
                  </a:cubicBezTo>
                  <a:lnTo>
                    <a:pt x="42" y="0"/>
                  </a:lnTo>
                  <a:close/>
                </a:path>
              </a:pathLst>
            </a:custGeom>
            <a:solidFill>
              <a:srgbClr val="F974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1" name="Freeform: Shape 1780">
              <a:extLst>
                <a:ext uri="{FF2B5EF4-FFF2-40B4-BE49-F238E27FC236}">
                  <a16:creationId xmlns:a16="http://schemas.microsoft.com/office/drawing/2014/main" id="{8B8E13CF-1A9B-4E72-994C-9CD904B96EF6}"/>
                </a:ext>
              </a:extLst>
            </p:cNvPr>
            <p:cNvSpPr/>
            <p:nvPr/>
          </p:nvSpPr>
          <p:spPr bwMode="auto">
            <a:xfrm>
              <a:off x="3517901" y="3098801"/>
              <a:ext cx="396875" cy="881063"/>
            </a:xfrm>
            <a:custGeom>
              <a:avLst/>
              <a:gdLst>
                <a:gd name="T0" fmla="*/ 90 w 104"/>
                <a:gd name="T1" fmla="*/ 23 h 231"/>
                <a:gd name="T2" fmla="*/ 44 w 104"/>
                <a:gd name="T3" fmla="*/ 135 h 231"/>
                <a:gd name="T4" fmla="*/ 104 w 104"/>
                <a:gd name="T5" fmla="*/ 216 h 231"/>
                <a:gd name="T6" fmla="*/ 89 w 104"/>
                <a:gd name="T7" fmla="*/ 231 h 231"/>
                <a:gd name="T8" fmla="*/ 20 w 104"/>
                <a:gd name="T9" fmla="*/ 144 h 231"/>
                <a:gd name="T10" fmla="*/ 90 w 104"/>
                <a:gd name="T11" fmla="*/ 23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4" h="231">
                  <a:moveTo>
                    <a:pt x="90" y="23"/>
                  </a:moveTo>
                  <a:cubicBezTo>
                    <a:pt x="94" y="27"/>
                    <a:pt x="103" y="53"/>
                    <a:pt x="44" y="135"/>
                  </a:cubicBezTo>
                  <a:cubicBezTo>
                    <a:pt x="44" y="135"/>
                    <a:pt x="93" y="188"/>
                    <a:pt x="104" y="216"/>
                  </a:cubicBezTo>
                  <a:cubicBezTo>
                    <a:pt x="89" y="231"/>
                    <a:pt x="89" y="231"/>
                    <a:pt x="89" y="231"/>
                  </a:cubicBezTo>
                  <a:cubicBezTo>
                    <a:pt x="89" y="231"/>
                    <a:pt x="41" y="177"/>
                    <a:pt x="20" y="144"/>
                  </a:cubicBezTo>
                  <a:cubicBezTo>
                    <a:pt x="0" y="111"/>
                    <a:pt x="67" y="0"/>
                    <a:pt x="90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2" name="Freeform: Shape 1781">
              <a:extLst>
                <a:ext uri="{FF2B5EF4-FFF2-40B4-BE49-F238E27FC236}">
                  <a16:creationId xmlns:a16="http://schemas.microsoft.com/office/drawing/2014/main" id="{82B44C3A-DE3E-4C35-868D-53BB5933BCC8}"/>
                </a:ext>
              </a:extLst>
            </p:cNvPr>
            <p:cNvSpPr/>
            <p:nvPr/>
          </p:nvSpPr>
          <p:spPr bwMode="auto">
            <a:xfrm>
              <a:off x="3833813" y="3098801"/>
              <a:ext cx="939800" cy="415925"/>
            </a:xfrm>
            <a:custGeom>
              <a:avLst/>
              <a:gdLst>
                <a:gd name="T0" fmla="*/ 45 w 246"/>
                <a:gd name="T1" fmla="*/ 23 h 109"/>
                <a:gd name="T2" fmla="*/ 150 w 246"/>
                <a:gd name="T3" fmla="*/ 70 h 109"/>
                <a:gd name="T4" fmla="*/ 229 w 246"/>
                <a:gd name="T5" fmla="*/ 0 h 109"/>
                <a:gd name="T6" fmla="*/ 246 w 246"/>
                <a:gd name="T7" fmla="*/ 13 h 109"/>
                <a:gd name="T8" fmla="*/ 159 w 246"/>
                <a:gd name="T9" fmla="*/ 97 h 109"/>
                <a:gd name="T10" fmla="*/ 45 w 246"/>
                <a:gd name="T11" fmla="*/ 23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6" h="109">
                  <a:moveTo>
                    <a:pt x="45" y="23"/>
                  </a:moveTo>
                  <a:cubicBezTo>
                    <a:pt x="65" y="6"/>
                    <a:pt x="130" y="59"/>
                    <a:pt x="150" y="70"/>
                  </a:cubicBezTo>
                  <a:cubicBezTo>
                    <a:pt x="150" y="70"/>
                    <a:pt x="206" y="25"/>
                    <a:pt x="229" y="0"/>
                  </a:cubicBezTo>
                  <a:cubicBezTo>
                    <a:pt x="246" y="13"/>
                    <a:pt x="246" y="13"/>
                    <a:pt x="246" y="13"/>
                  </a:cubicBezTo>
                  <a:cubicBezTo>
                    <a:pt x="246" y="13"/>
                    <a:pt x="182" y="92"/>
                    <a:pt x="159" y="97"/>
                  </a:cubicBezTo>
                  <a:cubicBezTo>
                    <a:pt x="99" y="109"/>
                    <a:pt x="0" y="63"/>
                    <a:pt x="45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3" name="Freeform: Shape 1782">
              <a:extLst>
                <a:ext uri="{FF2B5EF4-FFF2-40B4-BE49-F238E27FC236}">
                  <a16:creationId xmlns:a16="http://schemas.microsoft.com/office/drawing/2014/main" id="{91236E31-E608-4D4D-8FA8-E82957E7D196}"/>
                </a:ext>
              </a:extLst>
            </p:cNvPr>
            <p:cNvSpPr/>
            <p:nvPr/>
          </p:nvSpPr>
          <p:spPr bwMode="auto">
            <a:xfrm>
              <a:off x="4678363" y="2832101"/>
              <a:ext cx="182563" cy="315913"/>
            </a:xfrm>
            <a:custGeom>
              <a:avLst/>
              <a:gdLst>
                <a:gd name="T0" fmla="*/ 0 w 48"/>
                <a:gd name="T1" fmla="*/ 82 h 83"/>
                <a:gd name="T2" fmla="*/ 10 w 48"/>
                <a:gd name="T3" fmla="*/ 53 h 83"/>
                <a:gd name="T4" fmla="*/ 12 w 48"/>
                <a:gd name="T5" fmla="*/ 44 h 83"/>
                <a:gd name="T6" fmla="*/ 41 w 48"/>
                <a:gd name="T7" fmla="*/ 0 h 83"/>
                <a:gd name="T8" fmla="*/ 32 w 48"/>
                <a:gd name="T9" fmla="*/ 31 h 83"/>
                <a:gd name="T10" fmla="*/ 40 w 48"/>
                <a:gd name="T11" fmla="*/ 60 h 83"/>
                <a:gd name="T12" fmla="*/ 25 w 48"/>
                <a:gd name="T13" fmla="*/ 83 h 83"/>
                <a:gd name="T14" fmla="*/ 0 w 48"/>
                <a:gd name="T15" fmla="*/ 82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8" h="83">
                  <a:moveTo>
                    <a:pt x="0" y="82"/>
                  </a:moveTo>
                  <a:cubicBezTo>
                    <a:pt x="0" y="82"/>
                    <a:pt x="10" y="74"/>
                    <a:pt x="10" y="53"/>
                  </a:cubicBezTo>
                  <a:cubicBezTo>
                    <a:pt x="10" y="50"/>
                    <a:pt x="11" y="47"/>
                    <a:pt x="12" y="44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0"/>
                    <a:pt x="48" y="6"/>
                    <a:pt x="32" y="31"/>
                  </a:cubicBezTo>
                  <a:cubicBezTo>
                    <a:pt x="32" y="31"/>
                    <a:pt x="44" y="49"/>
                    <a:pt x="40" y="60"/>
                  </a:cubicBezTo>
                  <a:cubicBezTo>
                    <a:pt x="36" y="70"/>
                    <a:pt x="25" y="83"/>
                    <a:pt x="25" y="83"/>
                  </a:cubicBezTo>
                  <a:lnTo>
                    <a:pt x="0" y="82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4" name="Freeform: Shape 1783">
              <a:extLst>
                <a:ext uri="{FF2B5EF4-FFF2-40B4-BE49-F238E27FC236}">
                  <a16:creationId xmlns:a16="http://schemas.microsoft.com/office/drawing/2014/main" id="{5E53702C-614A-462C-BBEF-B27F9F608BF3}"/>
                </a:ext>
              </a:extLst>
            </p:cNvPr>
            <p:cNvSpPr/>
            <p:nvPr/>
          </p:nvSpPr>
          <p:spPr bwMode="auto">
            <a:xfrm>
              <a:off x="3570288" y="2465388"/>
              <a:ext cx="874713" cy="1212850"/>
            </a:xfrm>
            <a:custGeom>
              <a:avLst/>
              <a:gdLst>
                <a:gd name="T0" fmla="*/ 88 w 229"/>
                <a:gd name="T1" fmla="*/ 42 h 318"/>
                <a:gd name="T2" fmla="*/ 75 w 229"/>
                <a:gd name="T3" fmla="*/ 52 h 318"/>
                <a:gd name="T4" fmla="*/ 66 w 229"/>
                <a:gd name="T5" fmla="*/ 57 h 318"/>
                <a:gd name="T6" fmla="*/ 33 w 229"/>
                <a:gd name="T7" fmla="*/ 87 h 318"/>
                <a:gd name="T8" fmla="*/ 21 w 229"/>
                <a:gd name="T9" fmla="*/ 163 h 318"/>
                <a:gd name="T10" fmla="*/ 16 w 229"/>
                <a:gd name="T11" fmla="*/ 173 h 318"/>
                <a:gd name="T12" fmla="*/ 41 w 229"/>
                <a:gd name="T13" fmla="*/ 240 h 318"/>
                <a:gd name="T14" fmla="*/ 114 w 229"/>
                <a:gd name="T15" fmla="*/ 316 h 318"/>
                <a:gd name="T16" fmla="*/ 185 w 229"/>
                <a:gd name="T17" fmla="*/ 249 h 318"/>
                <a:gd name="T18" fmla="*/ 202 w 229"/>
                <a:gd name="T19" fmla="*/ 214 h 318"/>
                <a:gd name="T20" fmla="*/ 188 w 229"/>
                <a:gd name="T21" fmla="*/ 148 h 318"/>
                <a:gd name="T22" fmla="*/ 176 w 229"/>
                <a:gd name="T23" fmla="*/ 103 h 318"/>
                <a:gd name="T24" fmla="*/ 88 w 229"/>
                <a:gd name="T25" fmla="*/ 4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9" h="318">
                  <a:moveTo>
                    <a:pt x="88" y="42"/>
                  </a:moveTo>
                  <a:cubicBezTo>
                    <a:pt x="83" y="45"/>
                    <a:pt x="79" y="49"/>
                    <a:pt x="75" y="52"/>
                  </a:cubicBezTo>
                  <a:cubicBezTo>
                    <a:pt x="73" y="54"/>
                    <a:pt x="71" y="56"/>
                    <a:pt x="66" y="57"/>
                  </a:cubicBezTo>
                  <a:cubicBezTo>
                    <a:pt x="60" y="59"/>
                    <a:pt x="32" y="54"/>
                    <a:pt x="33" y="87"/>
                  </a:cubicBezTo>
                  <a:cubicBezTo>
                    <a:pt x="34" y="113"/>
                    <a:pt x="30" y="139"/>
                    <a:pt x="21" y="163"/>
                  </a:cubicBezTo>
                  <a:cubicBezTo>
                    <a:pt x="19" y="166"/>
                    <a:pt x="18" y="170"/>
                    <a:pt x="16" y="173"/>
                  </a:cubicBezTo>
                  <a:cubicBezTo>
                    <a:pt x="0" y="215"/>
                    <a:pt x="27" y="214"/>
                    <a:pt x="41" y="240"/>
                  </a:cubicBezTo>
                  <a:cubicBezTo>
                    <a:pt x="55" y="266"/>
                    <a:pt x="27" y="313"/>
                    <a:pt x="114" y="316"/>
                  </a:cubicBezTo>
                  <a:cubicBezTo>
                    <a:pt x="159" y="318"/>
                    <a:pt x="206" y="295"/>
                    <a:pt x="185" y="249"/>
                  </a:cubicBezTo>
                  <a:cubicBezTo>
                    <a:pt x="185" y="249"/>
                    <a:pt x="186" y="224"/>
                    <a:pt x="202" y="214"/>
                  </a:cubicBezTo>
                  <a:cubicBezTo>
                    <a:pt x="218" y="205"/>
                    <a:pt x="229" y="158"/>
                    <a:pt x="188" y="148"/>
                  </a:cubicBezTo>
                  <a:cubicBezTo>
                    <a:pt x="146" y="138"/>
                    <a:pt x="176" y="123"/>
                    <a:pt x="176" y="103"/>
                  </a:cubicBezTo>
                  <a:cubicBezTo>
                    <a:pt x="177" y="60"/>
                    <a:pt x="151" y="0"/>
                    <a:pt x="88" y="42"/>
                  </a:cubicBezTo>
                  <a:close/>
                </a:path>
              </a:pathLst>
            </a:custGeom>
            <a:solidFill>
              <a:srgbClr val="5A5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5" name="Freeform: Shape 1784">
              <a:extLst>
                <a:ext uri="{FF2B5EF4-FFF2-40B4-BE49-F238E27FC236}">
                  <a16:creationId xmlns:a16="http://schemas.microsoft.com/office/drawing/2014/main" id="{D227B15E-6E60-4FCF-9A24-62500A6F0C2F}"/>
                </a:ext>
              </a:extLst>
            </p:cNvPr>
            <p:cNvSpPr/>
            <p:nvPr/>
          </p:nvSpPr>
          <p:spPr bwMode="auto">
            <a:xfrm>
              <a:off x="3436938" y="5254626"/>
              <a:ext cx="266700" cy="320675"/>
            </a:xfrm>
            <a:custGeom>
              <a:avLst/>
              <a:gdLst>
                <a:gd name="T0" fmla="*/ 23 w 70"/>
                <a:gd name="T1" fmla="*/ 0 h 84"/>
                <a:gd name="T2" fmla="*/ 0 w 70"/>
                <a:gd name="T3" fmla="*/ 60 h 84"/>
                <a:gd name="T4" fmla="*/ 67 w 70"/>
                <a:gd name="T5" fmla="*/ 84 h 84"/>
                <a:gd name="T6" fmla="*/ 59 w 70"/>
                <a:gd name="T7" fmla="*/ 65 h 84"/>
                <a:gd name="T8" fmla="*/ 34 w 70"/>
                <a:gd name="T9" fmla="*/ 55 h 84"/>
                <a:gd name="T10" fmla="*/ 50 w 70"/>
                <a:gd name="T11" fmla="*/ 10 h 84"/>
                <a:gd name="T12" fmla="*/ 23 w 70"/>
                <a:gd name="T13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" h="84">
                  <a:moveTo>
                    <a:pt x="23" y="0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67" y="84"/>
                    <a:pt x="67" y="84"/>
                    <a:pt x="67" y="84"/>
                  </a:cubicBezTo>
                  <a:cubicBezTo>
                    <a:pt x="70" y="77"/>
                    <a:pt x="67" y="68"/>
                    <a:pt x="59" y="65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50" y="10"/>
                    <a:pt x="50" y="10"/>
                    <a:pt x="50" y="10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6" name="Freeform: Shape 1785">
              <a:extLst>
                <a:ext uri="{FF2B5EF4-FFF2-40B4-BE49-F238E27FC236}">
                  <a16:creationId xmlns:a16="http://schemas.microsoft.com/office/drawing/2014/main" id="{B1BB2BAA-7BAC-4FEC-B05B-36491819C3F5}"/>
                </a:ext>
              </a:extLst>
            </p:cNvPr>
            <p:cNvSpPr/>
            <p:nvPr/>
          </p:nvSpPr>
          <p:spPr bwMode="auto">
            <a:xfrm>
              <a:off x="3436938" y="5430838"/>
              <a:ext cx="271463" cy="144463"/>
            </a:xfrm>
            <a:custGeom>
              <a:avLst/>
              <a:gdLst>
                <a:gd name="T0" fmla="*/ 6 w 71"/>
                <a:gd name="T1" fmla="*/ 0 h 38"/>
                <a:gd name="T2" fmla="*/ 34 w 71"/>
                <a:gd name="T3" fmla="*/ 9 h 38"/>
                <a:gd name="T4" fmla="*/ 62 w 71"/>
                <a:gd name="T5" fmla="*/ 20 h 38"/>
                <a:gd name="T6" fmla="*/ 67 w 71"/>
                <a:gd name="T7" fmla="*/ 38 h 38"/>
                <a:gd name="T8" fmla="*/ 0 w 71"/>
                <a:gd name="T9" fmla="*/ 14 h 38"/>
                <a:gd name="T10" fmla="*/ 6 w 71"/>
                <a:gd name="T11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1" h="38">
                  <a:moveTo>
                    <a:pt x="6" y="0"/>
                  </a:moveTo>
                  <a:cubicBezTo>
                    <a:pt x="34" y="9"/>
                    <a:pt x="34" y="9"/>
                    <a:pt x="34" y="9"/>
                  </a:cubicBezTo>
                  <a:cubicBezTo>
                    <a:pt x="62" y="20"/>
                    <a:pt x="62" y="20"/>
                    <a:pt x="62" y="20"/>
                  </a:cubicBezTo>
                  <a:cubicBezTo>
                    <a:pt x="69" y="23"/>
                    <a:pt x="71" y="32"/>
                    <a:pt x="67" y="38"/>
                  </a:cubicBezTo>
                  <a:cubicBezTo>
                    <a:pt x="0" y="14"/>
                    <a:pt x="0" y="14"/>
                    <a:pt x="0" y="14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7" name="Freeform: Shape 1786">
              <a:extLst>
                <a:ext uri="{FF2B5EF4-FFF2-40B4-BE49-F238E27FC236}">
                  <a16:creationId xmlns:a16="http://schemas.microsoft.com/office/drawing/2014/main" id="{D5B76A9A-A7DE-427F-B902-257B623CD18C}"/>
                </a:ext>
              </a:extLst>
            </p:cNvPr>
            <p:cNvSpPr/>
            <p:nvPr/>
          </p:nvSpPr>
          <p:spPr bwMode="auto">
            <a:xfrm>
              <a:off x="4048126" y="5327651"/>
              <a:ext cx="274638" cy="247650"/>
            </a:xfrm>
            <a:custGeom>
              <a:avLst/>
              <a:gdLst>
                <a:gd name="T0" fmla="*/ 0 w 72"/>
                <a:gd name="T1" fmla="*/ 1 h 65"/>
                <a:gd name="T2" fmla="*/ 1 w 72"/>
                <a:gd name="T3" fmla="*/ 65 h 65"/>
                <a:gd name="T4" fmla="*/ 72 w 72"/>
                <a:gd name="T5" fmla="*/ 63 h 65"/>
                <a:gd name="T6" fmla="*/ 58 w 72"/>
                <a:gd name="T7" fmla="*/ 48 h 65"/>
                <a:gd name="T8" fmla="*/ 30 w 72"/>
                <a:gd name="T9" fmla="*/ 48 h 65"/>
                <a:gd name="T10" fmla="*/ 29 w 72"/>
                <a:gd name="T11" fmla="*/ 0 h 65"/>
                <a:gd name="T12" fmla="*/ 0 w 72"/>
                <a:gd name="T13" fmla="*/ 1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65">
                  <a:moveTo>
                    <a:pt x="0" y="1"/>
                  </a:moveTo>
                  <a:cubicBezTo>
                    <a:pt x="1" y="65"/>
                    <a:pt x="1" y="65"/>
                    <a:pt x="1" y="65"/>
                  </a:cubicBezTo>
                  <a:cubicBezTo>
                    <a:pt x="72" y="63"/>
                    <a:pt x="72" y="63"/>
                    <a:pt x="72" y="63"/>
                  </a:cubicBezTo>
                  <a:cubicBezTo>
                    <a:pt x="72" y="55"/>
                    <a:pt x="66" y="48"/>
                    <a:pt x="58" y="48"/>
                  </a:cubicBezTo>
                  <a:cubicBezTo>
                    <a:pt x="30" y="48"/>
                    <a:pt x="30" y="48"/>
                    <a:pt x="30" y="48"/>
                  </a:cubicBezTo>
                  <a:cubicBezTo>
                    <a:pt x="29" y="0"/>
                    <a:pt x="29" y="0"/>
                    <a:pt x="29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8" name="Freeform: Shape 1787">
              <a:extLst>
                <a:ext uri="{FF2B5EF4-FFF2-40B4-BE49-F238E27FC236}">
                  <a16:creationId xmlns:a16="http://schemas.microsoft.com/office/drawing/2014/main" id="{AD4BBE65-02D1-4D46-A8C8-5B44E27913C3}"/>
                </a:ext>
              </a:extLst>
            </p:cNvPr>
            <p:cNvSpPr/>
            <p:nvPr/>
          </p:nvSpPr>
          <p:spPr bwMode="auto">
            <a:xfrm>
              <a:off x="4048126" y="5510213"/>
              <a:ext cx="282575" cy="65088"/>
            </a:xfrm>
            <a:custGeom>
              <a:avLst/>
              <a:gdLst>
                <a:gd name="T0" fmla="*/ 0 w 74"/>
                <a:gd name="T1" fmla="*/ 2 h 17"/>
                <a:gd name="T2" fmla="*/ 30 w 74"/>
                <a:gd name="T3" fmla="*/ 0 h 17"/>
                <a:gd name="T4" fmla="*/ 60 w 74"/>
                <a:gd name="T5" fmla="*/ 0 h 17"/>
                <a:gd name="T6" fmla="*/ 72 w 74"/>
                <a:gd name="T7" fmla="*/ 15 h 17"/>
                <a:gd name="T8" fmla="*/ 1 w 74"/>
                <a:gd name="T9" fmla="*/ 17 h 17"/>
                <a:gd name="T10" fmla="*/ 0 w 74"/>
                <a:gd name="T11" fmla="*/ 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17">
                  <a:moveTo>
                    <a:pt x="0" y="2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8" y="0"/>
                    <a:pt x="74" y="8"/>
                    <a:pt x="72" y="15"/>
                  </a:cubicBezTo>
                  <a:cubicBezTo>
                    <a:pt x="1" y="17"/>
                    <a:pt x="1" y="17"/>
                    <a:pt x="1" y="17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9" name="Freeform: Shape 1788">
              <a:extLst>
                <a:ext uri="{FF2B5EF4-FFF2-40B4-BE49-F238E27FC236}">
                  <a16:creationId xmlns:a16="http://schemas.microsoft.com/office/drawing/2014/main" id="{9A2D190A-FD17-4381-BF5B-0E97F152F952}"/>
                </a:ext>
              </a:extLst>
            </p:cNvPr>
            <p:cNvSpPr/>
            <p:nvPr/>
          </p:nvSpPr>
          <p:spPr bwMode="auto">
            <a:xfrm>
              <a:off x="3857626" y="3683001"/>
              <a:ext cx="392113" cy="1731963"/>
            </a:xfrm>
            <a:custGeom>
              <a:avLst/>
              <a:gdLst>
                <a:gd name="T0" fmla="*/ 65 w 103"/>
                <a:gd name="T1" fmla="*/ 0 h 454"/>
                <a:gd name="T2" fmla="*/ 92 w 103"/>
                <a:gd name="T3" fmla="*/ 101 h 454"/>
                <a:gd name="T4" fmla="*/ 102 w 103"/>
                <a:gd name="T5" fmla="*/ 209 h 454"/>
                <a:gd name="T6" fmla="*/ 101 w 103"/>
                <a:gd name="T7" fmla="*/ 276 h 454"/>
                <a:gd name="T8" fmla="*/ 85 w 103"/>
                <a:gd name="T9" fmla="*/ 453 h 454"/>
                <a:gd name="T10" fmla="*/ 47 w 103"/>
                <a:gd name="T11" fmla="*/ 454 h 454"/>
                <a:gd name="T12" fmla="*/ 44 w 103"/>
                <a:gd name="T13" fmla="*/ 251 h 454"/>
                <a:gd name="T14" fmla="*/ 0 w 103"/>
                <a:gd name="T15" fmla="*/ 3 h 454"/>
                <a:gd name="T16" fmla="*/ 65 w 103"/>
                <a:gd name="T17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3" h="454">
                  <a:moveTo>
                    <a:pt x="65" y="0"/>
                  </a:moveTo>
                  <a:cubicBezTo>
                    <a:pt x="65" y="0"/>
                    <a:pt x="81" y="37"/>
                    <a:pt x="92" y="101"/>
                  </a:cubicBezTo>
                  <a:cubicBezTo>
                    <a:pt x="96" y="121"/>
                    <a:pt x="100" y="174"/>
                    <a:pt x="102" y="209"/>
                  </a:cubicBezTo>
                  <a:cubicBezTo>
                    <a:pt x="103" y="231"/>
                    <a:pt x="103" y="254"/>
                    <a:pt x="101" y="276"/>
                  </a:cubicBezTo>
                  <a:cubicBezTo>
                    <a:pt x="85" y="453"/>
                    <a:pt x="85" y="453"/>
                    <a:pt x="85" y="453"/>
                  </a:cubicBezTo>
                  <a:cubicBezTo>
                    <a:pt x="47" y="454"/>
                    <a:pt x="47" y="454"/>
                    <a:pt x="47" y="454"/>
                  </a:cubicBezTo>
                  <a:cubicBezTo>
                    <a:pt x="44" y="251"/>
                    <a:pt x="44" y="251"/>
                    <a:pt x="44" y="251"/>
                  </a:cubicBezTo>
                  <a:cubicBezTo>
                    <a:pt x="0" y="3"/>
                    <a:pt x="0" y="3"/>
                    <a:pt x="0" y="3"/>
                  </a:cubicBezTo>
                  <a:lnTo>
                    <a:pt x="65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90" name="Freeform: Shape 1789">
              <a:extLst>
                <a:ext uri="{FF2B5EF4-FFF2-40B4-BE49-F238E27FC236}">
                  <a16:creationId xmlns:a16="http://schemas.microsoft.com/office/drawing/2014/main" id="{1C95DFB2-EFE4-46A4-960F-61FBFE0EC988}"/>
                </a:ext>
              </a:extLst>
            </p:cNvPr>
            <p:cNvSpPr/>
            <p:nvPr/>
          </p:nvSpPr>
          <p:spPr bwMode="auto">
            <a:xfrm>
              <a:off x="3459163" y="3686176"/>
              <a:ext cx="546100" cy="1720850"/>
            </a:xfrm>
            <a:custGeom>
              <a:avLst/>
              <a:gdLst>
                <a:gd name="T0" fmla="*/ 91 w 143"/>
                <a:gd name="T1" fmla="*/ 2 h 451"/>
                <a:gd name="T2" fmla="*/ 64 w 143"/>
                <a:gd name="T3" fmla="*/ 123 h 451"/>
                <a:gd name="T4" fmla="*/ 64 w 143"/>
                <a:gd name="T5" fmla="*/ 149 h 451"/>
                <a:gd name="T6" fmla="*/ 33 w 143"/>
                <a:gd name="T7" fmla="*/ 338 h 451"/>
                <a:gd name="T8" fmla="*/ 0 w 143"/>
                <a:gd name="T9" fmla="*/ 440 h 451"/>
                <a:gd name="T10" fmla="*/ 38 w 143"/>
                <a:gd name="T11" fmla="*/ 451 h 451"/>
                <a:gd name="T12" fmla="*/ 114 w 143"/>
                <a:gd name="T13" fmla="*/ 260 h 451"/>
                <a:gd name="T14" fmla="*/ 141 w 143"/>
                <a:gd name="T15" fmla="*/ 116 h 451"/>
                <a:gd name="T16" fmla="*/ 143 w 143"/>
                <a:gd name="T17" fmla="*/ 0 h 451"/>
                <a:gd name="T18" fmla="*/ 91 w 143"/>
                <a:gd name="T19" fmla="*/ 2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3" h="451">
                  <a:moveTo>
                    <a:pt x="91" y="2"/>
                  </a:moveTo>
                  <a:cubicBezTo>
                    <a:pt x="91" y="2"/>
                    <a:pt x="61" y="47"/>
                    <a:pt x="64" y="123"/>
                  </a:cubicBezTo>
                  <a:cubicBezTo>
                    <a:pt x="64" y="149"/>
                    <a:pt x="64" y="149"/>
                    <a:pt x="64" y="149"/>
                  </a:cubicBezTo>
                  <a:cubicBezTo>
                    <a:pt x="63" y="213"/>
                    <a:pt x="53" y="277"/>
                    <a:pt x="33" y="338"/>
                  </a:cubicBezTo>
                  <a:cubicBezTo>
                    <a:pt x="0" y="440"/>
                    <a:pt x="0" y="440"/>
                    <a:pt x="0" y="440"/>
                  </a:cubicBezTo>
                  <a:cubicBezTo>
                    <a:pt x="38" y="451"/>
                    <a:pt x="38" y="451"/>
                    <a:pt x="38" y="451"/>
                  </a:cubicBezTo>
                  <a:cubicBezTo>
                    <a:pt x="114" y="260"/>
                    <a:pt x="114" y="260"/>
                    <a:pt x="114" y="260"/>
                  </a:cubicBezTo>
                  <a:cubicBezTo>
                    <a:pt x="141" y="116"/>
                    <a:pt x="141" y="116"/>
                    <a:pt x="141" y="116"/>
                  </a:cubicBezTo>
                  <a:cubicBezTo>
                    <a:pt x="143" y="0"/>
                    <a:pt x="143" y="0"/>
                    <a:pt x="143" y="0"/>
                  </a:cubicBezTo>
                  <a:lnTo>
                    <a:pt x="91" y="2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91" name="Freeform: Shape 1790">
              <a:extLst>
                <a:ext uri="{FF2B5EF4-FFF2-40B4-BE49-F238E27FC236}">
                  <a16:creationId xmlns:a16="http://schemas.microsoft.com/office/drawing/2014/main" id="{DFBBC211-17D0-4F78-9055-AE2BDB4F8DA5}"/>
                </a:ext>
              </a:extLst>
            </p:cNvPr>
            <p:cNvSpPr/>
            <p:nvPr/>
          </p:nvSpPr>
          <p:spPr bwMode="auto">
            <a:xfrm>
              <a:off x="3822701" y="4052888"/>
              <a:ext cx="141288" cy="625475"/>
            </a:xfrm>
            <a:custGeom>
              <a:avLst/>
              <a:gdLst>
                <a:gd name="T0" fmla="*/ 89 w 89"/>
                <a:gd name="T1" fmla="*/ 159 h 394"/>
                <a:gd name="T2" fmla="*/ 72 w 89"/>
                <a:gd name="T3" fmla="*/ 19 h 394"/>
                <a:gd name="T4" fmla="*/ 0 w 89"/>
                <a:gd name="T5" fmla="*/ 0 h 394"/>
                <a:gd name="T6" fmla="*/ 55 w 89"/>
                <a:gd name="T7" fmla="*/ 99 h 394"/>
                <a:gd name="T8" fmla="*/ 46 w 89"/>
                <a:gd name="T9" fmla="*/ 394 h 394"/>
                <a:gd name="T10" fmla="*/ 89 w 89"/>
                <a:gd name="T11" fmla="*/ 159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9" h="394">
                  <a:moveTo>
                    <a:pt x="89" y="159"/>
                  </a:moveTo>
                  <a:lnTo>
                    <a:pt x="72" y="19"/>
                  </a:lnTo>
                  <a:lnTo>
                    <a:pt x="0" y="0"/>
                  </a:lnTo>
                  <a:lnTo>
                    <a:pt x="55" y="99"/>
                  </a:lnTo>
                  <a:lnTo>
                    <a:pt x="46" y="394"/>
                  </a:lnTo>
                  <a:lnTo>
                    <a:pt x="89" y="159"/>
                  </a:lnTo>
                  <a:close/>
                </a:path>
              </a:pathLst>
            </a:custGeom>
            <a:solidFill>
              <a:srgbClr val="3F00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8193323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/>
          <p:cNvSpPr>
            <a:spLocks noGrp="1"/>
          </p:cNvSpPr>
          <p:nvPr>
            <p:ph type="title"/>
          </p:nvPr>
        </p:nvSpPr>
        <p:spPr>
          <a:xfrm>
            <a:off x="737765" y="3455058"/>
            <a:ext cx="4583363" cy="895350"/>
          </a:xfrm>
        </p:spPr>
        <p:txBody>
          <a:bodyPr anchor="b">
            <a:normAutofit/>
          </a:bodyPr>
          <a:lstStyle>
            <a:lvl1pPr algn="r"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1"/>
          </p:nvPr>
        </p:nvSpPr>
        <p:spPr>
          <a:xfrm>
            <a:off x="738881" y="4350408"/>
            <a:ext cx="4583363" cy="1015623"/>
          </a:xfrm>
        </p:spPr>
        <p:txBody>
          <a:bodyPr anchor="t">
            <a:normAutofit/>
          </a:bodyPr>
          <a:lstStyle>
            <a:lvl1pPr marL="0" indent="0" algn="r">
              <a:lnSpc>
                <a:spcPct val="150000"/>
              </a:lnSpc>
              <a:spcBef>
                <a:spcPts val="0"/>
              </a:spcBef>
              <a:buNone/>
              <a:defRPr sz="1100">
                <a:solidFill>
                  <a:schemeClr val="tx2"/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C8EDE0E-02AB-43B1-8351-56243127694A}"/>
              </a:ext>
            </a:extLst>
          </p:cNvPr>
          <p:cNvGrpSpPr/>
          <p:nvPr/>
        </p:nvGrpSpPr>
        <p:grpSpPr>
          <a:xfrm>
            <a:off x="5724000" y="2420344"/>
            <a:ext cx="4766367" cy="3105883"/>
            <a:chOff x="5724000" y="2420344"/>
            <a:chExt cx="4766367" cy="3105883"/>
          </a:xfrm>
        </p:grpSpPr>
        <p:sp>
          <p:nvSpPr>
            <p:cNvPr id="1592" name="Freeform: Shape 1591">
              <a:extLst>
                <a:ext uri="{FF2B5EF4-FFF2-40B4-BE49-F238E27FC236}">
                  <a16:creationId xmlns:a16="http://schemas.microsoft.com/office/drawing/2014/main" id="{BE252806-37FA-4626-8C3D-3499A7D4313E}"/>
                </a:ext>
              </a:extLst>
            </p:cNvPr>
            <p:cNvSpPr/>
            <p:nvPr/>
          </p:nvSpPr>
          <p:spPr bwMode="auto">
            <a:xfrm>
              <a:off x="7152189" y="4966995"/>
              <a:ext cx="2948150" cy="68828"/>
            </a:xfrm>
            <a:custGeom>
              <a:avLst/>
              <a:gdLst>
                <a:gd name="T0" fmla="*/ 424 w 855"/>
                <a:gd name="T1" fmla="*/ 0 h 20"/>
                <a:gd name="T2" fmla="*/ 0 w 855"/>
                <a:gd name="T3" fmla="*/ 2 h 20"/>
                <a:gd name="T4" fmla="*/ 44 w 855"/>
                <a:gd name="T5" fmla="*/ 18 h 20"/>
                <a:gd name="T6" fmla="*/ 424 w 855"/>
                <a:gd name="T7" fmla="*/ 20 h 20"/>
                <a:gd name="T8" fmla="*/ 815 w 855"/>
                <a:gd name="T9" fmla="*/ 18 h 20"/>
                <a:gd name="T10" fmla="*/ 855 w 855"/>
                <a:gd name="T11" fmla="*/ 2 h 20"/>
                <a:gd name="T12" fmla="*/ 424 w 855"/>
                <a:gd name="T1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5" h="20">
                  <a:moveTo>
                    <a:pt x="424" y="0"/>
                  </a:moveTo>
                  <a:cubicBezTo>
                    <a:pt x="266" y="0"/>
                    <a:pt x="120" y="1"/>
                    <a:pt x="0" y="2"/>
                  </a:cubicBezTo>
                  <a:cubicBezTo>
                    <a:pt x="14" y="7"/>
                    <a:pt x="29" y="13"/>
                    <a:pt x="44" y="18"/>
                  </a:cubicBezTo>
                  <a:cubicBezTo>
                    <a:pt x="155" y="19"/>
                    <a:pt x="285" y="20"/>
                    <a:pt x="424" y="20"/>
                  </a:cubicBezTo>
                  <a:cubicBezTo>
                    <a:pt x="568" y="20"/>
                    <a:pt x="701" y="19"/>
                    <a:pt x="815" y="18"/>
                  </a:cubicBezTo>
                  <a:cubicBezTo>
                    <a:pt x="829" y="13"/>
                    <a:pt x="842" y="7"/>
                    <a:pt x="855" y="2"/>
                  </a:cubicBezTo>
                  <a:cubicBezTo>
                    <a:pt x="734" y="1"/>
                    <a:pt x="585" y="0"/>
                    <a:pt x="424" y="0"/>
                  </a:cubicBezTo>
                </a:path>
              </a:pathLst>
            </a:custGeom>
            <a:solidFill>
              <a:srgbClr val="DFDF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6" name="Freeform: Shape 1605">
              <a:extLst>
                <a:ext uri="{FF2B5EF4-FFF2-40B4-BE49-F238E27FC236}">
                  <a16:creationId xmlns:a16="http://schemas.microsoft.com/office/drawing/2014/main" id="{8E6E8B67-D37C-4A45-BD2B-5614790C66E0}"/>
                </a:ext>
              </a:extLst>
            </p:cNvPr>
            <p:cNvSpPr/>
            <p:nvPr/>
          </p:nvSpPr>
          <p:spPr bwMode="auto">
            <a:xfrm>
              <a:off x="6872574" y="2420344"/>
              <a:ext cx="3514551" cy="2495030"/>
            </a:xfrm>
            <a:custGeom>
              <a:avLst/>
              <a:gdLst>
                <a:gd name="T0" fmla="*/ 974 w 1019"/>
                <a:gd name="T1" fmla="*/ 724 h 724"/>
                <a:gd name="T2" fmla="*/ 46 w 1019"/>
                <a:gd name="T3" fmla="*/ 724 h 724"/>
                <a:gd name="T4" fmla="*/ 0 w 1019"/>
                <a:gd name="T5" fmla="*/ 679 h 724"/>
                <a:gd name="T6" fmla="*/ 0 w 1019"/>
                <a:gd name="T7" fmla="*/ 46 h 724"/>
                <a:gd name="T8" fmla="*/ 46 w 1019"/>
                <a:gd name="T9" fmla="*/ 0 h 724"/>
                <a:gd name="T10" fmla="*/ 974 w 1019"/>
                <a:gd name="T11" fmla="*/ 0 h 724"/>
                <a:gd name="T12" fmla="*/ 1019 w 1019"/>
                <a:gd name="T13" fmla="*/ 46 h 724"/>
                <a:gd name="T14" fmla="*/ 1019 w 1019"/>
                <a:gd name="T15" fmla="*/ 679 h 724"/>
                <a:gd name="T16" fmla="*/ 974 w 1019"/>
                <a:gd name="T17" fmla="*/ 724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19" h="724">
                  <a:moveTo>
                    <a:pt x="974" y="724"/>
                  </a:moveTo>
                  <a:cubicBezTo>
                    <a:pt x="46" y="724"/>
                    <a:pt x="46" y="724"/>
                    <a:pt x="46" y="724"/>
                  </a:cubicBezTo>
                  <a:cubicBezTo>
                    <a:pt x="21" y="724"/>
                    <a:pt x="0" y="704"/>
                    <a:pt x="0" y="679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20"/>
                    <a:pt x="21" y="0"/>
                    <a:pt x="46" y="0"/>
                  </a:cubicBezTo>
                  <a:cubicBezTo>
                    <a:pt x="974" y="0"/>
                    <a:pt x="974" y="0"/>
                    <a:pt x="974" y="0"/>
                  </a:cubicBezTo>
                  <a:cubicBezTo>
                    <a:pt x="999" y="0"/>
                    <a:pt x="1019" y="20"/>
                    <a:pt x="1019" y="46"/>
                  </a:cubicBezTo>
                  <a:cubicBezTo>
                    <a:pt x="1019" y="679"/>
                    <a:pt x="1019" y="679"/>
                    <a:pt x="1019" y="679"/>
                  </a:cubicBezTo>
                  <a:cubicBezTo>
                    <a:pt x="1019" y="704"/>
                    <a:pt x="999" y="724"/>
                    <a:pt x="974" y="724"/>
                  </a:cubicBezTo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7" name="Freeform: Shape 1606">
              <a:extLst>
                <a:ext uri="{FF2B5EF4-FFF2-40B4-BE49-F238E27FC236}">
                  <a16:creationId xmlns:a16="http://schemas.microsoft.com/office/drawing/2014/main" id="{196BF335-653D-4872-BCBC-266BBB1B4A15}"/>
                </a:ext>
              </a:extLst>
            </p:cNvPr>
            <p:cNvSpPr/>
            <p:nvPr/>
          </p:nvSpPr>
          <p:spPr bwMode="auto">
            <a:xfrm>
              <a:off x="6921327" y="2450457"/>
              <a:ext cx="3419912" cy="2433372"/>
            </a:xfrm>
            <a:custGeom>
              <a:avLst/>
              <a:gdLst>
                <a:gd name="T0" fmla="*/ 956 w 992"/>
                <a:gd name="T1" fmla="*/ 706 h 706"/>
                <a:gd name="T2" fmla="*/ 36 w 992"/>
                <a:gd name="T3" fmla="*/ 706 h 706"/>
                <a:gd name="T4" fmla="*/ 0 w 992"/>
                <a:gd name="T5" fmla="*/ 669 h 706"/>
                <a:gd name="T6" fmla="*/ 0 w 992"/>
                <a:gd name="T7" fmla="*/ 37 h 706"/>
                <a:gd name="T8" fmla="*/ 36 w 992"/>
                <a:gd name="T9" fmla="*/ 0 h 706"/>
                <a:gd name="T10" fmla="*/ 956 w 992"/>
                <a:gd name="T11" fmla="*/ 0 h 706"/>
                <a:gd name="T12" fmla="*/ 992 w 992"/>
                <a:gd name="T13" fmla="*/ 37 h 706"/>
                <a:gd name="T14" fmla="*/ 992 w 992"/>
                <a:gd name="T15" fmla="*/ 669 h 706"/>
                <a:gd name="T16" fmla="*/ 956 w 992"/>
                <a:gd name="T17" fmla="*/ 706 h 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92" h="706">
                  <a:moveTo>
                    <a:pt x="956" y="706"/>
                  </a:moveTo>
                  <a:cubicBezTo>
                    <a:pt x="36" y="706"/>
                    <a:pt x="36" y="706"/>
                    <a:pt x="36" y="706"/>
                  </a:cubicBezTo>
                  <a:cubicBezTo>
                    <a:pt x="16" y="706"/>
                    <a:pt x="0" y="689"/>
                    <a:pt x="0" y="669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17"/>
                    <a:pt x="16" y="0"/>
                    <a:pt x="36" y="0"/>
                  </a:cubicBezTo>
                  <a:cubicBezTo>
                    <a:pt x="956" y="0"/>
                    <a:pt x="956" y="0"/>
                    <a:pt x="956" y="0"/>
                  </a:cubicBezTo>
                  <a:cubicBezTo>
                    <a:pt x="976" y="0"/>
                    <a:pt x="992" y="17"/>
                    <a:pt x="992" y="37"/>
                  </a:cubicBezTo>
                  <a:cubicBezTo>
                    <a:pt x="992" y="669"/>
                    <a:pt x="992" y="669"/>
                    <a:pt x="992" y="669"/>
                  </a:cubicBezTo>
                  <a:cubicBezTo>
                    <a:pt x="992" y="689"/>
                    <a:pt x="976" y="706"/>
                    <a:pt x="956" y="706"/>
                  </a:cubicBezTo>
                </a:path>
              </a:pathLst>
            </a:custGeom>
            <a:solidFill>
              <a:srgbClr val="6B68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8" name="Freeform: Shape 1607">
              <a:extLst>
                <a:ext uri="{FF2B5EF4-FFF2-40B4-BE49-F238E27FC236}">
                  <a16:creationId xmlns:a16="http://schemas.microsoft.com/office/drawing/2014/main" id="{D33E06EB-E92A-46E8-96EC-3EA8712CDC25}"/>
                </a:ext>
              </a:extLst>
            </p:cNvPr>
            <p:cNvSpPr/>
            <p:nvPr/>
          </p:nvSpPr>
          <p:spPr bwMode="auto">
            <a:xfrm>
              <a:off x="7069022" y="2568039"/>
              <a:ext cx="3124523" cy="2099267"/>
            </a:xfrm>
            <a:custGeom>
              <a:avLst/>
              <a:gdLst>
                <a:gd name="T0" fmla="*/ 884 w 906"/>
                <a:gd name="T1" fmla="*/ 609 h 609"/>
                <a:gd name="T2" fmla="*/ 22 w 906"/>
                <a:gd name="T3" fmla="*/ 609 h 609"/>
                <a:gd name="T4" fmla="*/ 0 w 906"/>
                <a:gd name="T5" fmla="*/ 587 h 609"/>
                <a:gd name="T6" fmla="*/ 0 w 906"/>
                <a:gd name="T7" fmla="*/ 22 h 609"/>
                <a:gd name="T8" fmla="*/ 22 w 906"/>
                <a:gd name="T9" fmla="*/ 0 h 609"/>
                <a:gd name="T10" fmla="*/ 884 w 906"/>
                <a:gd name="T11" fmla="*/ 0 h 609"/>
                <a:gd name="T12" fmla="*/ 906 w 906"/>
                <a:gd name="T13" fmla="*/ 22 h 609"/>
                <a:gd name="T14" fmla="*/ 906 w 906"/>
                <a:gd name="T15" fmla="*/ 587 h 609"/>
                <a:gd name="T16" fmla="*/ 884 w 906"/>
                <a:gd name="T17" fmla="*/ 609 h 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06" h="609">
                  <a:moveTo>
                    <a:pt x="884" y="609"/>
                  </a:moveTo>
                  <a:cubicBezTo>
                    <a:pt x="22" y="609"/>
                    <a:pt x="22" y="609"/>
                    <a:pt x="22" y="609"/>
                  </a:cubicBezTo>
                  <a:cubicBezTo>
                    <a:pt x="9" y="609"/>
                    <a:pt x="0" y="599"/>
                    <a:pt x="0" y="587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0"/>
                    <a:pt x="9" y="0"/>
                    <a:pt x="22" y="0"/>
                  </a:cubicBezTo>
                  <a:cubicBezTo>
                    <a:pt x="884" y="0"/>
                    <a:pt x="884" y="0"/>
                    <a:pt x="884" y="0"/>
                  </a:cubicBezTo>
                  <a:cubicBezTo>
                    <a:pt x="896" y="0"/>
                    <a:pt x="906" y="10"/>
                    <a:pt x="906" y="22"/>
                  </a:cubicBezTo>
                  <a:cubicBezTo>
                    <a:pt x="906" y="587"/>
                    <a:pt x="906" y="587"/>
                    <a:pt x="906" y="587"/>
                  </a:cubicBezTo>
                  <a:cubicBezTo>
                    <a:pt x="906" y="599"/>
                    <a:pt x="896" y="609"/>
                    <a:pt x="884" y="609"/>
                  </a:cubicBezTo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9" name="Oval 1608">
              <a:extLst>
                <a:ext uri="{FF2B5EF4-FFF2-40B4-BE49-F238E27FC236}">
                  <a16:creationId xmlns:a16="http://schemas.microsoft.com/office/drawing/2014/main" id="{CE5A5C76-0DB2-410D-9B30-7BE117B1AFDC}"/>
                </a:ext>
              </a:extLst>
            </p:cNvPr>
            <p:cNvSpPr/>
            <p:nvPr/>
          </p:nvSpPr>
          <p:spPr bwMode="auto">
            <a:xfrm>
              <a:off x="8556002" y="2484871"/>
              <a:ext cx="58791" cy="58791"/>
            </a:xfrm>
            <a:prstGeom prst="ellipse">
              <a:avLst/>
            </a:pr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0" name="Freeform: Shape 1609">
              <a:extLst>
                <a:ext uri="{FF2B5EF4-FFF2-40B4-BE49-F238E27FC236}">
                  <a16:creationId xmlns:a16="http://schemas.microsoft.com/office/drawing/2014/main" id="{F6941B84-85B6-44EA-B5F6-D263403927CF}"/>
                </a:ext>
              </a:extLst>
            </p:cNvPr>
            <p:cNvSpPr/>
            <p:nvPr/>
          </p:nvSpPr>
          <p:spPr bwMode="auto">
            <a:xfrm>
              <a:off x="6773633" y="4787755"/>
              <a:ext cx="3716734" cy="193580"/>
            </a:xfrm>
            <a:custGeom>
              <a:avLst/>
              <a:gdLst>
                <a:gd name="T0" fmla="*/ 4 w 1078"/>
                <a:gd name="T1" fmla="*/ 0 h 56"/>
                <a:gd name="T2" fmla="*/ 0 w 1078"/>
                <a:gd name="T3" fmla="*/ 18 h 56"/>
                <a:gd name="T4" fmla="*/ 38 w 1078"/>
                <a:gd name="T5" fmla="*/ 56 h 56"/>
                <a:gd name="T6" fmla="*/ 1040 w 1078"/>
                <a:gd name="T7" fmla="*/ 56 h 56"/>
                <a:gd name="T8" fmla="*/ 1078 w 1078"/>
                <a:gd name="T9" fmla="*/ 18 h 56"/>
                <a:gd name="T10" fmla="*/ 1073 w 1078"/>
                <a:gd name="T11" fmla="*/ 0 h 56"/>
                <a:gd name="T12" fmla="*/ 4 w 1078"/>
                <a:gd name="T1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78" h="56">
                  <a:moveTo>
                    <a:pt x="4" y="0"/>
                  </a:moveTo>
                  <a:cubicBezTo>
                    <a:pt x="2" y="5"/>
                    <a:pt x="0" y="11"/>
                    <a:pt x="0" y="18"/>
                  </a:cubicBezTo>
                  <a:cubicBezTo>
                    <a:pt x="0" y="39"/>
                    <a:pt x="17" y="56"/>
                    <a:pt x="38" y="56"/>
                  </a:cubicBezTo>
                  <a:cubicBezTo>
                    <a:pt x="1040" y="56"/>
                    <a:pt x="1040" y="56"/>
                    <a:pt x="1040" y="56"/>
                  </a:cubicBezTo>
                  <a:cubicBezTo>
                    <a:pt x="1061" y="56"/>
                    <a:pt x="1078" y="39"/>
                    <a:pt x="1078" y="18"/>
                  </a:cubicBezTo>
                  <a:cubicBezTo>
                    <a:pt x="1078" y="11"/>
                    <a:pt x="1076" y="5"/>
                    <a:pt x="1073" y="0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1" name="Freeform: Shape 1610">
              <a:extLst>
                <a:ext uri="{FF2B5EF4-FFF2-40B4-BE49-F238E27FC236}">
                  <a16:creationId xmlns:a16="http://schemas.microsoft.com/office/drawing/2014/main" id="{E38B9421-7D15-4FF5-95B9-B729BAE25129}"/>
                </a:ext>
              </a:extLst>
            </p:cNvPr>
            <p:cNvSpPr/>
            <p:nvPr/>
          </p:nvSpPr>
          <p:spPr bwMode="auto">
            <a:xfrm>
              <a:off x="6786538" y="4912506"/>
              <a:ext cx="3686622" cy="68828"/>
            </a:xfrm>
            <a:custGeom>
              <a:avLst/>
              <a:gdLst>
                <a:gd name="T0" fmla="*/ 0 w 1069"/>
                <a:gd name="T1" fmla="*/ 0 h 20"/>
                <a:gd name="T2" fmla="*/ 34 w 1069"/>
                <a:gd name="T3" fmla="*/ 20 h 20"/>
                <a:gd name="T4" fmla="*/ 1036 w 1069"/>
                <a:gd name="T5" fmla="*/ 20 h 20"/>
                <a:gd name="T6" fmla="*/ 1069 w 1069"/>
                <a:gd name="T7" fmla="*/ 0 h 20"/>
                <a:gd name="T8" fmla="*/ 0 w 1069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9" h="20">
                  <a:moveTo>
                    <a:pt x="0" y="0"/>
                  </a:moveTo>
                  <a:cubicBezTo>
                    <a:pt x="7" y="12"/>
                    <a:pt x="19" y="20"/>
                    <a:pt x="34" y="20"/>
                  </a:cubicBezTo>
                  <a:cubicBezTo>
                    <a:pt x="1036" y="20"/>
                    <a:pt x="1036" y="20"/>
                    <a:pt x="1036" y="20"/>
                  </a:cubicBezTo>
                  <a:cubicBezTo>
                    <a:pt x="1050" y="20"/>
                    <a:pt x="1063" y="12"/>
                    <a:pt x="106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8D6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2" name="Rectangle 1611">
              <a:extLst>
                <a:ext uri="{FF2B5EF4-FFF2-40B4-BE49-F238E27FC236}">
                  <a16:creationId xmlns:a16="http://schemas.microsoft.com/office/drawing/2014/main" id="{B122CD67-CDC7-4FBB-B25A-8E32DD73A1AC}"/>
                </a:ext>
              </a:extLst>
            </p:cNvPr>
            <p:cNvSpPr/>
            <p:nvPr/>
          </p:nvSpPr>
          <p:spPr bwMode="auto">
            <a:xfrm>
              <a:off x="7304185" y="2995348"/>
              <a:ext cx="2813361" cy="1548639"/>
            </a:xfrm>
            <a:prstGeom prst="rect">
              <a:avLst/>
            </a:prstGeom>
            <a:solidFill>
              <a:srgbClr val="5330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3" name="Rectangle 1612">
              <a:extLst>
                <a:ext uri="{FF2B5EF4-FFF2-40B4-BE49-F238E27FC236}">
                  <a16:creationId xmlns:a16="http://schemas.microsoft.com/office/drawing/2014/main" id="{8936483A-846A-4ABD-AE80-23F38961CF4A}"/>
                </a:ext>
              </a:extLst>
            </p:cNvPr>
            <p:cNvSpPr/>
            <p:nvPr/>
          </p:nvSpPr>
          <p:spPr bwMode="auto">
            <a:xfrm>
              <a:off x="7200943" y="2892106"/>
              <a:ext cx="2813361" cy="15443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4" name="Rectangle 1613">
              <a:extLst>
                <a:ext uri="{FF2B5EF4-FFF2-40B4-BE49-F238E27FC236}">
                  <a16:creationId xmlns:a16="http://schemas.microsoft.com/office/drawing/2014/main" id="{5B7090F0-9870-4AF6-A5E9-FF0962B6890C}"/>
                </a:ext>
              </a:extLst>
            </p:cNvPr>
            <p:cNvSpPr/>
            <p:nvPr/>
          </p:nvSpPr>
          <p:spPr bwMode="auto">
            <a:xfrm>
              <a:off x="7200943" y="2892106"/>
              <a:ext cx="2813361" cy="1544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5" name="Freeform: Shape 1614">
              <a:extLst>
                <a:ext uri="{FF2B5EF4-FFF2-40B4-BE49-F238E27FC236}">
                  <a16:creationId xmlns:a16="http://schemas.microsoft.com/office/drawing/2014/main" id="{CA552F50-EACB-4630-BD0E-FCF0F4903495}"/>
                </a:ext>
              </a:extLst>
            </p:cNvPr>
            <p:cNvSpPr/>
            <p:nvPr/>
          </p:nvSpPr>
          <p:spPr bwMode="auto">
            <a:xfrm>
              <a:off x="7200943" y="2685620"/>
              <a:ext cx="2813361" cy="206485"/>
            </a:xfrm>
            <a:custGeom>
              <a:avLst/>
              <a:gdLst>
                <a:gd name="T0" fmla="*/ 775 w 816"/>
                <a:gd name="T1" fmla="*/ 0 h 60"/>
                <a:gd name="T2" fmla="*/ 40 w 816"/>
                <a:gd name="T3" fmla="*/ 0 h 60"/>
                <a:gd name="T4" fmla="*/ 0 w 816"/>
                <a:gd name="T5" fmla="*/ 41 h 60"/>
                <a:gd name="T6" fmla="*/ 0 w 816"/>
                <a:gd name="T7" fmla="*/ 60 h 60"/>
                <a:gd name="T8" fmla="*/ 816 w 816"/>
                <a:gd name="T9" fmla="*/ 60 h 60"/>
                <a:gd name="T10" fmla="*/ 816 w 816"/>
                <a:gd name="T11" fmla="*/ 41 h 60"/>
                <a:gd name="T12" fmla="*/ 775 w 816"/>
                <a:gd name="T13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6" h="60">
                  <a:moveTo>
                    <a:pt x="775" y="0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18" y="0"/>
                    <a:pt x="0" y="18"/>
                    <a:pt x="0" y="41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816" y="60"/>
                    <a:pt x="816" y="60"/>
                    <a:pt x="816" y="60"/>
                  </a:cubicBezTo>
                  <a:cubicBezTo>
                    <a:pt x="816" y="41"/>
                    <a:pt x="816" y="41"/>
                    <a:pt x="816" y="41"/>
                  </a:cubicBezTo>
                  <a:cubicBezTo>
                    <a:pt x="816" y="18"/>
                    <a:pt x="798" y="0"/>
                    <a:pt x="775" y="0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6" name="Oval 1615">
              <a:extLst>
                <a:ext uri="{FF2B5EF4-FFF2-40B4-BE49-F238E27FC236}">
                  <a16:creationId xmlns:a16="http://schemas.microsoft.com/office/drawing/2014/main" id="{7B0F6E74-6FCD-4CBF-899B-21D425866C03}"/>
                </a:ext>
              </a:extLst>
            </p:cNvPr>
            <p:cNvSpPr/>
            <p:nvPr/>
          </p:nvSpPr>
          <p:spPr bwMode="auto">
            <a:xfrm>
              <a:off x="7370146" y="2761618"/>
              <a:ext cx="54489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7" name="Oval 1616">
              <a:extLst>
                <a:ext uri="{FF2B5EF4-FFF2-40B4-BE49-F238E27FC236}">
                  <a16:creationId xmlns:a16="http://schemas.microsoft.com/office/drawing/2014/main" id="{FC9D4106-6106-4388-B96C-4A81C67BDC09}"/>
                </a:ext>
              </a:extLst>
            </p:cNvPr>
            <p:cNvSpPr/>
            <p:nvPr/>
          </p:nvSpPr>
          <p:spPr bwMode="auto">
            <a:xfrm>
              <a:off x="7461917" y="2761618"/>
              <a:ext cx="53056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8" name="Oval 1617">
              <a:extLst>
                <a:ext uri="{FF2B5EF4-FFF2-40B4-BE49-F238E27FC236}">
                  <a16:creationId xmlns:a16="http://schemas.microsoft.com/office/drawing/2014/main" id="{F65EFBE4-86F6-485C-BA7C-6E2B34B9C293}"/>
                </a:ext>
              </a:extLst>
            </p:cNvPr>
            <p:cNvSpPr/>
            <p:nvPr/>
          </p:nvSpPr>
          <p:spPr bwMode="auto">
            <a:xfrm>
              <a:off x="7552254" y="2761618"/>
              <a:ext cx="54489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9" name="Freeform: Shape 1618">
              <a:extLst>
                <a:ext uri="{FF2B5EF4-FFF2-40B4-BE49-F238E27FC236}">
                  <a16:creationId xmlns:a16="http://schemas.microsoft.com/office/drawing/2014/main" id="{7F63A9CB-958E-4C27-80B9-F03114DCA8A1}"/>
                </a:ext>
              </a:extLst>
            </p:cNvPr>
            <p:cNvSpPr/>
            <p:nvPr/>
          </p:nvSpPr>
          <p:spPr bwMode="auto">
            <a:xfrm>
              <a:off x="7352939" y="3888683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0" name="Freeform: Shape 1619">
              <a:extLst>
                <a:ext uri="{FF2B5EF4-FFF2-40B4-BE49-F238E27FC236}">
                  <a16:creationId xmlns:a16="http://schemas.microsoft.com/office/drawing/2014/main" id="{2F500F64-D4DB-4345-BAB6-A5D77147BBFA}"/>
                </a:ext>
              </a:extLst>
            </p:cNvPr>
            <p:cNvSpPr/>
            <p:nvPr/>
          </p:nvSpPr>
          <p:spPr bwMode="auto">
            <a:xfrm>
              <a:off x="7352939" y="3967550"/>
              <a:ext cx="724133" cy="24377"/>
            </a:xfrm>
            <a:custGeom>
              <a:avLst/>
              <a:gdLst>
                <a:gd name="T0" fmla="*/ 5 w 210"/>
                <a:gd name="T1" fmla="*/ 7 h 7"/>
                <a:gd name="T2" fmla="*/ 205 w 210"/>
                <a:gd name="T3" fmla="*/ 7 h 7"/>
                <a:gd name="T4" fmla="*/ 205 w 210"/>
                <a:gd name="T5" fmla="*/ 0 h 7"/>
                <a:gd name="T6" fmla="*/ 5 w 210"/>
                <a:gd name="T7" fmla="*/ 0 h 7"/>
                <a:gd name="T8" fmla="*/ 5 w 210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7">
                  <a:moveTo>
                    <a:pt x="5" y="7"/>
                  </a:moveTo>
                  <a:cubicBezTo>
                    <a:pt x="72" y="7"/>
                    <a:pt x="138" y="7"/>
                    <a:pt x="205" y="7"/>
                  </a:cubicBezTo>
                  <a:cubicBezTo>
                    <a:pt x="210" y="7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1" name="Freeform: Shape 1620">
              <a:extLst>
                <a:ext uri="{FF2B5EF4-FFF2-40B4-BE49-F238E27FC236}">
                  <a16:creationId xmlns:a16="http://schemas.microsoft.com/office/drawing/2014/main" id="{5958A16A-F561-49AD-9484-C38D4B4BB9A0}"/>
                </a:ext>
              </a:extLst>
            </p:cNvPr>
            <p:cNvSpPr/>
            <p:nvPr/>
          </p:nvSpPr>
          <p:spPr bwMode="auto">
            <a:xfrm>
              <a:off x="7352939" y="4043547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2" name="Freeform: Shape 1621">
              <a:extLst>
                <a:ext uri="{FF2B5EF4-FFF2-40B4-BE49-F238E27FC236}">
                  <a16:creationId xmlns:a16="http://schemas.microsoft.com/office/drawing/2014/main" id="{C50F085D-731C-43AF-8DE0-02D8CE68C90D}"/>
                </a:ext>
              </a:extLst>
            </p:cNvPr>
            <p:cNvSpPr/>
            <p:nvPr/>
          </p:nvSpPr>
          <p:spPr bwMode="auto">
            <a:xfrm>
              <a:off x="7352939" y="4122414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3" name="Freeform: Shape 1622">
              <a:extLst>
                <a:ext uri="{FF2B5EF4-FFF2-40B4-BE49-F238E27FC236}">
                  <a16:creationId xmlns:a16="http://schemas.microsoft.com/office/drawing/2014/main" id="{E25F2334-2A5B-4CB8-922F-CEFA82D7A8F5}"/>
                </a:ext>
              </a:extLst>
            </p:cNvPr>
            <p:cNvSpPr/>
            <p:nvPr/>
          </p:nvSpPr>
          <p:spPr bwMode="auto">
            <a:xfrm>
              <a:off x="7352939" y="4198411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4" name="Freeform: Shape 1623">
              <a:extLst>
                <a:ext uri="{FF2B5EF4-FFF2-40B4-BE49-F238E27FC236}">
                  <a16:creationId xmlns:a16="http://schemas.microsoft.com/office/drawing/2014/main" id="{8EDCA6AF-4F67-4D47-AC3D-73086A045746}"/>
                </a:ext>
              </a:extLst>
            </p:cNvPr>
            <p:cNvSpPr/>
            <p:nvPr/>
          </p:nvSpPr>
          <p:spPr bwMode="auto">
            <a:xfrm>
              <a:off x="7352939" y="4277278"/>
              <a:ext cx="724133" cy="28679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5" name="Freeform: Shape 1624">
              <a:extLst>
                <a:ext uri="{FF2B5EF4-FFF2-40B4-BE49-F238E27FC236}">
                  <a16:creationId xmlns:a16="http://schemas.microsoft.com/office/drawing/2014/main" id="{760F0455-03ED-4E75-AC01-D37AC5417835}"/>
                </a:ext>
              </a:extLst>
            </p:cNvPr>
            <p:cNvSpPr/>
            <p:nvPr/>
          </p:nvSpPr>
          <p:spPr bwMode="auto">
            <a:xfrm>
              <a:off x="7397390" y="3071346"/>
              <a:ext cx="633795" cy="696888"/>
            </a:xfrm>
            <a:custGeom>
              <a:avLst/>
              <a:gdLst>
                <a:gd name="T0" fmla="*/ 92 w 184"/>
                <a:gd name="T1" fmla="*/ 202 h 202"/>
                <a:gd name="T2" fmla="*/ 92 w 184"/>
                <a:gd name="T3" fmla="*/ 202 h 202"/>
                <a:gd name="T4" fmla="*/ 0 w 184"/>
                <a:gd name="T5" fmla="*/ 110 h 202"/>
                <a:gd name="T6" fmla="*/ 0 w 184"/>
                <a:gd name="T7" fmla="*/ 92 h 202"/>
                <a:gd name="T8" fmla="*/ 92 w 184"/>
                <a:gd name="T9" fmla="*/ 0 h 202"/>
                <a:gd name="T10" fmla="*/ 184 w 184"/>
                <a:gd name="T11" fmla="*/ 92 h 202"/>
                <a:gd name="T12" fmla="*/ 184 w 184"/>
                <a:gd name="T13" fmla="*/ 110 h 202"/>
                <a:gd name="T14" fmla="*/ 92 w 184"/>
                <a:gd name="T15" fmla="*/ 20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4" h="202">
                  <a:moveTo>
                    <a:pt x="92" y="202"/>
                  </a:moveTo>
                  <a:cubicBezTo>
                    <a:pt x="92" y="202"/>
                    <a:pt x="92" y="202"/>
                    <a:pt x="92" y="202"/>
                  </a:cubicBezTo>
                  <a:cubicBezTo>
                    <a:pt x="41" y="202"/>
                    <a:pt x="0" y="161"/>
                    <a:pt x="0" y="110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41"/>
                    <a:pt x="41" y="0"/>
                    <a:pt x="92" y="0"/>
                  </a:cubicBezTo>
                  <a:cubicBezTo>
                    <a:pt x="143" y="0"/>
                    <a:pt x="184" y="41"/>
                    <a:pt x="184" y="92"/>
                  </a:cubicBezTo>
                  <a:cubicBezTo>
                    <a:pt x="184" y="110"/>
                    <a:pt x="184" y="110"/>
                    <a:pt x="184" y="110"/>
                  </a:cubicBezTo>
                  <a:cubicBezTo>
                    <a:pt x="184" y="161"/>
                    <a:pt x="143" y="202"/>
                    <a:pt x="92" y="202"/>
                  </a:cubicBez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6" name="Freeform: Shape 1625">
              <a:extLst>
                <a:ext uri="{FF2B5EF4-FFF2-40B4-BE49-F238E27FC236}">
                  <a16:creationId xmlns:a16="http://schemas.microsoft.com/office/drawing/2014/main" id="{D8C07BA5-9597-4C53-AD9D-08C55D6955D5}"/>
                </a:ext>
              </a:extLst>
            </p:cNvPr>
            <p:cNvSpPr/>
            <p:nvPr/>
          </p:nvSpPr>
          <p:spPr bwMode="auto">
            <a:xfrm>
              <a:off x="7510671" y="3302208"/>
              <a:ext cx="348444" cy="299691"/>
            </a:xfrm>
            <a:custGeom>
              <a:avLst/>
              <a:gdLst>
                <a:gd name="T0" fmla="*/ 86 w 101"/>
                <a:gd name="T1" fmla="*/ 63 h 87"/>
                <a:gd name="T2" fmla="*/ 75 w 101"/>
                <a:gd name="T3" fmla="*/ 70 h 87"/>
                <a:gd name="T4" fmla="*/ 56 w 101"/>
                <a:gd name="T5" fmla="*/ 70 h 87"/>
                <a:gd name="T6" fmla="*/ 46 w 101"/>
                <a:gd name="T7" fmla="*/ 63 h 87"/>
                <a:gd name="T8" fmla="*/ 43 w 101"/>
                <a:gd name="T9" fmla="*/ 55 h 87"/>
                <a:gd name="T10" fmla="*/ 79 w 101"/>
                <a:gd name="T11" fmla="*/ 55 h 87"/>
                <a:gd name="T12" fmla="*/ 101 w 101"/>
                <a:gd name="T13" fmla="*/ 12 h 87"/>
                <a:gd name="T14" fmla="*/ 27 w 101"/>
                <a:gd name="T15" fmla="*/ 14 h 87"/>
                <a:gd name="T16" fmla="*/ 22 w 101"/>
                <a:gd name="T17" fmla="*/ 0 h 87"/>
                <a:gd name="T18" fmla="*/ 4 w 101"/>
                <a:gd name="T19" fmla="*/ 0 h 87"/>
                <a:gd name="T20" fmla="*/ 0 w 101"/>
                <a:gd name="T21" fmla="*/ 4 h 87"/>
                <a:gd name="T22" fmla="*/ 4 w 101"/>
                <a:gd name="T23" fmla="*/ 9 h 87"/>
                <a:gd name="T24" fmla="*/ 16 w 101"/>
                <a:gd name="T25" fmla="*/ 9 h 87"/>
                <a:gd name="T26" fmla="*/ 38 w 101"/>
                <a:gd name="T27" fmla="*/ 66 h 87"/>
                <a:gd name="T28" fmla="*/ 34 w 101"/>
                <a:gd name="T29" fmla="*/ 75 h 87"/>
                <a:gd name="T30" fmla="*/ 46 w 101"/>
                <a:gd name="T31" fmla="*/ 87 h 87"/>
                <a:gd name="T32" fmla="*/ 56 w 101"/>
                <a:gd name="T33" fmla="*/ 79 h 87"/>
                <a:gd name="T34" fmla="*/ 75 w 101"/>
                <a:gd name="T35" fmla="*/ 79 h 87"/>
                <a:gd name="T36" fmla="*/ 86 w 101"/>
                <a:gd name="T37" fmla="*/ 87 h 87"/>
                <a:gd name="T38" fmla="*/ 97 w 101"/>
                <a:gd name="T39" fmla="*/ 75 h 87"/>
                <a:gd name="T40" fmla="*/ 86 w 101"/>
                <a:gd name="T41" fmla="*/ 6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1" h="87">
                  <a:moveTo>
                    <a:pt x="86" y="63"/>
                  </a:moveTo>
                  <a:cubicBezTo>
                    <a:pt x="81" y="63"/>
                    <a:pt x="77" y="66"/>
                    <a:pt x="75" y="7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5" y="66"/>
                    <a:pt x="51" y="64"/>
                    <a:pt x="46" y="63"/>
                  </a:cubicBezTo>
                  <a:cubicBezTo>
                    <a:pt x="43" y="55"/>
                    <a:pt x="43" y="55"/>
                    <a:pt x="43" y="55"/>
                  </a:cubicBezTo>
                  <a:cubicBezTo>
                    <a:pt x="79" y="55"/>
                    <a:pt x="79" y="55"/>
                    <a:pt x="79" y="55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7"/>
                    <a:pt x="2" y="9"/>
                    <a:pt x="4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38" y="66"/>
                    <a:pt x="38" y="66"/>
                    <a:pt x="38" y="66"/>
                  </a:cubicBezTo>
                  <a:cubicBezTo>
                    <a:pt x="35" y="69"/>
                    <a:pt x="34" y="72"/>
                    <a:pt x="34" y="75"/>
                  </a:cubicBezTo>
                  <a:cubicBezTo>
                    <a:pt x="34" y="81"/>
                    <a:pt x="39" y="87"/>
                    <a:pt x="46" y="87"/>
                  </a:cubicBezTo>
                  <a:cubicBezTo>
                    <a:pt x="50" y="87"/>
                    <a:pt x="55" y="84"/>
                    <a:pt x="56" y="79"/>
                  </a:cubicBezTo>
                  <a:cubicBezTo>
                    <a:pt x="75" y="79"/>
                    <a:pt x="75" y="79"/>
                    <a:pt x="75" y="79"/>
                  </a:cubicBezTo>
                  <a:cubicBezTo>
                    <a:pt x="77" y="84"/>
                    <a:pt x="81" y="87"/>
                    <a:pt x="86" y="87"/>
                  </a:cubicBezTo>
                  <a:cubicBezTo>
                    <a:pt x="92" y="87"/>
                    <a:pt x="97" y="81"/>
                    <a:pt x="97" y="75"/>
                  </a:cubicBezTo>
                  <a:cubicBezTo>
                    <a:pt x="97" y="68"/>
                    <a:pt x="92" y="63"/>
                    <a:pt x="86" y="6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7" name="Freeform: Shape 1626">
              <a:extLst>
                <a:ext uri="{FF2B5EF4-FFF2-40B4-BE49-F238E27FC236}">
                  <a16:creationId xmlns:a16="http://schemas.microsoft.com/office/drawing/2014/main" id="{DD04A9A9-C413-462D-A175-1F345E3BC9CC}"/>
                </a:ext>
              </a:extLst>
            </p:cNvPr>
            <p:cNvSpPr/>
            <p:nvPr/>
          </p:nvSpPr>
          <p:spPr bwMode="auto">
            <a:xfrm>
              <a:off x="8227633" y="3967550"/>
              <a:ext cx="1593091" cy="400066"/>
            </a:xfrm>
            <a:custGeom>
              <a:avLst/>
              <a:gdLst>
                <a:gd name="T0" fmla="*/ 462 w 462"/>
                <a:gd name="T1" fmla="*/ 11 h 116"/>
                <a:gd name="T2" fmla="*/ 462 w 462"/>
                <a:gd name="T3" fmla="*/ 105 h 116"/>
                <a:gd name="T4" fmla="*/ 451 w 462"/>
                <a:gd name="T5" fmla="*/ 116 h 116"/>
                <a:gd name="T6" fmla="*/ 11 w 462"/>
                <a:gd name="T7" fmla="*/ 116 h 116"/>
                <a:gd name="T8" fmla="*/ 0 w 462"/>
                <a:gd name="T9" fmla="*/ 105 h 116"/>
                <a:gd name="T10" fmla="*/ 0 w 462"/>
                <a:gd name="T11" fmla="*/ 11 h 116"/>
                <a:gd name="T12" fmla="*/ 11 w 462"/>
                <a:gd name="T13" fmla="*/ 0 h 116"/>
                <a:gd name="T14" fmla="*/ 451 w 462"/>
                <a:gd name="T15" fmla="*/ 0 h 116"/>
                <a:gd name="T16" fmla="*/ 462 w 462"/>
                <a:gd name="T17" fmla="*/ 11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2" h="116">
                  <a:moveTo>
                    <a:pt x="462" y="11"/>
                  </a:moveTo>
                  <a:cubicBezTo>
                    <a:pt x="462" y="105"/>
                    <a:pt x="462" y="105"/>
                    <a:pt x="462" y="105"/>
                  </a:cubicBezTo>
                  <a:cubicBezTo>
                    <a:pt x="462" y="111"/>
                    <a:pt x="457" y="116"/>
                    <a:pt x="451" y="116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5" y="116"/>
                    <a:pt x="0" y="111"/>
                    <a:pt x="0" y="105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451" y="0"/>
                    <a:pt x="451" y="0"/>
                    <a:pt x="451" y="0"/>
                  </a:cubicBezTo>
                  <a:cubicBezTo>
                    <a:pt x="455" y="4"/>
                    <a:pt x="458" y="6"/>
                    <a:pt x="462" y="11"/>
                  </a:cubicBezTo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8" name="Freeform: Shape 1627">
              <a:extLst>
                <a:ext uri="{FF2B5EF4-FFF2-40B4-BE49-F238E27FC236}">
                  <a16:creationId xmlns:a16="http://schemas.microsoft.com/office/drawing/2014/main" id="{E130C263-6245-471A-9269-5E7BE1D6FCEF}"/>
                </a:ext>
              </a:extLst>
            </p:cNvPr>
            <p:cNvSpPr/>
            <p:nvPr/>
          </p:nvSpPr>
          <p:spPr bwMode="auto">
            <a:xfrm>
              <a:off x="8300763" y="4102339"/>
              <a:ext cx="603683" cy="196448"/>
            </a:xfrm>
            <a:custGeom>
              <a:avLst/>
              <a:gdLst>
                <a:gd name="T0" fmla="*/ 171 w 175"/>
                <a:gd name="T1" fmla="*/ 0 h 57"/>
                <a:gd name="T2" fmla="*/ 4 w 175"/>
                <a:gd name="T3" fmla="*/ 0 h 57"/>
                <a:gd name="T4" fmla="*/ 0 w 175"/>
                <a:gd name="T5" fmla="*/ 3 h 57"/>
                <a:gd name="T6" fmla="*/ 0 w 175"/>
                <a:gd name="T7" fmla="*/ 53 h 57"/>
                <a:gd name="T8" fmla="*/ 4 w 175"/>
                <a:gd name="T9" fmla="*/ 57 h 57"/>
                <a:gd name="T10" fmla="*/ 171 w 175"/>
                <a:gd name="T11" fmla="*/ 57 h 57"/>
                <a:gd name="T12" fmla="*/ 175 w 175"/>
                <a:gd name="T13" fmla="*/ 53 h 57"/>
                <a:gd name="T14" fmla="*/ 175 w 175"/>
                <a:gd name="T15" fmla="*/ 3 h 57"/>
                <a:gd name="T16" fmla="*/ 171 w 175"/>
                <a:gd name="T17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5" h="57">
                  <a:moveTo>
                    <a:pt x="17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5"/>
                    <a:pt x="2" y="57"/>
                    <a:pt x="4" y="57"/>
                  </a:cubicBezTo>
                  <a:cubicBezTo>
                    <a:pt x="171" y="57"/>
                    <a:pt x="171" y="57"/>
                    <a:pt x="171" y="57"/>
                  </a:cubicBezTo>
                  <a:cubicBezTo>
                    <a:pt x="173" y="57"/>
                    <a:pt x="175" y="55"/>
                    <a:pt x="175" y="53"/>
                  </a:cubicBezTo>
                  <a:cubicBezTo>
                    <a:pt x="175" y="3"/>
                    <a:pt x="175" y="3"/>
                    <a:pt x="175" y="3"/>
                  </a:cubicBezTo>
                  <a:cubicBezTo>
                    <a:pt x="175" y="1"/>
                    <a:pt x="173" y="0"/>
                    <a:pt x="171" y="0"/>
                  </a:cubicBezTo>
                </a:path>
              </a:pathLst>
            </a:custGeom>
            <a:solidFill>
              <a:srgbClr val="E1E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9" name="Freeform: Shape 1628">
              <a:extLst>
                <a:ext uri="{FF2B5EF4-FFF2-40B4-BE49-F238E27FC236}">
                  <a16:creationId xmlns:a16="http://schemas.microsoft.com/office/drawing/2014/main" id="{ADEFF539-FFD9-4B46-966E-44A2ADCDA63A}"/>
                </a:ext>
              </a:extLst>
            </p:cNvPr>
            <p:cNvSpPr/>
            <p:nvPr/>
          </p:nvSpPr>
          <p:spPr bwMode="auto">
            <a:xfrm>
              <a:off x="8372459" y="4046415"/>
              <a:ext cx="576438" cy="196448"/>
            </a:xfrm>
            <a:custGeom>
              <a:avLst/>
              <a:gdLst>
                <a:gd name="T0" fmla="*/ 164 w 167"/>
                <a:gd name="T1" fmla="*/ 57 h 57"/>
                <a:gd name="T2" fmla="*/ 3 w 167"/>
                <a:gd name="T3" fmla="*/ 57 h 57"/>
                <a:gd name="T4" fmla="*/ 0 w 167"/>
                <a:gd name="T5" fmla="*/ 54 h 57"/>
                <a:gd name="T6" fmla="*/ 0 w 167"/>
                <a:gd name="T7" fmla="*/ 3 h 57"/>
                <a:gd name="T8" fmla="*/ 3 w 167"/>
                <a:gd name="T9" fmla="*/ 0 h 57"/>
                <a:gd name="T10" fmla="*/ 164 w 167"/>
                <a:gd name="T11" fmla="*/ 0 h 57"/>
                <a:gd name="T12" fmla="*/ 167 w 167"/>
                <a:gd name="T13" fmla="*/ 3 h 57"/>
                <a:gd name="T14" fmla="*/ 167 w 167"/>
                <a:gd name="T15" fmla="*/ 54 h 57"/>
                <a:gd name="T16" fmla="*/ 164 w 167"/>
                <a:gd name="T1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7" h="57">
                  <a:moveTo>
                    <a:pt x="164" y="57"/>
                  </a:moveTo>
                  <a:cubicBezTo>
                    <a:pt x="3" y="57"/>
                    <a:pt x="3" y="57"/>
                    <a:pt x="3" y="57"/>
                  </a:cubicBezTo>
                  <a:cubicBezTo>
                    <a:pt x="1" y="57"/>
                    <a:pt x="0" y="55"/>
                    <a:pt x="0" y="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164" y="0"/>
                    <a:pt x="164" y="0"/>
                    <a:pt x="164" y="0"/>
                  </a:cubicBezTo>
                  <a:cubicBezTo>
                    <a:pt x="166" y="0"/>
                    <a:pt x="167" y="1"/>
                    <a:pt x="167" y="3"/>
                  </a:cubicBezTo>
                  <a:cubicBezTo>
                    <a:pt x="167" y="54"/>
                    <a:pt x="167" y="54"/>
                    <a:pt x="167" y="54"/>
                  </a:cubicBezTo>
                  <a:cubicBezTo>
                    <a:pt x="167" y="55"/>
                    <a:pt x="166" y="57"/>
                    <a:pt x="164" y="57"/>
                  </a:cubicBez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0" name="Freeform: Shape 1629">
              <a:extLst>
                <a:ext uri="{FF2B5EF4-FFF2-40B4-BE49-F238E27FC236}">
                  <a16:creationId xmlns:a16="http://schemas.microsoft.com/office/drawing/2014/main" id="{48D97F53-7052-4ED8-A784-A2AD7B992855}"/>
                </a:ext>
              </a:extLst>
            </p:cNvPr>
            <p:cNvSpPr/>
            <p:nvPr/>
          </p:nvSpPr>
          <p:spPr bwMode="auto">
            <a:xfrm>
              <a:off x="8441288" y="4105207"/>
              <a:ext cx="421574" cy="14339"/>
            </a:xfrm>
            <a:custGeom>
              <a:avLst/>
              <a:gdLst>
                <a:gd name="T0" fmla="*/ 120 w 122"/>
                <a:gd name="T1" fmla="*/ 4 h 4"/>
                <a:gd name="T2" fmla="*/ 2 w 122"/>
                <a:gd name="T3" fmla="*/ 4 h 4"/>
                <a:gd name="T4" fmla="*/ 0 w 122"/>
                <a:gd name="T5" fmla="*/ 2 h 4"/>
                <a:gd name="T6" fmla="*/ 2 w 122"/>
                <a:gd name="T7" fmla="*/ 0 h 4"/>
                <a:gd name="T8" fmla="*/ 120 w 122"/>
                <a:gd name="T9" fmla="*/ 0 h 4"/>
                <a:gd name="T10" fmla="*/ 122 w 122"/>
                <a:gd name="T11" fmla="*/ 2 h 4"/>
                <a:gd name="T12" fmla="*/ 120 w 122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2" h="4">
                  <a:moveTo>
                    <a:pt x="120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21" y="0"/>
                    <a:pt x="122" y="1"/>
                    <a:pt x="122" y="2"/>
                  </a:cubicBezTo>
                  <a:cubicBezTo>
                    <a:pt x="122" y="3"/>
                    <a:pt x="121" y="4"/>
                    <a:pt x="120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1" name="Freeform: Shape 1630">
              <a:extLst>
                <a:ext uri="{FF2B5EF4-FFF2-40B4-BE49-F238E27FC236}">
                  <a16:creationId xmlns:a16="http://schemas.microsoft.com/office/drawing/2014/main" id="{F9C2087C-6AD4-4F36-934F-A2558B83168C}"/>
                </a:ext>
              </a:extLst>
            </p:cNvPr>
            <p:cNvSpPr/>
            <p:nvPr/>
          </p:nvSpPr>
          <p:spPr bwMode="auto">
            <a:xfrm>
              <a:off x="8441288" y="4171167"/>
              <a:ext cx="200750" cy="10038"/>
            </a:xfrm>
            <a:custGeom>
              <a:avLst/>
              <a:gdLst>
                <a:gd name="T0" fmla="*/ 56 w 58"/>
                <a:gd name="T1" fmla="*/ 3 h 3"/>
                <a:gd name="T2" fmla="*/ 2 w 58"/>
                <a:gd name="T3" fmla="*/ 3 h 3"/>
                <a:gd name="T4" fmla="*/ 0 w 58"/>
                <a:gd name="T5" fmla="*/ 2 h 3"/>
                <a:gd name="T6" fmla="*/ 2 w 58"/>
                <a:gd name="T7" fmla="*/ 0 h 3"/>
                <a:gd name="T8" fmla="*/ 56 w 58"/>
                <a:gd name="T9" fmla="*/ 0 h 3"/>
                <a:gd name="T10" fmla="*/ 58 w 58"/>
                <a:gd name="T11" fmla="*/ 2 h 3"/>
                <a:gd name="T12" fmla="*/ 56 w 58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">
                  <a:moveTo>
                    <a:pt x="56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7" y="0"/>
                    <a:pt x="58" y="1"/>
                    <a:pt x="58" y="2"/>
                  </a:cubicBezTo>
                  <a:cubicBezTo>
                    <a:pt x="58" y="3"/>
                    <a:pt x="57" y="3"/>
                    <a:pt x="56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2" name="Freeform: Shape 1631">
              <a:extLst>
                <a:ext uri="{FF2B5EF4-FFF2-40B4-BE49-F238E27FC236}">
                  <a16:creationId xmlns:a16="http://schemas.microsoft.com/office/drawing/2014/main" id="{19827046-003C-4F5E-89A2-0C61E6B055E8}"/>
                </a:ext>
              </a:extLst>
            </p:cNvPr>
            <p:cNvSpPr/>
            <p:nvPr/>
          </p:nvSpPr>
          <p:spPr bwMode="auto">
            <a:xfrm>
              <a:off x="9055008" y="4087999"/>
              <a:ext cx="107545" cy="100375"/>
            </a:xfrm>
            <a:custGeom>
              <a:avLst/>
              <a:gdLst>
                <a:gd name="T0" fmla="*/ 39 w 75"/>
                <a:gd name="T1" fmla="*/ 0 h 70"/>
                <a:gd name="T2" fmla="*/ 49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1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9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1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3" name="Freeform: Shape 1632">
              <a:extLst>
                <a:ext uri="{FF2B5EF4-FFF2-40B4-BE49-F238E27FC236}">
                  <a16:creationId xmlns:a16="http://schemas.microsoft.com/office/drawing/2014/main" id="{17C92979-73F5-476C-ADA0-5FC6E6CC4740}"/>
                </a:ext>
              </a:extLst>
            </p:cNvPr>
            <p:cNvSpPr/>
            <p:nvPr/>
          </p:nvSpPr>
          <p:spPr bwMode="auto">
            <a:xfrm>
              <a:off x="9204136" y="4087999"/>
              <a:ext cx="106110" cy="10037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4" name="Freeform: Shape 1633">
              <a:extLst>
                <a:ext uri="{FF2B5EF4-FFF2-40B4-BE49-F238E27FC236}">
                  <a16:creationId xmlns:a16="http://schemas.microsoft.com/office/drawing/2014/main" id="{8BE6E790-5B0F-41C9-9823-1F38701E8DF5}"/>
                </a:ext>
              </a:extLst>
            </p:cNvPr>
            <p:cNvSpPr/>
            <p:nvPr/>
          </p:nvSpPr>
          <p:spPr bwMode="auto">
            <a:xfrm>
              <a:off x="9351830" y="4087999"/>
              <a:ext cx="103243" cy="100375"/>
            </a:xfrm>
            <a:custGeom>
              <a:avLst/>
              <a:gdLst>
                <a:gd name="T0" fmla="*/ 36 w 72"/>
                <a:gd name="T1" fmla="*/ 0 h 70"/>
                <a:gd name="T2" fmla="*/ 48 w 72"/>
                <a:gd name="T3" fmla="*/ 24 h 70"/>
                <a:gd name="T4" fmla="*/ 72 w 72"/>
                <a:gd name="T5" fmla="*/ 27 h 70"/>
                <a:gd name="T6" fmla="*/ 56 w 72"/>
                <a:gd name="T7" fmla="*/ 46 h 70"/>
                <a:gd name="T8" fmla="*/ 58 w 72"/>
                <a:gd name="T9" fmla="*/ 70 h 70"/>
                <a:gd name="T10" fmla="*/ 36 w 72"/>
                <a:gd name="T11" fmla="*/ 58 h 70"/>
                <a:gd name="T12" fmla="*/ 12 w 72"/>
                <a:gd name="T13" fmla="*/ 70 h 70"/>
                <a:gd name="T14" fmla="*/ 17 w 72"/>
                <a:gd name="T15" fmla="*/ 46 h 70"/>
                <a:gd name="T16" fmla="*/ 0 w 72"/>
                <a:gd name="T17" fmla="*/ 27 h 70"/>
                <a:gd name="T18" fmla="*/ 24 w 72"/>
                <a:gd name="T19" fmla="*/ 24 h 70"/>
                <a:gd name="T20" fmla="*/ 36 w 72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2" h="70">
                  <a:moveTo>
                    <a:pt x="36" y="0"/>
                  </a:moveTo>
                  <a:lnTo>
                    <a:pt x="48" y="24"/>
                  </a:lnTo>
                  <a:lnTo>
                    <a:pt x="72" y="27"/>
                  </a:lnTo>
                  <a:lnTo>
                    <a:pt x="56" y="46"/>
                  </a:lnTo>
                  <a:lnTo>
                    <a:pt x="58" y="70"/>
                  </a:lnTo>
                  <a:lnTo>
                    <a:pt x="36" y="58"/>
                  </a:lnTo>
                  <a:lnTo>
                    <a:pt x="12" y="70"/>
                  </a:lnTo>
                  <a:lnTo>
                    <a:pt x="17" y="46"/>
                  </a:lnTo>
                  <a:lnTo>
                    <a:pt x="0" y="27"/>
                  </a:lnTo>
                  <a:lnTo>
                    <a:pt x="24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5" name="Freeform: Shape 1634">
              <a:extLst>
                <a:ext uri="{FF2B5EF4-FFF2-40B4-BE49-F238E27FC236}">
                  <a16:creationId xmlns:a16="http://schemas.microsoft.com/office/drawing/2014/main" id="{7AC0F385-3AD6-413A-B1D9-2D0F8F0BE1DA}"/>
                </a:ext>
              </a:extLst>
            </p:cNvPr>
            <p:cNvSpPr/>
            <p:nvPr/>
          </p:nvSpPr>
          <p:spPr bwMode="auto">
            <a:xfrm>
              <a:off x="9496656" y="4087999"/>
              <a:ext cx="107545" cy="100375"/>
            </a:xfrm>
            <a:custGeom>
              <a:avLst/>
              <a:gdLst>
                <a:gd name="T0" fmla="*/ 39 w 75"/>
                <a:gd name="T1" fmla="*/ 0 h 70"/>
                <a:gd name="T2" fmla="*/ 48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0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8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0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6" name="Freeform: Shape 1635">
              <a:extLst>
                <a:ext uri="{FF2B5EF4-FFF2-40B4-BE49-F238E27FC236}">
                  <a16:creationId xmlns:a16="http://schemas.microsoft.com/office/drawing/2014/main" id="{961EAEC5-4162-4D09-B086-AE0DE47F9070}"/>
                </a:ext>
              </a:extLst>
            </p:cNvPr>
            <p:cNvSpPr/>
            <p:nvPr/>
          </p:nvSpPr>
          <p:spPr bwMode="auto">
            <a:xfrm>
              <a:off x="9645785" y="4087999"/>
              <a:ext cx="106110" cy="10037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7" name="Freeform: Shape 1636">
              <a:extLst>
                <a:ext uri="{FF2B5EF4-FFF2-40B4-BE49-F238E27FC236}">
                  <a16:creationId xmlns:a16="http://schemas.microsoft.com/office/drawing/2014/main" id="{81914F0E-3BDA-49DB-9279-F50A01BEB917}"/>
                </a:ext>
              </a:extLst>
            </p:cNvPr>
            <p:cNvSpPr/>
            <p:nvPr/>
          </p:nvSpPr>
          <p:spPr bwMode="auto">
            <a:xfrm>
              <a:off x="8227633" y="3022592"/>
              <a:ext cx="1597393" cy="878997"/>
            </a:xfrm>
            <a:custGeom>
              <a:avLst/>
              <a:gdLst>
                <a:gd name="T0" fmla="*/ 463 w 463"/>
                <a:gd name="T1" fmla="*/ 16 h 255"/>
                <a:gd name="T2" fmla="*/ 463 w 463"/>
                <a:gd name="T3" fmla="*/ 239 h 255"/>
                <a:gd name="T4" fmla="*/ 447 w 463"/>
                <a:gd name="T5" fmla="*/ 255 h 255"/>
                <a:gd name="T6" fmla="*/ 16 w 463"/>
                <a:gd name="T7" fmla="*/ 255 h 255"/>
                <a:gd name="T8" fmla="*/ 0 w 463"/>
                <a:gd name="T9" fmla="*/ 239 h 255"/>
                <a:gd name="T10" fmla="*/ 0 w 463"/>
                <a:gd name="T11" fmla="*/ 16 h 255"/>
                <a:gd name="T12" fmla="*/ 16 w 463"/>
                <a:gd name="T13" fmla="*/ 0 h 255"/>
                <a:gd name="T14" fmla="*/ 447 w 463"/>
                <a:gd name="T15" fmla="*/ 0 h 255"/>
                <a:gd name="T16" fmla="*/ 463 w 463"/>
                <a:gd name="T17" fmla="*/ 16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3" h="255">
                  <a:moveTo>
                    <a:pt x="463" y="16"/>
                  </a:moveTo>
                  <a:cubicBezTo>
                    <a:pt x="463" y="239"/>
                    <a:pt x="463" y="239"/>
                    <a:pt x="463" y="239"/>
                  </a:cubicBezTo>
                  <a:cubicBezTo>
                    <a:pt x="463" y="248"/>
                    <a:pt x="456" y="255"/>
                    <a:pt x="447" y="255"/>
                  </a:cubicBezTo>
                  <a:cubicBezTo>
                    <a:pt x="16" y="255"/>
                    <a:pt x="16" y="255"/>
                    <a:pt x="16" y="255"/>
                  </a:cubicBezTo>
                  <a:cubicBezTo>
                    <a:pt x="7" y="255"/>
                    <a:pt x="0" y="248"/>
                    <a:pt x="0" y="239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54" y="6"/>
                    <a:pt x="457" y="10"/>
                    <a:pt x="463" y="16"/>
                  </a:cubicBezTo>
                  <a:close/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8" name="Freeform: Shape 1637">
              <a:extLst>
                <a:ext uri="{FF2B5EF4-FFF2-40B4-BE49-F238E27FC236}">
                  <a16:creationId xmlns:a16="http://schemas.microsoft.com/office/drawing/2014/main" id="{60D4C006-224D-4E67-A19C-42A8E8AF617C}"/>
                </a:ext>
              </a:extLst>
            </p:cNvPr>
            <p:cNvSpPr/>
            <p:nvPr/>
          </p:nvSpPr>
          <p:spPr bwMode="auto">
            <a:xfrm>
              <a:off x="9131006" y="3184626"/>
              <a:ext cx="559231" cy="355613"/>
            </a:xfrm>
            <a:custGeom>
              <a:avLst/>
              <a:gdLst>
                <a:gd name="T0" fmla="*/ 126 w 162"/>
                <a:gd name="T1" fmla="*/ 30 h 103"/>
                <a:gd name="T2" fmla="*/ 112 w 162"/>
                <a:gd name="T3" fmla="*/ 33 h 103"/>
                <a:gd name="T4" fmla="*/ 70 w 162"/>
                <a:gd name="T5" fmla="*/ 0 h 103"/>
                <a:gd name="T6" fmla="*/ 28 w 162"/>
                <a:gd name="T7" fmla="*/ 39 h 103"/>
                <a:gd name="T8" fmla="*/ 0 w 162"/>
                <a:gd name="T9" fmla="*/ 71 h 103"/>
                <a:gd name="T10" fmla="*/ 32 w 162"/>
                <a:gd name="T11" fmla="*/ 103 h 103"/>
                <a:gd name="T12" fmla="*/ 39 w 162"/>
                <a:gd name="T13" fmla="*/ 102 h 103"/>
                <a:gd name="T14" fmla="*/ 126 w 162"/>
                <a:gd name="T15" fmla="*/ 102 h 103"/>
                <a:gd name="T16" fmla="*/ 162 w 162"/>
                <a:gd name="T17" fmla="*/ 66 h 103"/>
                <a:gd name="T18" fmla="*/ 126 w 162"/>
                <a:gd name="T19" fmla="*/ 30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2" h="103">
                  <a:moveTo>
                    <a:pt x="126" y="30"/>
                  </a:moveTo>
                  <a:cubicBezTo>
                    <a:pt x="121" y="30"/>
                    <a:pt x="116" y="31"/>
                    <a:pt x="112" y="33"/>
                  </a:cubicBezTo>
                  <a:cubicBezTo>
                    <a:pt x="108" y="14"/>
                    <a:pt x="91" y="0"/>
                    <a:pt x="70" y="0"/>
                  </a:cubicBezTo>
                  <a:cubicBezTo>
                    <a:pt x="48" y="0"/>
                    <a:pt x="30" y="17"/>
                    <a:pt x="28" y="39"/>
                  </a:cubicBezTo>
                  <a:cubicBezTo>
                    <a:pt x="12" y="41"/>
                    <a:pt x="0" y="54"/>
                    <a:pt x="0" y="71"/>
                  </a:cubicBezTo>
                  <a:cubicBezTo>
                    <a:pt x="0" y="89"/>
                    <a:pt x="14" y="103"/>
                    <a:pt x="32" y="103"/>
                  </a:cubicBezTo>
                  <a:cubicBezTo>
                    <a:pt x="34" y="103"/>
                    <a:pt x="37" y="103"/>
                    <a:pt x="39" y="102"/>
                  </a:cubicBezTo>
                  <a:cubicBezTo>
                    <a:pt x="126" y="102"/>
                    <a:pt x="126" y="102"/>
                    <a:pt x="126" y="102"/>
                  </a:cubicBezTo>
                  <a:cubicBezTo>
                    <a:pt x="146" y="102"/>
                    <a:pt x="162" y="86"/>
                    <a:pt x="162" y="66"/>
                  </a:cubicBezTo>
                  <a:cubicBezTo>
                    <a:pt x="162" y="46"/>
                    <a:pt x="146" y="30"/>
                    <a:pt x="126" y="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9" name="Freeform: Shape 1638">
              <a:extLst>
                <a:ext uri="{FF2B5EF4-FFF2-40B4-BE49-F238E27FC236}">
                  <a16:creationId xmlns:a16="http://schemas.microsoft.com/office/drawing/2014/main" id="{3505A106-0B69-4686-84A4-FFD4A656FF62}"/>
                </a:ext>
              </a:extLst>
            </p:cNvPr>
            <p:cNvSpPr/>
            <p:nvPr/>
          </p:nvSpPr>
          <p:spPr bwMode="auto">
            <a:xfrm>
              <a:off x="9304511" y="3478581"/>
              <a:ext cx="196448" cy="203617"/>
            </a:xfrm>
            <a:custGeom>
              <a:avLst/>
              <a:gdLst>
                <a:gd name="T0" fmla="*/ 120 w 137"/>
                <a:gd name="T1" fmla="*/ 62 h 142"/>
                <a:gd name="T2" fmla="*/ 120 w 137"/>
                <a:gd name="T3" fmla="*/ 0 h 142"/>
                <a:gd name="T4" fmla="*/ 16 w 137"/>
                <a:gd name="T5" fmla="*/ 0 h 142"/>
                <a:gd name="T6" fmla="*/ 16 w 137"/>
                <a:gd name="T7" fmla="*/ 62 h 142"/>
                <a:gd name="T8" fmla="*/ 0 w 137"/>
                <a:gd name="T9" fmla="*/ 62 h 142"/>
                <a:gd name="T10" fmla="*/ 69 w 137"/>
                <a:gd name="T11" fmla="*/ 142 h 142"/>
                <a:gd name="T12" fmla="*/ 137 w 137"/>
                <a:gd name="T13" fmla="*/ 62 h 142"/>
                <a:gd name="T14" fmla="*/ 120 w 137"/>
                <a:gd name="T15" fmla="*/ 6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7" h="142">
                  <a:moveTo>
                    <a:pt x="120" y="62"/>
                  </a:moveTo>
                  <a:lnTo>
                    <a:pt x="120" y="0"/>
                  </a:lnTo>
                  <a:lnTo>
                    <a:pt x="16" y="0"/>
                  </a:lnTo>
                  <a:lnTo>
                    <a:pt x="16" y="62"/>
                  </a:lnTo>
                  <a:lnTo>
                    <a:pt x="0" y="62"/>
                  </a:lnTo>
                  <a:lnTo>
                    <a:pt x="69" y="142"/>
                  </a:lnTo>
                  <a:lnTo>
                    <a:pt x="137" y="62"/>
                  </a:lnTo>
                  <a:lnTo>
                    <a:pt x="120" y="62"/>
                  </a:ln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0" name="Freeform: Shape 1639">
              <a:extLst>
                <a:ext uri="{FF2B5EF4-FFF2-40B4-BE49-F238E27FC236}">
                  <a16:creationId xmlns:a16="http://schemas.microsoft.com/office/drawing/2014/main" id="{18F2B35E-412B-4615-8D5F-10B58EE9C159}"/>
                </a:ext>
              </a:extLst>
            </p:cNvPr>
            <p:cNvSpPr/>
            <p:nvPr/>
          </p:nvSpPr>
          <p:spPr bwMode="auto">
            <a:xfrm>
              <a:off x="8313669" y="3609068"/>
              <a:ext cx="728434" cy="27245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1" name="Freeform: Shape 1640">
              <a:extLst>
                <a:ext uri="{FF2B5EF4-FFF2-40B4-BE49-F238E27FC236}">
                  <a16:creationId xmlns:a16="http://schemas.microsoft.com/office/drawing/2014/main" id="{4D6A04BA-04F3-495B-BD89-1C44FAA111F1}"/>
                </a:ext>
              </a:extLst>
            </p:cNvPr>
            <p:cNvSpPr/>
            <p:nvPr/>
          </p:nvSpPr>
          <p:spPr bwMode="auto">
            <a:xfrm>
              <a:off x="8313669" y="3687934"/>
              <a:ext cx="728434" cy="28679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2" name="Freeform: Shape 1641">
              <a:extLst>
                <a:ext uri="{FF2B5EF4-FFF2-40B4-BE49-F238E27FC236}">
                  <a16:creationId xmlns:a16="http://schemas.microsoft.com/office/drawing/2014/main" id="{D8247FB6-A4C2-47C7-86FE-7458F0D79943}"/>
                </a:ext>
              </a:extLst>
            </p:cNvPr>
            <p:cNvSpPr/>
            <p:nvPr/>
          </p:nvSpPr>
          <p:spPr bwMode="auto">
            <a:xfrm>
              <a:off x="8313669" y="3768234"/>
              <a:ext cx="728434" cy="22943"/>
            </a:xfrm>
            <a:custGeom>
              <a:avLst/>
              <a:gdLst>
                <a:gd name="T0" fmla="*/ 5 w 211"/>
                <a:gd name="T1" fmla="*/ 7 h 7"/>
                <a:gd name="T2" fmla="*/ 206 w 211"/>
                <a:gd name="T3" fmla="*/ 7 h 7"/>
                <a:gd name="T4" fmla="*/ 206 w 211"/>
                <a:gd name="T5" fmla="*/ 0 h 7"/>
                <a:gd name="T6" fmla="*/ 5 w 211"/>
                <a:gd name="T7" fmla="*/ 0 h 7"/>
                <a:gd name="T8" fmla="*/ 5 w 211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7">
                  <a:moveTo>
                    <a:pt x="5" y="7"/>
                  </a:moveTo>
                  <a:cubicBezTo>
                    <a:pt x="72" y="7"/>
                    <a:pt x="139" y="7"/>
                    <a:pt x="206" y="7"/>
                  </a:cubicBezTo>
                  <a:cubicBezTo>
                    <a:pt x="211" y="7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3" name="Rectangle 1642">
              <a:extLst>
                <a:ext uri="{FF2B5EF4-FFF2-40B4-BE49-F238E27FC236}">
                  <a16:creationId xmlns:a16="http://schemas.microsoft.com/office/drawing/2014/main" id="{4A6061A1-8D70-44BF-947D-365555C92DBF}"/>
                </a:ext>
              </a:extLst>
            </p:cNvPr>
            <p:cNvSpPr/>
            <p:nvPr/>
          </p:nvSpPr>
          <p:spPr bwMode="auto">
            <a:xfrm>
              <a:off x="8317970" y="3412620"/>
              <a:ext cx="706926" cy="5879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4" name="Rectangle 1643">
              <a:extLst>
                <a:ext uri="{FF2B5EF4-FFF2-40B4-BE49-F238E27FC236}">
                  <a16:creationId xmlns:a16="http://schemas.microsoft.com/office/drawing/2014/main" id="{CB8ADA40-49BE-4ABC-992F-A22A87C1FAFA}"/>
                </a:ext>
              </a:extLst>
            </p:cNvPr>
            <p:cNvSpPr/>
            <p:nvPr/>
          </p:nvSpPr>
          <p:spPr bwMode="auto">
            <a:xfrm>
              <a:off x="8558869" y="3412620"/>
              <a:ext cx="466026" cy="58791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5" name="Rectangle 1644">
              <a:extLst>
                <a:ext uri="{FF2B5EF4-FFF2-40B4-BE49-F238E27FC236}">
                  <a16:creationId xmlns:a16="http://schemas.microsoft.com/office/drawing/2014/main" id="{6FBDC81A-D8D4-4685-8B7B-7A0371B6CFBB}"/>
                </a:ext>
              </a:extLst>
            </p:cNvPr>
            <p:cNvSpPr/>
            <p:nvPr/>
          </p:nvSpPr>
          <p:spPr bwMode="auto">
            <a:xfrm>
              <a:off x="8317970" y="3250587"/>
              <a:ext cx="706926" cy="5879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6" name="Rectangle 1645">
              <a:extLst>
                <a:ext uri="{FF2B5EF4-FFF2-40B4-BE49-F238E27FC236}">
                  <a16:creationId xmlns:a16="http://schemas.microsoft.com/office/drawing/2014/main" id="{0534651E-D00B-4B8D-A4EF-E8F2D9AF1684}"/>
                </a:ext>
              </a:extLst>
            </p:cNvPr>
            <p:cNvSpPr/>
            <p:nvPr/>
          </p:nvSpPr>
          <p:spPr bwMode="auto">
            <a:xfrm>
              <a:off x="8801203" y="3250587"/>
              <a:ext cx="223692" cy="58791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1" name="Oval 1650">
              <a:extLst>
                <a:ext uri="{FF2B5EF4-FFF2-40B4-BE49-F238E27FC236}">
                  <a16:creationId xmlns:a16="http://schemas.microsoft.com/office/drawing/2014/main" id="{26931F13-EDD9-498A-93E5-41F73E591B30}"/>
                </a:ext>
              </a:extLst>
            </p:cNvPr>
            <p:cNvSpPr/>
            <p:nvPr/>
          </p:nvSpPr>
          <p:spPr bwMode="auto">
            <a:xfrm>
              <a:off x="5724000" y="5470303"/>
              <a:ext cx="1707805" cy="55924"/>
            </a:xfrm>
            <a:prstGeom prst="ellipse">
              <a:avLst/>
            </a:prstGeom>
            <a:solidFill>
              <a:srgbClr val="ECEC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2" name="Freeform: Shape 1651">
              <a:extLst>
                <a:ext uri="{FF2B5EF4-FFF2-40B4-BE49-F238E27FC236}">
                  <a16:creationId xmlns:a16="http://schemas.microsoft.com/office/drawing/2014/main" id="{5DBFEDF1-DC18-49E5-987C-26D16C3F1A76}"/>
                </a:ext>
              </a:extLst>
            </p:cNvPr>
            <p:cNvSpPr/>
            <p:nvPr/>
          </p:nvSpPr>
          <p:spPr bwMode="auto">
            <a:xfrm>
              <a:off x="6369266" y="3309378"/>
              <a:ext cx="444517" cy="478931"/>
            </a:xfrm>
            <a:custGeom>
              <a:avLst/>
              <a:gdLst>
                <a:gd name="T0" fmla="*/ 42 w 129"/>
                <a:gd name="T1" fmla="*/ 0 h 139"/>
                <a:gd name="T2" fmla="*/ 81 w 129"/>
                <a:gd name="T3" fmla="*/ 0 h 139"/>
                <a:gd name="T4" fmla="*/ 110 w 129"/>
                <a:gd name="T5" fmla="*/ 20 h 139"/>
                <a:gd name="T6" fmla="*/ 112 w 129"/>
                <a:gd name="T7" fmla="*/ 92 h 139"/>
                <a:gd name="T8" fmla="*/ 98 w 129"/>
                <a:gd name="T9" fmla="*/ 137 h 139"/>
                <a:gd name="T10" fmla="*/ 21 w 129"/>
                <a:gd name="T11" fmla="*/ 139 h 139"/>
                <a:gd name="T12" fmla="*/ 2 w 129"/>
                <a:gd name="T13" fmla="*/ 25 h 139"/>
                <a:gd name="T14" fmla="*/ 16 w 129"/>
                <a:gd name="T15" fmla="*/ 4 h 139"/>
                <a:gd name="T16" fmla="*/ 42 w 129"/>
                <a:gd name="T17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9" h="139">
                  <a:moveTo>
                    <a:pt x="42" y="0"/>
                  </a:moveTo>
                  <a:cubicBezTo>
                    <a:pt x="81" y="0"/>
                    <a:pt x="81" y="0"/>
                    <a:pt x="81" y="0"/>
                  </a:cubicBezTo>
                  <a:cubicBezTo>
                    <a:pt x="81" y="0"/>
                    <a:pt x="99" y="2"/>
                    <a:pt x="110" y="20"/>
                  </a:cubicBezTo>
                  <a:cubicBezTo>
                    <a:pt x="120" y="36"/>
                    <a:pt x="129" y="71"/>
                    <a:pt x="112" y="92"/>
                  </a:cubicBezTo>
                  <a:cubicBezTo>
                    <a:pt x="112" y="92"/>
                    <a:pt x="97" y="126"/>
                    <a:pt x="98" y="137"/>
                  </a:cubicBezTo>
                  <a:cubicBezTo>
                    <a:pt x="21" y="139"/>
                    <a:pt x="21" y="139"/>
                    <a:pt x="21" y="139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0" y="15"/>
                    <a:pt x="7" y="6"/>
                    <a:pt x="16" y="4"/>
                  </a:cubicBezTo>
                  <a:lnTo>
                    <a:pt x="42" y="0"/>
                  </a:lnTo>
                  <a:close/>
                </a:path>
              </a:pathLst>
            </a:custGeom>
            <a:solidFill>
              <a:srgbClr val="F974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3" name="Freeform: Shape 1652">
              <a:extLst>
                <a:ext uri="{FF2B5EF4-FFF2-40B4-BE49-F238E27FC236}">
                  <a16:creationId xmlns:a16="http://schemas.microsoft.com/office/drawing/2014/main" id="{BD57E39F-5DE1-410F-BEF1-CFD4115C1A3A}"/>
                </a:ext>
              </a:extLst>
            </p:cNvPr>
            <p:cNvSpPr/>
            <p:nvPr/>
          </p:nvSpPr>
          <p:spPr bwMode="auto">
            <a:xfrm>
              <a:off x="6177120" y="3250587"/>
              <a:ext cx="358481" cy="795829"/>
            </a:xfrm>
            <a:custGeom>
              <a:avLst/>
              <a:gdLst>
                <a:gd name="T0" fmla="*/ 90 w 104"/>
                <a:gd name="T1" fmla="*/ 23 h 231"/>
                <a:gd name="T2" fmla="*/ 44 w 104"/>
                <a:gd name="T3" fmla="*/ 135 h 231"/>
                <a:gd name="T4" fmla="*/ 104 w 104"/>
                <a:gd name="T5" fmla="*/ 216 h 231"/>
                <a:gd name="T6" fmla="*/ 89 w 104"/>
                <a:gd name="T7" fmla="*/ 231 h 231"/>
                <a:gd name="T8" fmla="*/ 20 w 104"/>
                <a:gd name="T9" fmla="*/ 144 h 231"/>
                <a:gd name="T10" fmla="*/ 90 w 104"/>
                <a:gd name="T11" fmla="*/ 23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4" h="231">
                  <a:moveTo>
                    <a:pt x="90" y="23"/>
                  </a:moveTo>
                  <a:cubicBezTo>
                    <a:pt x="94" y="27"/>
                    <a:pt x="103" y="53"/>
                    <a:pt x="44" y="135"/>
                  </a:cubicBezTo>
                  <a:cubicBezTo>
                    <a:pt x="44" y="135"/>
                    <a:pt x="93" y="188"/>
                    <a:pt x="104" y="216"/>
                  </a:cubicBezTo>
                  <a:cubicBezTo>
                    <a:pt x="89" y="231"/>
                    <a:pt x="89" y="231"/>
                    <a:pt x="89" y="231"/>
                  </a:cubicBezTo>
                  <a:cubicBezTo>
                    <a:pt x="89" y="231"/>
                    <a:pt x="41" y="177"/>
                    <a:pt x="20" y="144"/>
                  </a:cubicBezTo>
                  <a:cubicBezTo>
                    <a:pt x="0" y="111"/>
                    <a:pt x="67" y="0"/>
                    <a:pt x="90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4" name="Freeform: Shape 1653">
              <a:extLst>
                <a:ext uri="{FF2B5EF4-FFF2-40B4-BE49-F238E27FC236}">
                  <a16:creationId xmlns:a16="http://schemas.microsoft.com/office/drawing/2014/main" id="{545887E6-1AB9-41CA-8F77-35B86F47E5A4}"/>
                </a:ext>
              </a:extLst>
            </p:cNvPr>
            <p:cNvSpPr/>
            <p:nvPr/>
          </p:nvSpPr>
          <p:spPr bwMode="auto">
            <a:xfrm>
              <a:off x="6462471" y="3250587"/>
              <a:ext cx="848884" cy="375688"/>
            </a:xfrm>
            <a:custGeom>
              <a:avLst/>
              <a:gdLst>
                <a:gd name="T0" fmla="*/ 45 w 246"/>
                <a:gd name="T1" fmla="*/ 23 h 109"/>
                <a:gd name="T2" fmla="*/ 150 w 246"/>
                <a:gd name="T3" fmla="*/ 70 h 109"/>
                <a:gd name="T4" fmla="*/ 229 w 246"/>
                <a:gd name="T5" fmla="*/ 0 h 109"/>
                <a:gd name="T6" fmla="*/ 246 w 246"/>
                <a:gd name="T7" fmla="*/ 13 h 109"/>
                <a:gd name="T8" fmla="*/ 159 w 246"/>
                <a:gd name="T9" fmla="*/ 97 h 109"/>
                <a:gd name="T10" fmla="*/ 45 w 246"/>
                <a:gd name="T11" fmla="*/ 23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6" h="109">
                  <a:moveTo>
                    <a:pt x="45" y="23"/>
                  </a:moveTo>
                  <a:cubicBezTo>
                    <a:pt x="65" y="6"/>
                    <a:pt x="130" y="59"/>
                    <a:pt x="150" y="70"/>
                  </a:cubicBezTo>
                  <a:cubicBezTo>
                    <a:pt x="150" y="70"/>
                    <a:pt x="206" y="25"/>
                    <a:pt x="229" y="0"/>
                  </a:cubicBezTo>
                  <a:cubicBezTo>
                    <a:pt x="246" y="13"/>
                    <a:pt x="246" y="13"/>
                    <a:pt x="246" y="13"/>
                  </a:cubicBezTo>
                  <a:cubicBezTo>
                    <a:pt x="246" y="13"/>
                    <a:pt x="182" y="92"/>
                    <a:pt x="159" y="97"/>
                  </a:cubicBezTo>
                  <a:cubicBezTo>
                    <a:pt x="99" y="109"/>
                    <a:pt x="0" y="63"/>
                    <a:pt x="45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5" name="Freeform: Shape 1654">
              <a:extLst>
                <a:ext uri="{FF2B5EF4-FFF2-40B4-BE49-F238E27FC236}">
                  <a16:creationId xmlns:a16="http://schemas.microsoft.com/office/drawing/2014/main" id="{E762CDDA-79C2-4C30-89A4-14E0E09DFC64}"/>
                </a:ext>
              </a:extLst>
            </p:cNvPr>
            <p:cNvSpPr/>
            <p:nvPr/>
          </p:nvSpPr>
          <p:spPr bwMode="auto">
            <a:xfrm>
              <a:off x="7225319" y="3009688"/>
              <a:ext cx="164902" cy="285352"/>
            </a:xfrm>
            <a:custGeom>
              <a:avLst/>
              <a:gdLst>
                <a:gd name="T0" fmla="*/ 0 w 48"/>
                <a:gd name="T1" fmla="*/ 82 h 83"/>
                <a:gd name="T2" fmla="*/ 10 w 48"/>
                <a:gd name="T3" fmla="*/ 53 h 83"/>
                <a:gd name="T4" fmla="*/ 12 w 48"/>
                <a:gd name="T5" fmla="*/ 44 h 83"/>
                <a:gd name="T6" fmla="*/ 41 w 48"/>
                <a:gd name="T7" fmla="*/ 0 h 83"/>
                <a:gd name="T8" fmla="*/ 32 w 48"/>
                <a:gd name="T9" fmla="*/ 31 h 83"/>
                <a:gd name="T10" fmla="*/ 40 w 48"/>
                <a:gd name="T11" fmla="*/ 60 h 83"/>
                <a:gd name="T12" fmla="*/ 25 w 48"/>
                <a:gd name="T13" fmla="*/ 83 h 83"/>
                <a:gd name="T14" fmla="*/ 0 w 48"/>
                <a:gd name="T15" fmla="*/ 82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8" h="83">
                  <a:moveTo>
                    <a:pt x="0" y="82"/>
                  </a:moveTo>
                  <a:cubicBezTo>
                    <a:pt x="0" y="82"/>
                    <a:pt x="10" y="74"/>
                    <a:pt x="10" y="53"/>
                  </a:cubicBezTo>
                  <a:cubicBezTo>
                    <a:pt x="10" y="50"/>
                    <a:pt x="11" y="47"/>
                    <a:pt x="12" y="44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0"/>
                    <a:pt x="48" y="6"/>
                    <a:pt x="32" y="31"/>
                  </a:cubicBezTo>
                  <a:cubicBezTo>
                    <a:pt x="32" y="31"/>
                    <a:pt x="44" y="49"/>
                    <a:pt x="40" y="60"/>
                  </a:cubicBezTo>
                  <a:cubicBezTo>
                    <a:pt x="36" y="70"/>
                    <a:pt x="25" y="83"/>
                    <a:pt x="25" y="83"/>
                  </a:cubicBezTo>
                  <a:lnTo>
                    <a:pt x="0" y="82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6" name="Freeform: Shape 1655">
              <a:extLst>
                <a:ext uri="{FF2B5EF4-FFF2-40B4-BE49-F238E27FC236}">
                  <a16:creationId xmlns:a16="http://schemas.microsoft.com/office/drawing/2014/main" id="{46A3FE2C-824B-4A75-9726-37E758C6FA44}"/>
                </a:ext>
              </a:extLst>
            </p:cNvPr>
            <p:cNvSpPr/>
            <p:nvPr/>
          </p:nvSpPr>
          <p:spPr bwMode="auto">
            <a:xfrm>
              <a:off x="6224439" y="2678450"/>
              <a:ext cx="790093" cy="1095519"/>
            </a:xfrm>
            <a:custGeom>
              <a:avLst/>
              <a:gdLst>
                <a:gd name="T0" fmla="*/ 88 w 229"/>
                <a:gd name="T1" fmla="*/ 42 h 318"/>
                <a:gd name="T2" fmla="*/ 75 w 229"/>
                <a:gd name="T3" fmla="*/ 52 h 318"/>
                <a:gd name="T4" fmla="*/ 66 w 229"/>
                <a:gd name="T5" fmla="*/ 57 h 318"/>
                <a:gd name="T6" fmla="*/ 33 w 229"/>
                <a:gd name="T7" fmla="*/ 87 h 318"/>
                <a:gd name="T8" fmla="*/ 21 w 229"/>
                <a:gd name="T9" fmla="*/ 163 h 318"/>
                <a:gd name="T10" fmla="*/ 16 w 229"/>
                <a:gd name="T11" fmla="*/ 173 h 318"/>
                <a:gd name="T12" fmla="*/ 41 w 229"/>
                <a:gd name="T13" fmla="*/ 240 h 318"/>
                <a:gd name="T14" fmla="*/ 114 w 229"/>
                <a:gd name="T15" fmla="*/ 316 h 318"/>
                <a:gd name="T16" fmla="*/ 185 w 229"/>
                <a:gd name="T17" fmla="*/ 249 h 318"/>
                <a:gd name="T18" fmla="*/ 202 w 229"/>
                <a:gd name="T19" fmla="*/ 214 h 318"/>
                <a:gd name="T20" fmla="*/ 188 w 229"/>
                <a:gd name="T21" fmla="*/ 148 h 318"/>
                <a:gd name="T22" fmla="*/ 176 w 229"/>
                <a:gd name="T23" fmla="*/ 103 h 318"/>
                <a:gd name="T24" fmla="*/ 88 w 229"/>
                <a:gd name="T25" fmla="*/ 4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9" h="318">
                  <a:moveTo>
                    <a:pt x="88" y="42"/>
                  </a:moveTo>
                  <a:cubicBezTo>
                    <a:pt x="83" y="45"/>
                    <a:pt x="79" y="49"/>
                    <a:pt x="75" y="52"/>
                  </a:cubicBezTo>
                  <a:cubicBezTo>
                    <a:pt x="73" y="54"/>
                    <a:pt x="71" y="56"/>
                    <a:pt x="66" y="57"/>
                  </a:cubicBezTo>
                  <a:cubicBezTo>
                    <a:pt x="60" y="59"/>
                    <a:pt x="32" y="54"/>
                    <a:pt x="33" y="87"/>
                  </a:cubicBezTo>
                  <a:cubicBezTo>
                    <a:pt x="34" y="113"/>
                    <a:pt x="30" y="139"/>
                    <a:pt x="21" y="163"/>
                  </a:cubicBezTo>
                  <a:cubicBezTo>
                    <a:pt x="19" y="166"/>
                    <a:pt x="18" y="170"/>
                    <a:pt x="16" y="173"/>
                  </a:cubicBezTo>
                  <a:cubicBezTo>
                    <a:pt x="0" y="215"/>
                    <a:pt x="27" y="214"/>
                    <a:pt x="41" y="240"/>
                  </a:cubicBezTo>
                  <a:cubicBezTo>
                    <a:pt x="55" y="266"/>
                    <a:pt x="27" y="313"/>
                    <a:pt x="114" y="316"/>
                  </a:cubicBezTo>
                  <a:cubicBezTo>
                    <a:pt x="159" y="318"/>
                    <a:pt x="206" y="295"/>
                    <a:pt x="185" y="249"/>
                  </a:cubicBezTo>
                  <a:cubicBezTo>
                    <a:pt x="185" y="249"/>
                    <a:pt x="186" y="224"/>
                    <a:pt x="202" y="214"/>
                  </a:cubicBezTo>
                  <a:cubicBezTo>
                    <a:pt x="218" y="205"/>
                    <a:pt x="229" y="158"/>
                    <a:pt x="188" y="148"/>
                  </a:cubicBezTo>
                  <a:cubicBezTo>
                    <a:pt x="146" y="138"/>
                    <a:pt x="176" y="123"/>
                    <a:pt x="176" y="103"/>
                  </a:cubicBezTo>
                  <a:cubicBezTo>
                    <a:pt x="177" y="60"/>
                    <a:pt x="151" y="0"/>
                    <a:pt x="88" y="42"/>
                  </a:cubicBezTo>
                  <a:close/>
                </a:path>
              </a:pathLst>
            </a:custGeom>
            <a:solidFill>
              <a:srgbClr val="5A5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7" name="Freeform: Shape 1656">
              <a:extLst>
                <a:ext uri="{FF2B5EF4-FFF2-40B4-BE49-F238E27FC236}">
                  <a16:creationId xmlns:a16="http://schemas.microsoft.com/office/drawing/2014/main" id="{A207E5BF-5226-4C2A-BFE4-4F6093ED0ECE}"/>
                </a:ext>
              </a:extLst>
            </p:cNvPr>
            <p:cNvSpPr/>
            <p:nvPr/>
          </p:nvSpPr>
          <p:spPr bwMode="auto">
            <a:xfrm>
              <a:off x="6103990" y="5197858"/>
              <a:ext cx="240899" cy="289653"/>
            </a:xfrm>
            <a:custGeom>
              <a:avLst/>
              <a:gdLst>
                <a:gd name="T0" fmla="*/ 23 w 70"/>
                <a:gd name="T1" fmla="*/ 0 h 84"/>
                <a:gd name="T2" fmla="*/ 0 w 70"/>
                <a:gd name="T3" fmla="*/ 60 h 84"/>
                <a:gd name="T4" fmla="*/ 67 w 70"/>
                <a:gd name="T5" fmla="*/ 84 h 84"/>
                <a:gd name="T6" fmla="*/ 59 w 70"/>
                <a:gd name="T7" fmla="*/ 65 h 84"/>
                <a:gd name="T8" fmla="*/ 34 w 70"/>
                <a:gd name="T9" fmla="*/ 55 h 84"/>
                <a:gd name="T10" fmla="*/ 50 w 70"/>
                <a:gd name="T11" fmla="*/ 10 h 84"/>
                <a:gd name="T12" fmla="*/ 23 w 70"/>
                <a:gd name="T13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" h="84">
                  <a:moveTo>
                    <a:pt x="23" y="0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67" y="84"/>
                    <a:pt x="67" y="84"/>
                    <a:pt x="67" y="84"/>
                  </a:cubicBezTo>
                  <a:cubicBezTo>
                    <a:pt x="70" y="77"/>
                    <a:pt x="67" y="68"/>
                    <a:pt x="59" y="65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50" y="10"/>
                    <a:pt x="50" y="10"/>
                    <a:pt x="50" y="10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8" name="Freeform: Shape 1657">
              <a:extLst>
                <a:ext uri="{FF2B5EF4-FFF2-40B4-BE49-F238E27FC236}">
                  <a16:creationId xmlns:a16="http://schemas.microsoft.com/office/drawing/2014/main" id="{11E4DE3D-9217-4AAB-9886-E20AE2EB54CF}"/>
                </a:ext>
              </a:extLst>
            </p:cNvPr>
            <p:cNvSpPr/>
            <p:nvPr/>
          </p:nvSpPr>
          <p:spPr bwMode="auto">
            <a:xfrm>
              <a:off x="6103990" y="5357023"/>
              <a:ext cx="245202" cy="130488"/>
            </a:xfrm>
            <a:custGeom>
              <a:avLst/>
              <a:gdLst>
                <a:gd name="T0" fmla="*/ 6 w 71"/>
                <a:gd name="T1" fmla="*/ 0 h 38"/>
                <a:gd name="T2" fmla="*/ 34 w 71"/>
                <a:gd name="T3" fmla="*/ 9 h 38"/>
                <a:gd name="T4" fmla="*/ 62 w 71"/>
                <a:gd name="T5" fmla="*/ 20 h 38"/>
                <a:gd name="T6" fmla="*/ 67 w 71"/>
                <a:gd name="T7" fmla="*/ 38 h 38"/>
                <a:gd name="T8" fmla="*/ 0 w 71"/>
                <a:gd name="T9" fmla="*/ 14 h 38"/>
                <a:gd name="T10" fmla="*/ 6 w 71"/>
                <a:gd name="T11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1" h="38">
                  <a:moveTo>
                    <a:pt x="6" y="0"/>
                  </a:moveTo>
                  <a:cubicBezTo>
                    <a:pt x="34" y="9"/>
                    <a:pt x="34" y="9"/>
                    <a:pt x="34" y="9"/>
                  </a:cubicBezTo>
                  <a:cubicBezTo>
                    <a:pt x="62" y="20"/>
                    <a:pt x="62" y="20"/>
                    <a:pt x="62" y="20"/>
                  </a:cubicBezTo>
                  <a:cubicBezTo>
                    <a:pt x="69" y="23"/>
                    <a:pt x="71" y="32"/>
                    <a:pt x="67" y="38"/>
                  </a:cubicBezTo>
                  <a:cubicBezTo>
                    <a:pt x="0" y="14"/>
                    <a:pt x="0" y="14"/>
                    <a:pt x="0" y="14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9" name="Freeform: Shape 1658">
              <a:extLst>
                <a:ext uri="{FF2B5EF4-FFF2-40B4-BE49-F238E27FC236}">
                  <a16:creationId xmlns:a16="http://schemas.microsoft.com/office/drawing/2014/main" id="{F9F34F13-D028-4A6E-8A53-1D449F3548B5}"/>
                </a:ext>
              </a:extLst>
            </p:cNvPr>
            <p:cNvSpPr/>
            <p:nvPr/>
          </p:nvSpPr>
          <p:spPr bwMode="auto">
            <a:xfrm>
              <a:off x="6656051" y="5263818"/>
              <a:ext cx="248069" cy="223692"/>
            </a:xfrm>
            <a:custGeom>
              <a:avLst/>
              <a:gdLst>
                <a:gd name="T0" fmla="*/ 0 w 72"/>
                <a:gd name="T1" fmla="*/ 1 h 65"/>
                <a:gd name="T2" fmla="*/ 1 w 72"/>
                <a:gd name="T3" fmla="*/ 65 h 65"/>
                <a:gd name="T4" fmla="*/ 72 w 72"/>
                <a:gd name="T5" fmla="*/ 63 h 65"/>
                <a:gd name="T6" fmla="*/ 58 w 72"/>
                <a:gd name="T7" fmla="*/ 48 h 65"/>
                <a:gd name="T8" fmla="*/ 30 w 72"/>
                <a:gd name="T9" fmla="*/ 48 h 65"/>
                <a:gd name="T10" fmla="*/ 29 w 72"/>
                <a:gd name="T11" fmla="*/ 0 h 65"/>
                <a:gd name="T12" fmla="*/ 0 w 72"/>
                <a:gd name="T13" fmla="*/ 1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65">
                  <a:moveTo>
                    <a:pt x="0" y="1"/>
                  </a:moveTo>
                  <a:cubicBezTo>
                    <a:pt x="1" y="65"/>
                    <a:pt x="1" y="65"/>
                    <a:pt x="1" y="65"/>
                  </a:cubicBezTo>
                  <a:cubicBezTo>
                    <a:pt x="72" y="63"/>
                    <a:pt x="72" y="63"/>
                    <a:pt x="72" y="63"/>
                  </a:cubicBezTo>
                  <a:cubicBezTo>
                    <a:pt x="72" y="55"/>
                    <a:pt x="66" y="48"/>
                    <a:pt x="58" y="48"/>
                  </a:cubicBezTo>
                  <a:cubicBezTo>
                    <a:pt x="30" y="48"/>
                    <a:pt x="30" y="48"/>
                    <a:pt x="30" y="48"/>
                  </a:cubicBezTo>
                  <a:cubicBezTo>
                    <a:pt x="29" y="0"/>
                    <a:pt x="29" y="0"/>
                    <a:pt x="29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0" name="Freeform: Shape 1659">
              <a:extLst>
                <a:ext uri="{FF2B5EF4-FFF2-40B4-BE49-F238E27FC236}">
                  <a16:creationId xmlns:a16="http://schemas.microsoft.com/office/drawing/2014/main" id="{A2D392A5-8FFC-447F-8F92-B76B5AF8A907}"/>
                </a:ext>
              </a:extLst>
            </p:cNvPr>
            <p:cNvSpPr/>
            <p:nvPr/>
          </p:nvSpPr>
          <p:spPr bwMode="auto">
            <a:xfrm>
              <a:off x="6656051" y="5428719"/>
              <a:ext cx="255239" cy="58791"/>
            </a:xfrm>
            <a:custGeom>
              <a:avLst/>
              <a:gdLst>
                <a:gd name="T0" fmla="*/ 0 w 74"/>
                <a:gd name="T1" fmla="*/ 2 h 17"/>
                <a:gd name="T2" fmla="*/ 30 w 74"/>
                <a:gd name="T3" fmla="*/ 0 h 17"/>
                <a:gd name="T4" fmla="*/ 60 w 74"/>
                <a:gd name="T5" fmla="*/ 0 h 17"/>
                <a:gd name="T6" fmla="*/ 72 w 74"/>
                <a:gd name="T7" fmla="*/ 15 h 17"/>
                <a:gd name="T8" fmla="*/ 1 w 74"/>
                <a:gd name="T9" fmla="*/ 17 h 17"/>
                <a:gd name="T10" fmla="*/ 0 w 74"/>
                <a:gd name="T11" fmla="*/ 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17">
                  <a:moveTo>
                    <a:pt x="0" y="2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8" y="0"/>
                    <a:pt x="74" y="8"/>
                    <a:pt x="72" y="15"/>
                  </a:cubicBezTo>
                  <a:cubicBezTo>
                    <a:pt x="1" y="17"/>
                    <a:pt x="1" y="17"/>
                    <a:pt x="1" y="17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1" name="Freeform: Shape 1660">
              <a:extLst>
                <a:ext uri="{FF2B5EF4-FFF2-40B4-BE49-F238E27FC236}">
                  <a16:creationId xmlns:a16="http://schemas.microsoft.com/office/drawing/2014/main" id="{4BE3AEDE-F4FB-42AE-9BDB-66F2386F5CA1}"/>
                </a:ext>
              </a:extLst>
            </p:cNvPr>
            <p:cNvSpPr/>
            <p:nvPr/>
          </p:nvSpPr>
          <p:spPr bwMode="auto">
            <a:xfrm>
              <a:off x="6483980" y="3778272"/>
              <a:ext cx="354180" cy="1564413"/>
            </a:xfrm>
            <a:custGeom>
              <a:avLst/>
              <a:gdLst>
                <a:gd name="T0" fmla="*/ 65 w 103"/>
                <a:gd name="T1" fmla="*/ 0 h 454"/>
                <a:gd name="T2" fmla="*/ 92 w 103"/>
                <a:gd name="T3" fmla="*/ 101 h 454"/>
                <a:gd name="T4" fmla="*/ 102 w 103"/>
                <a:gd name="T5" fmla="*/ 209 h 454"/>
                <a:gd name="T6" fmla="*/ 101 w 103"/>
                <a:gd name="T7" fmla="*/ 276 h 454"/>
                <a:gd name="T8" fmla="*/ 85 w 103"/>
                <a:gd name="T9" fmla="*/ 453 h 454"/>
                <a:gd name="T10" fmla="*/ 47 w 103"/>
                <a:gd name="T11" fmla="*/ 454 h 454"/>
                <a:gd name="T12" fmla="*/ 44 w 103"/>
                <a:gd name="T13" fmla="*/ 251 h 454"/>
                <a:gd name="T14" fmla="*/ 0 w 103"/>
                <a:gd name="T15" fmla="*/ 3 h 454"/>
                <a:gd name="T16" fmla="*/ 65 w 103"/>
                <a:gd name="T17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3" h="454">
                  <a:moveTo>
                    <a:pt x="65" y="0"/>
                  </a:moveTo>
                  <a:cubicBezTo>
                    <a:pt x="65" y="0"/>
                    <a:pt x="81" y="37"/>
                    <a:pt x="92" y="101"/>
                  </a:cubicBezTo>
                  <a:cubicBezTo>
                    <a:pt x="96" y="121"/>
                    <a:pt x="100" y="174"/>
                    <a:pt x="102" y="209"/>
                  </a:cubicBezTo>
                  <a:cubicBezTo>
                    <a:pt x="103" y="231"/>
                    <a:pt x="103" y="254"/>
                    <a:pt x="101" y="276"/>
                  </a:cubicBezTo>
                  <a:cubicBezTo>
                    <a:pt x="85" y="453"/>
                    <a:pt x="85" y="453"/>
                    <a:pt x="85" y="453"/>
                  </a:cubicBezTo>
                  <a:cubicBezTo>
                    <a:pt x="47" y="454"/>
                    <a:pt x="47" y="454"/>
                    <a:pt x="47" y="454"/>
                  </a:cubicBezTo>
                  <a:cubicBezTo>
                    <a:pt x="44" y="251"/>
                    <a:pt x="44" y="251"/>
                    <a:pt x="44" y="251"/>
                  </a:cubicBezTo>
                  <a:cubicBezTo>
                    <a:pt x="0" y="3"/>
                    <a:pt x="0" y="3"/>
                    <a:pt x="0" y="3"/>
                  </a:cubicBezTo>
                  <a:lnTo>
                    <a:pt x="65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2" name="Freeform: Shape 1661">
              <a:extLst>
                <a:ext uri="{FF2B5EF4-FFF2-40B4-BE49-F238E27FC236}">
                  <a16:creationId xmlns:a16="http://schemas.microsoft.com/office/drawing/2014/main" id="{4E19767D-434B-4069-A5C9-AF30CC114544}"/>
                </a:ext>
              </a:extLst>
            </p:cNvPr>
            <p:cNvSpPr/>
            <p:nvPr/>
          </p:nvSpPr>
          <p:spPr bwMode="auto">
            <a:xfrm>
              <a:off x="6124065" y="3781139"/>
              <a:ext cx="493270" cy="1554375"/>
            </a:xfrm>
            <a:custGeom>
              <a:avLst/>
              <a:gdLst>
                <a:gd name="T0" fmla="*/ 91 w 143"/>
                <a:gd name="T1" fmla="*/ 2 h 451"/>
                <a:gd name="T2" fmla="*/ 64 w 143"/>
                <a:gd name="T3" fmla="*/ 123 h 451"/>
                <a:gd name="T4" fmla="*/ 64 w 143"/>
                <a:gd name="T5" fmla="*/ 149 h 451"/>
                <a:gd name="T6" fmla="*/ 33 w 143"/>
                <a:gd name="T7" fmla="*/ 338 h 451"/>
                <a:gd name="T8" fmla="*/ 0 w 143"/>
                <a:gd name="T9" fmla="*/ 440 h 451"/>
                <a:gd name="T10" fmla="*/ 38 w 143"/>
                <a:gd name="T11" fmla="*/ 451 h 451"/>
                <a:gd name="T12" fmla="*/ 114 w 143"/>
                <a:gd name="T13" fmla="*/ 260 h 451"/>
                <a:gd name="T14" fmla="*/ 141 w 143"/>
                <a:gd name="T15" fmla="*/ 116 h 451"/>
                <a:gd name="T16" fmla="*/ 143 w 143"/>
                <a:gd name="T17" fmla="*/ 0 h 451"/>
                <a:gd name="T18" fmla="*/ 91 w 143"/>
                <a:gd name="T19" fmla="*/ 2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3" h="451">
                  <a:moveTo>
                    <a:pt x="91" y="2"/>
                  </a:moveTo>
                  <a:cubicBezTo>
                    <a:pt x="91" y="2"/>
                    <a:pt x="61" y="47"/>
                    <a:pt x="64" y="123"/>
                  </a:cubicBezTo>
                  <a:cubicBezTo>
                    <a:pt x="64" y="149"/>
                    <a:pt x="64" y="149"/>
                    <a:pt x="64" y="149"/>
                  </a:cubicBezTo>
                  <a:cubicBezTo>
                    <a:pt x="63" y="213"/>
                    <a:pt x="53" y="277"/>
                    <a:pt x="33" y="338"/>
                  </a:cubicBezTo>
                  <a:cubicBezTo>
                    <a:pt x="0" y="440"/>
                    <a:pt x="0" y="440"/>
                    <a:pt x="0" y="440"/>
                  </a:cubicBezTo>
                  <a:cubicBezTo>
                    <a:pt x="38" y="451"/>
                    <a:pt x="38" y="451"/>
                    <a:pt x="38" y="451"/>
                  </a:cubicBezTo>
                  <a:cubicBezTo>
                    <a:pt x="114" y="260"/>
                    <a:pt x="114" y="260"/>
                    <a:pt x="114" y="260"/>
                  </a:cubicBezTo>
                  <a:cubicBezTo>
                    <a:pt x="141" y="116"/>
                    <a:pt x="141" y="116"/>
                    <a:pt x="141" y="116"/>
                  </a:cubicBezTo>
                  <a:cubicBezTo>
                    <a:pt x="143" y="0"/>
                    <a:pt x="143" y="0"/>
                    <a:pt x="143" y="0"/>
                  </a:cubicBezTo>
                  <a:lnTo>
                    <a:pt x="91" y="2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3" name="Freeform: Shape 1662">
              <a:extLst>
                <a:ext uri="{FF2B5EF4-FFF2-40B4-BE49-F238E27FC236}">
                  <a16:creationId xmlns:a16="http://schemas.microsoft.com/office/drawing/2014/main" id="{2E159233-E616-4CA2-930E-F70B99680A6A}"/>
                </a:ext>
              </a:extLst>
            </p:cNvPr>
            <p:cNvSpPr/>
            <p:nvPr/>
          </p:nvSpPr>
          <p:spPr bwMode="auto">
            <a:xfrm>
              <a:off x="6452434" y="4112376"/>
              <a:ext cx="127620" cy="564967"/>
            </a:xfrm>
            <a:custGeom>
              <a:avLst/>
              <a:gdLst>
                <a:gd name="T0" fmla="*/ 89 w 89"/>
                <a:gd name="T1" fmla="*/ 159 h 394"/>
                <a:gd name="T2" fmla="*/ 72 w 89"/>
                <a:gd name="T3" fmla="*/ 19 h 394"/>
                <a:gd name="T4" fmla="*/ 0 w 89"/>
                <a:gd name="T5" fmla="*/ 0 h 394"/>
                <a:gd name="T6" fmla="*/ 55 w 89"/>
                <a:gd name="T7" fmla="*/ 99 h 394"/>
                <a:gd name="T8" fmla="*/ 46 w 89"/>
                <a:gd name="T9" fmla="*/ 394 h 394"/>
                <a:gd name="T10" fmla="*/ 89 w 89"/>
                <a:gd name="T11" fmla="*/ 159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9" h="394">
                  <a:moveTo>
                    <a:pt x="89" y="159"/>
                  </a:moveTo>
                  <a:lnTo>
                    <a:pt x="72" y="19"/>
                  </a:lnTo>
                  <a:lnTo>
                    <a:pt x="0" y="0"/>
                  </a:lnTo>
                  <a:lnTo>
                    <a:pt x="55" y="99"/>
                  </a:lnTo>
                  <a:lnTo>
                    <a:pt x="46" y="394"/>
                  </a:lnTo>
                  <a:lnTo>
                    <a:pt x="89" y="159"/>
                  </a:lnTo>
                  <a:close/>
                </a:path>
              </a:pathLst>
            </a:custGeom>
            <a:solidFill>
              <a:srgbClr val="3F00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5442835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88B6D7-9D3F-49D7-BACE-73A9D1149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2026/6/6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C997A4-1DD8-4731-B9FD-42398A20F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A9825E-1876-42AD-ABCF-E0E100F35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124F9DB-C87A-423F-9657-38C7A29014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070191C-4093-409C-8FD5-7369A79637A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69925" y="1130299"/>
            <a:ext cx="10850563" cy="50069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951583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C7A1C-3684-4AAF-A408-C63B6CB641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86EA5F-D77D-4318-90E9-C04AA8ADC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2026/6/6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832621-D9D9-445E-BFF9-F8348FA1E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71151B-F790-4A9F-962F-B8718A956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0066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35930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CB5E9C4E-0A17-4DCF-90B2-69277971531E}"/>
              </a:ext>
            </a:extLst>
          </p:cNvPr>
          <p:cNvGrpSpPr/>
          <p:nvPr/>
        </p:nvGrpSpPr>
        <p:grpSpPr>
          <a:xfrm flipH="1">
            <a:off x="-221275" y="2"/>
            <a:ext cx="12422743" cy="6857999"/>
            <a:chOff x="-221275" y="2"/>
            <a:chExt cx="12422743" cy="6857999"/>
          </a:xfrm>
        </p:grpSpPr>
        <p:sp>
          <p:nvSpPr>
            <p:cNvPr id="1599" name="Freeform: Shape 1598">
              <a:extLst>
                <a:ext uri="{FF2B5EF4-FFF2-40B4-BE49-F238E27FC236}">
                  <a16:creationId xmlns:a16="http://schemas.microsoft.com/office/drawing/2014/main" id="{D637A6DA-BF2F-4070-B175-6E5F33BC88E7}"/>
                </a:ext>
              </a:extLst>
            </p:cNvPr>
            <p:cNvSpPr/>
            <p:nvPr/>
          </p:nvSpPr>
          <p:spPr>
            <a:xfrm>
              <a:off x="0" y="2"/>
              <a:ext cx="12192000" cy="6857999"/>
            </a:xfrm>
            <a:custGeom>
              <a:avLst/>
              <a:gdLst>
                <a:gd name="connsiteX0" fmla="*/ 5884559 w 12192000"/>
                <a:gd name="connsiteY0" fmla="*/ 0 h 6857999"/>
                <a:gd name="connsiteX1" fmla="*/ 12192000 w 12192000"/>
                <a:gd name="connsiteY1" fmla="*/ 0 h 6857999"/>
                <a:gd name="connsiteX2" fmla="*/ 12192000 w 12192000"/>
                <a:gd name="connsiteY2" fmla="*/ 5646939 h 6857999"/>
                <a:gd name="connsiteX3" fmla="*/ 9619733 w 12192000"/>
                <a:gd name="connsiteY3" fmla="*/ 6857999 h 6857999"/>
                <a:gd name="connsiteX4" fmla="*/ 4809867 w 12192000"/>
                <a:gd name="connsiteY4" fmla="*/ 6857999 h 6857999"/>
                <a:gd name="connsiteX5" fmla="*/ 0 w 12192000"/>
                <a:gd name="connsiteY5" fmla="*/ 6857999 h 6857999"/>
                <a:gd name="connsiteX6" fmla="*/ 0 w 12192000"/>
                <a:gd name="connsiteY6" fmla="*/ 6040507 h 6857999"/>
                <a:gd name="connsiteX7" fmla="*/ 1 w 12192000"/>
                <a:gd name="connsiteY7" fmla="*/ 2770534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6857999">
                  <a:moveTo>
                    <a:pt x="5884559" y="0"/>
                  </a:moveTo>
                  <a:lnTo>
                    <a:pt x="12192000" y="0"/>
                  </a:lnTo>
                  <a:lnTo>
                    <a:pt x="12192000" y="5646939"/>
                  </a:lnTo>
                  <a:lnTo>
                    <a:pt x="9619733" y="6857999"/>
                  </a:lnTo>
                  <a:lnTo>
                    <a:pt x="4809867" y="6857999"/>
                  </a:lnTo>
                  <a:lnTo>
                    <a:pt x="0" y="6857999"/>
                  </a:lnTo>
                  <a:lnTo>
                    <a:pt x="0" y="6040507"/>
                  </a:lnTo>
                  <a:lnTo>
                    <a:pt x="1" y="277053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7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1600" name="Oval 1599">
              <a:extLst>
                <a:ext uri="{FF2B5EF4-FFF2-40B4-BE49-F238E27FC236}">
                  <a16:creationId xmlns:a16="http://schemas.microsoft.com/office/drawing/2014/main" id="{564E2492-32E8-4E2E-B999-3C8484428F6E}"/>
                </a:ext>
              </a:extLst>
            </p:cNvPr>
            <p:cNvSpPr/>
            <p:nvPr/>
          </p:nvSpPr>
          <p:spPr>
            <a:xfrm>
              <a:off x="673099" y="755393"/>
              <a:ext cx="816067" cy="81606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dirty="0">
                  <a:solidFill>
                    <a:schemeClr val="bg1">
                      <a:lumMod val="65000"/>
                    </a:schemeClr>
                  </a:solidFill>
                  <a:latin typeface="Impact" panose="020B0806030902050204" pitchFamily="34" charset="0"/>
                </a:rPr>
                <a:t>LOGO</a:t>
              </a:r>
            </a:p>
          </p:txBody>
        </p:sp>
        <p:sp>
          <p:nvSpPr>
            <p:cNvPr id="1601" name="Freeform: Shape 1600">
              <a:extLst>
                <a:ext uri="{FF2B5EF4-FFF2-40B4-BE49-F238E27FC236}">
                  <a16:creationId xmlns:a16="http://schemas.microsoft.com/office/drawing/2014/main" id="{6B57731B-6134-4C18-A847-610AF1C8CD11}"/>
                </a:ext>
              </a:extLst>
            </p:cNvPr>
            <p:cNvSpPr/>
            <p:nvPr/>
          </p:nvSpPr>
          <p:spPr>
            <a:xfrm rot="20065552">
              <a:off x="7882183" y="6158123"/>
              <a:ext cx="3122229" cy="530260"/>
            </a:xfrm>
            <a:custGeom>
              <a:avLst/>
              <a:gdLst>
                <a:gd name="connsiteX0" fmla="*/ 2960299 w 3122229"/>
                <a:gd name="connsiteY0" fmla="*/ 20835 h 530260"/>
                <a:gd name="connsiteX1" fmla="*/ 3122229 w 3122229"/>
                <a:gd name="connsiteY1" fmla="*/ 265130 h 530260"/>
                <a:gd name="connsiteX2" fmla="*/ 3122228 w 3122229"/>
                <a:gd name="connsiteY2" fmla="*/ 265130 h 530260"/>
                <a:gd name="connsiteX3" fmla="*/ 2857098 w 3122229"/>
                <a:gd name="connsiteY3" fmla="*/ 530260 h 530260"/>
                <a:gd name="connsiteX4" fmla="*/ 1108021 w 3122229"/>
                <a:gd name="connsiteY4" fmla="*/ 530259 h 530260"/>
                <a:gd name="connsiteX5" fmla="*/ 0 w 3122229"/>
                <a:gd name="connsiteY5" fmla="*/ 0 h 530260"/>
                <a:gd name="connsiteX6" fmla="*/ 2857099 w 3122229"/>
                <a:gd name="connsiteY6" fmla="*/ 0 h 530260"/>
                <a:gd name="connsiteX7" fmla="*/ 2960299 w 3122229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22229" h="530260">
                  <a:moveTo>
                    <a:pt x="2960299" y="20835"/>
                  </a:moveTo>
                  <a:cubicBezTo>
                    <a:pt x="3055458" y="61084"/>
                    <a:pt x="3122229" y="155310"/>
                    <a:pt x="3122229" y="265130"/>
                  </a:cubicBezTo>
                  <a:lnTo>
                    <a:pt x="3122228" y="265130"/>
                  </a:lnTo>
                  <a:cubicBezTo>
                    <a:pt x="3122228" y="411557"/>
                    <a:pt x="3003525" y="530260"/>
                    <a:pt x="2857098" y="530260"/>
                  </a:cubicBezTo>
                  <a:lnTo>
                    <a:pt x="1108021" y="530259"/>
                  </a:lnTo>
                  <a:lnTo>
                    <a:pt x="0" y="0"/>
                  </a:lnTo>
                  <a:lnTo>
                    <a:pt x="2857099" y="0"/>
                  </a:lnTo>
                  <a:cubicBezTo>
                    <a:pt x="2893705" y="0"/>
                    <a:pt x="2928579" y="7419"/>
                    <a:pt x="2960299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29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02" name="Freeform: Shape 1601">
              <a:extLst>
                <a:ext uri="{FF2B5EF4-FFF2-40B4-BE49-F238E27FC236}">
                  <a16:creationId xmlns:a16="http://schemas.microsoft.com/office/drawing/2014/main" id="{E431640F-2094-45C9-8D45-8766F8320CA7}"/>
                </a:ext>
              </a:extLst>
            </p:cNvPr>
            <p:cNvSpPr/>
            <p:nvPr/>
          </p:nvSpPr>
          <p:spPr>
            <a:xfrm rot="20065552">
              <a:off x="-221275" y="2687845"/>
              <a:ext cx="2180707" cy="530260"/>
            </a:xfrm>
            <a:custGeom>
              <a:avLst/>
              <a:gdLst>
                <a:gd name="connsiteX0" fmla="*/ 2018777 w 2180707"/>
                <a:gd name="connsiteY0" fmla="*/ 20835 h 530260"/>
                <a:gd name="connsiteX1" fmla="*/ 2180707 w 2180707"/>
                <a:gd name="connsiteY1" fmla="*/ 265130 h 530260"/>
                <a:gd name="connsiteX2" fmla="*/ 2180706 w 2180707"/>
                <a:gd name="connsiteY2" fmla="*/ 265130 h 530260"/>
                <a:gd name="connsiteX3" fmla="*/ 1915576 w 2180707"/>
                <a:gd name="connsiteY3" fmla="*/ 530260 h 530260"/>
                <a:gd name="connsiteX4" fmla="*/ 0 w 2180707"/>
                <a:gd name="connsiteY4" fmla="*/ 530259 h 530260"/>
                <a:gd name="connsiteX5" fmla="*/ 253764 w 2180707"/>
                <a:gd name="connsiteY5" fmla="*/ 0 h 530260"/>
                <a:gd name="connsiteX6" fmla="*/ 1915577 w 2180707"/>
                <a:gd name="connsiteY6" fmla="*/ 0 h 530260"/>
                <a:gd name="connsiteX7" fmla="*/ 2018777 w 2180707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0707" h="530260">
                  <a:moveTo>
                    <a:pt x="2018777" y="20835"/>
                  </a:moveTo>
                  <a:cubicBezTo>
                    <a:pt x="2113936" y="61084"/>
                    <a:pt x="2180707" y="155310"/>
                    <a:pt x="2180707" y="265130"/>
                  </a:cubicBezTo>
                  <a:lnTo>
                    <a:pt x="2180706" y="265130"/>
                  </a:lnTo>
                  <a:cubicBezTo>
                    <a:pt x="2180706" y="411557"/>
                    <a:pt x="2062003" y="530260"/>
                    <a:pt x="1915576" y="530260"/>
                  </a:cubicBezTo>
                  <a:lnTo>
                    <a:pt x="0" y="530259"/>
                  </a:lnTo>
                  <a:lnTo>
                    <a:pt x="253764" y="0"/>
                  </a:lnTo>
                  <a:lnTo>
                    <a:pt x="1915577" y="0"/>
                  </a:lnTo>
                  <a:cubicBezTo>
                    <a:pt x="1952184" y="0"/>
                    <a:pt x="1987058" y="7419"/>
                    <a:pt x="2018777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61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grpSp>
          <p:nvGrpSpPr>
            <p:cNvPr id="1603" name="Group 1602">
              <a:extLst>
                <a:ext uri="{FF2B5EF4-FFF2-40B4-BE49-F238E27FC236}">
                  <a16:creationId xmlns:a16="http://schemas.microsoft.com/office/drawing/2014/main" id="{55FD4AA3-9D86-4A6C-A87B-DF296D9471CB}"/>
                </a:ext>
              </a:extLst>
            </p:cNvPr>
            <p:cNvGrpSpPr/>
            <p:nvPr/>
          </p:nvGrpSpPr>
          <p:grpSpPr>
            <a:xfrm>
              <a:off x="2654209" y="1878118"/>
              <a:ext cx="7890819" cy="4011902"/>
              <a:chOff x="238125" y="1038125"/>
              <a:chExt cx="7146800" cy="3633625"/>
            </a:xfrm>
            <a:solidFill>
              <a:schemeClr val="accent1">
                <a:lumMod val="20000"/>
                <a:lumOff val="80000"/>
                <a:alpha val="10000"/>
              </a:schemeClr>
            </a:solidFill>
          </p:grpSpPr>
          <p:sp>
            <p:nvSpPr>
              <p:cNvPr id="1604" name="Freeform: Shape 1603">
                <a:extLst>
                  <a:ext uri="{FF2B5EF4-FFF2-40B4-BE49-F238E27FC236}">
                    <a16:creationId xmlns:a16="http://schemas.microsoft.com/office/drawing/2014/main" id="{3151D53D-62C3-44CD-AD9A-0C64241FCD62}"/>
                  </a:ext>
                </a:extLst>
              </p:cNvPr>
              <p:cNvSpPr/>
              <p:nvPr/>
            </p:nvSpPr>
            <p:spPr>
              <a:xfrm>
                <a:off x="62561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5" name="Freeform: Shape 1604">
                <a:extLst>
                  <a:ext uri="{FF2B5EF4-FFF2-40B4-BE49-F238E27FC236}">
                    <a16:creationId xmlns:a16="http://schemas.microsoft.com/office/drawing/2014/main" id="{A3AD01E1-F3A5-4DEA-B2E3-EAA8D2681F1E}"/>
                  </a:ext>
                </a:extLst>
              </p:cNvPr>
              <p:cNvSpPr/>
              <p:nvPr/>
            </p:nvSpPr>
            <p:spPr>
              <a:xfrm>
                <a:off x="62561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6" name="Freeform: Shape 1605">
                <a:extLst>
                  <a:ext uri="{FF2B5EF4-FFF2-40B4-BE49-F238E27FC236}">
                    <a16:creationId xmlns:a16="http://schemas.microsoft.com/office/drawing/2014/main" id="{1806E708-56CF-4FA4-AC1D-BBB6E57EDBA5}"/>
                  </a:ext>
                </a:extLst>
              </p:cNvPr>
              <p:cNvSpPr/>
              <p:nvPr/>
            </p:nvSpPr>
            <p:spPr>
              <a:xfrm>
                <a:off x="625615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7" name="Freeform: Shape 1606">
                <a:extLst>
                  <a:ext uri="{FF2B5EF4-FFF2-40B4-BE49-F238E27FC236}">
                    <a16:creationId xmlns:a16="http://schemas.microsoft.com/office/drawing/2014/main" id="{19D17828-C759-471D-A875-730412FD3B13}"/>
                  </a:ext>
                </a:extLst>
              </p:cNvPr>
              <p:cNvSpPr/>
              <p:nvPr/>
            </p:nvSpPr>
            <p:spPr>
              <a:xfrm>
                <a:off x="63323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8" name="Freeform: Shape 1607">
                <a:extLst>
                  <a:ext uri="{FF2B5EF4-FFF2-40B4-BE49-F238E27FC236}">
                    <a16:creationId xmlns:a16="http://schemas.microsoft.com/office/drawing/2014/main" id="{4F17862B-F5F8-44F4-96CC-E96F1C908455}"/>
                  </a:ext>
                </a:extLst>
              </p:cNvPr>
              <p:cNvSpPr/>
              <p:nvPr/>
            </p:nvSpPr>
            <p:spPr>
              <a:xfrm>
                <a:off x="63323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9" name="Freeform: Shape 1608">
                <a:extLst>
                  <a:ext uri="{FF2B5EF4-FFF2-40B4-BE49-F238E27FC236}">
                    <a16:creationId xmlns:a16="http://schemas.microsoft.com/office/drawing/2014/main" id="{67477729-7707-49BA-B08E-F2E02D18B85C}"/>
                  </a:ext>
                </a:extLst>
              </p:cNvPr>
              <p:cNvSpPr/>
              <p:nvPr/>
            </p:nvSpPr>
            <p:spPr>
              <a:xfrm>
                <a:off x="64083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0" name="Freeform: Shape 1609">
                <a:extLst>
                  <a:ext uri="{FF2B5EF4-FFF2-40B4-BE49-F238E27FC236}">
                    <a16:creationId xmlns:a16="http://schemas.microsoft.com/office/drawing/2014/main" id="{32C46328-8C47-4B36-947D-AD5FD4CAB1EA}"/>
                  </a:ext>
                </a:extLst>
              </p:cNvPr>
              <p:cNvSpPr/>
              <p:nvPr/>
            </p:nvSpPr>
            <p:spPr>
              <a:xfrm>
                <a:off x="64083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1" name="Freeform: Shape 1610">
                <a:extLst>
                  <a:ext uri="{FF2B5EF4-FFF2-40B4-BE49-F238E27FC236}">
                    <a16:creationId xmlns:a16="http://schemas.microsoft.com/office/drawing/2014/main" id="{F080E98D-A183-4319-A5AF-77F613B481E9}"/>
                  </a:ext>
                </a:extLst>
              </p:cNvPr>
              <p:cNvSpPr/>
              <p:nvPr/>
            </p:nvSpPr>
            <p:spPr>
              <a:xfrm>
                <a:off x="64083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2" name="Freeform: Shape 1611">
                <a:extLst>
                  <a:ext uri="{FF2B5EF4-FFF2-40B4-BE49-F238E27FC236}">
                    <a16:creationId xmlns:a16="http://schemas.microsoft.com/office/drawing/2014/main" id="{45DBED03-9FB3-40DF-9281-3857A3DFF0D9}"/>
                  </a:ext>
                </a:extLst>
              </p:cNvPr>
              <p:cNvSpPr/>
              <p:nvPr/>
            </p:nvSpPr>
            <p:spPr>
              <a:xfrm>
                <a:off x="64845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3" name="Freeform: Shape 1612">
                <a:extLst>
                  <a:ext uri="{FF2B5EF4-FFF2-40B4-BE49-F238E27FC236}">
                    <a16:creationId xmlns:a16="http://schemas.microsoft.com/office/drawing/2014/main" id="{DDF3F10F-B3E4-4BDC-943F-C8EC554A25B1}"/>
                  </a:ext>
                </a:extLst>
              </p:cNvPr>
              <p:cNvSpPr/>
              <p:nvPr/>
            </p:nvSpPr>
            <p:spPr>
              <a:xfrm>
                <a:off x="64845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4" name="Freeform: Shape 1613">
                <a:extLst>
                  <a:ext uri="{FF2B5EF4-FFF2-40B4-BE49-F238E27FC236}">
                    <a16:creationId xmlns:a16="http://schemas.microsoft.com/office/drawing/2014/main" id="{B4FB2ADC-B7C7-4309-8658-01EC36DB1F66}"/>
                  </a:ext>
                </a:extLst>
              </p:cNvPr>
              <p:cNvSpPr/>
              <p:nvPr/>
            </p:nvSpPr>
            <p:spPr>
              <a:xfrm>
                <a:off x="648457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5" name="Freeform: Shape 1614">
                <a:extLst>
                  <a:ext uri="{FF2B5EF4-FFF2-40B4-BE49-F238E27FC236}">
                    <a16:creationId xmlns:a16="http://schemas.microsoft.com/office/drawing/2014/main" id="{ACECB82B-575B-43D2-8E6C-17A48463928C}"/>
                  </a:ext>
                </a:extLst>
              </p:cNvPr>
              <p:cNvSpPr/>
              <p:nvPr/>
            </p:nvSpPr>
            <p:spPr>
              <a:xfrm>
                <a:off x="64845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6" name="Freeform: Shape 1615">
                <a:extLst>
                  <a:ext uri="{FF2B5EF4-FFF2-40B4-BE49-F238E27FC236}">
                    <a16:creationId xmlns:a16="http://schemas.microsoft.com/office/drawing/2014/main" id="{B2043B69-CD3C-4968-B207-D35321F7335B}"/>
                  </a:ext>
                </a:extLst>
              </p:cNvPr>
              <p:cNvSpPr/>
              <p:nvPr/>
            </p:nvSpPr>
            <p:spPr>
              <a:xfrm>
                <a:off x="64845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7" name="Freeform: Shape 1616">
                <a:extLst>
                  <a:ext uri="{FF2B5EF4-FFF2-40B4-BE49-F238E27FC236}">
                    <a16:creationId xmlns:a16="http://schemas.microsoft.com/office/drawing/2014/main" id="{2E7F7BA7-63EA-4C55-A796-5808D2321EB5}"/>
                  </a:ext>
                </a:extLst>
              </p:cNvPr>
              <p:cNvSpPr/>
              <p:nvPr/>
            </p:nvSpPr>
            <p:spPr>
              <a:xfrm>
                <a:off x="663842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8" name="Freeform: Shape 1617">
                <a:extLst>
                  <a:ext uri="{FF2B5EF4-FFF2-40B4-BE49-F238E27FC236}">
                    <a16:creationId xmlns:a16="http://schemas.microsoft.com/office/drawing/2014/main" id="{C0C64639-E85D-4557-8709-C96DCC429BEA}"/>
                  </a:ext>
                </a:extLst>
              </p:cNvPr>
              <p:cNvSpPr/>
              <p:nvPr/>
            </p:nvSpPr>
            <p:spPr>
              <a:xfrm>
                <a:off x="66384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9" name="Freeform: Shape 1618">
                <a:extLst>
                  <a:ext uri="{FF2B5EF4-FFF2-40B4-BE49-F238E27FC236}">
                    <a16:creationId xmlns:a16="http://schemas.microsoft.com/office/drawing/2014/main" id="{7D9B3494-06A8-4CA5-8032-3D02020742A9}"/>
                  </a:ext>
                </a:extLst>
              </p:cNvPr>
              <p:cNvSpPr/>
              <p:nvPr/>
            </p:nvSpPr>
            <p:spPr>
              <a:xfrm>
                <a:off x="6638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0" name="Freeform: Shape 1619">
                <a:extLst>
                  <a:ext uri="{FF2B5EF4-FFF2-40B4-BE49-F238E27FC236}">
                    <a16:creationId xmlns:a16="http://schemas.microsoft.com/office/drawing/2014/main" id="{C7477BB8-98F3-4809-9702-74637ACD9590}"/>
                  </a:ext>
                </a:extLst>
              </p:cNvPr>
              <p:cNvSpPr/>
              <p:nvPr/>
            </p:nvSpPr>
            <p:spPr>
              <a:xfrm>
                <a:off x="6638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1" name="Freeform: Shape 1620">
                <a:extLst>
                  <a:ext uri="{FF2B5EF4-FFF2-40B4-BE49-F238E27FC236}">
                    <a16:creationId xmlns:a16="http://schemas.microsoft.com/office/drawing/2014/main" id="{070BC564-45A1-4625-BF00-5D37CDB90918}"/>
                  </a:ext>
                </a:extLst>
              </p:cNvPr>
              <p:cNvSpPr/>
              <p:nvPr/>
            </p:nvSpPr>
            <p:spPr>
              <a:xfrm>
                <a:off x="6638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2" name="Freeform: Shape 1621">
                <a:extLst>
                  <a:ext uri="{FF2B5EF4-FFF2-40B4-BE49-F238E27FC236}">
                    <a16:creationId xmlns:a16="http://schemas.microsoft.com/office/drawing/2014/main" id="{A170438C-EEEB-4520-A60E-AA913240EBC8}"/>
                  </a:ext>
                </a:extLst>
              </p:cNvPr>
              <p:cNvSpPr/>
              <p:nvPr/>
            </p:nvSpPr>
            <p:spPr>
              <a:xfrm>
                <a:off x="67154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3" name="Freeform: Shape 1622">
                <a:extLst>
                  <a:ext uri="{FF2B5EF4-FFF2-40B4-BE49-F238E27FC236}">
                    <a16:creationId xmlns:a16="http://schemas.microsoft.com/office/drawing/2014/main" id="{1BB3A08D-7E37-474B-AD9F-E1F6E280CE3B}"/>
                  </a:ext>
                </a:extLst>
              </p:cNvPr>
              <p:cNvSpPr/>
              <p:nvPr/>
            </p:nvSpPr>
            <p:spPr>
              <a:xfrm>
                <a:off x="67154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4" name="Freeform: Shape 1623">
                <a:extLst>
                  <a:ext uri="{FF2B5EF4-FFF2-40B4-BE49-F238E27FC236}">
                    <a16:creationId xmlns:a16="http://schemas.microsoft.com/office/drawing/2014/main" id="{A6513952-558C-490D-B76D-68DFDB68180D}"/>
                  </a:ext>
                </a:extLst>
              </p:cNvPr>
              <p:cNvSpPr/>
              <p:nvPr/>
            </p:nvSpPr>
            <p:spPr>
              <a:xfrm>
                <a:off x="67154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5" name="Freeform: Shape 1624">
                <a:extLst>
                  <a:ext uri="{FF2B5EF4-FFF2-40B4-BE49-F238E27FC236}">
                    <a16:creationId xmlns:a16="http://schemas.microsoft.com/office/drawing/2014/main" id="{71D443AB-9E6E-4689-8837-EC8F0F6A8952}"/>
                  </a:ext>
                </a:extLst>
              </p:cNvPr>
              <p:cNvSpPr/>
              <p:nvPr/>
            </p:nvSpPr>
            <p:spPr>
              <a:xfrm>
                <a:off x="64083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6" name="Freeform: Shape 1625">
                <a:extLst>
                  <a:ext uri="{FF2B5EF4-FFF2-40B4-BE49-F238E27FC236}">
                    <a16:creationId xmlns:a16="http://schemas.microsoft.com/office/drawing/2014/main" id="{681C1518-D32D-4D22-9E00-B4E24BDC3304}"/>
                  </a:ext>
                </a:extLst>
              </p:cNvPr>
              <p:cNvSpPr/>
              <p:nvPr/>
            </p:nvSpPr>
            <p:spPr>
              <a:xfrm>
                <a:off x="63323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7" name="Freeform: Shape 1626">
                <a:extLst>
                  <a:ext uri="{FF2B5EF4-FFF2-40B4-BE49-F238E27FC236}">
                    <a16:creationId xmlns:a16="http://schemas.microsoft.com/office/drawing/2014/main" id="{C1612744-68A9-4327-9BE5-2E463C38BB2A}"/>
                  </a:ext>
                </a:extLst>
              </p:cNvPr>
              <p:cNvSpPr/>
              <p:nvPr/>
            </p:nvSpPr>
            <p:spPr>
              <a:xfrm>
                <a:off x="625615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8" name="Freeform: Shape 1627">
                <a:extLst>
                  <a:ext uri="{FF2B5EF4-FFF2-40B4-BE49-F238E27FC236}">
                    <a16:creationId xmlns:a16="http://schemas.microsoft.com/office/drawing/2014/main" id="{D27E3AF1-AE89-49E3-A7E5-A1230D97AED3}"/>
                  </a:ext>
                </a:extLst>
              </p:cNvPr>
              <p:cNvSpPr/>
              <p:nvPr/>
            </p:nvSpPr>
            <p:spPr>
              <a:xfrm>
                <a:off x="59514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9" name="Freeform: Shape 1628">
                <a:extLst>
                  <a:ext uri="{FF2B5EF4-FFF2-40B4-BE49-F238E27FC236}">
                    <a16:creationId xmlns:a16="http://schemas.microsoft.com/office/drawing/2014/main" id="{99376F8F-998B-43D8-BC62-22E5A12D4637}"/>
                  </a:ext>
                </a:extLst>
              </p:cNvPr>
              <p:cNvSpPr/>
              <p:nvPr/>
            </p:nvSpPr>
            <p:spPr>
              <a:xfrm>
                <a:off x="59514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0" name="Freeform: Shape 1629">
                <a:extLst>
                  <a:ext uri="{FF2B5EF4-FFF2-40B4-BE49-F238E27FC236}">
                    <a16:creationId xmlns:a16="http://schemas.microsoft.com/office/drawing/2014/main" id="{B65B1533-585B-4212-AB83-CC9812E8D131}"/>
                  </a:ext>
                </a:extLst>
              </p:cNvPr>
              <p:cNvSpPr/>
              <p:nvPr/>
            </p:nvSpPr>
            <p:spPr>
              <a:xfrm>
                <a:off x="602750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1" name="Freeform: Shape 1630">
                <a:extLst>
                  <a:ext uri="{FF2B5EF4-FFF2-40B4-BE49-F238E27FC236}">
                    <a16:creationId xmlns:a16="http://schemas.microsoft.com/office/drawing/2014/main" id="{85E9BE7E-2FFB-45AD-A312-6F4B68BCD702}"/>
                  </a:ext>
                </a:extLst>
              </p:cNvPr>
              <p:cNvSpPr/>
              <p:nvPr/>
            </p:nvSpPr>
            <p:spPr>
              <a:xfrm>
                <a:off x="602750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5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2" name="Freeform: Shape 1631">
                <a:extLst>
                  <a:ext uri="{FF2B5EF4-FFF2-40B4-BE49-F238E27FC236}">
                    <a16:creationId xmlns:a16="http://schemas.microsoft.com/office/drawing/2014/main" id="{2933C3ED-66C2-434E-B11B-3D1455290D2A}"/>
                  </a:ext>
                </a:extLst>
              </p:cNvPr>
              <p:cNvSpPr/>
              <p:nvPr/>
            </p:nvSpPr>
            <p:spPr>
              <a:xfrm>
                <a:off x="60275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3" name="Freeform: Shape 1632">
                <a:extLst>
                  <a:ext uri="{FF2B5EF4-FFF2-40B4-BE49-F238E27FC236}">
                    <a16:creationId xmlns:a16="http://schemas.microsoft.com/office/drawing/2014/main" id="{22E45D4E-D413-4F0F-8972-629342900B17}"/>
                  </a:ext>
                </a:extLst>
              </p:cNvPr>
              <p:cNvSpPr/>
              <p:nvPr/>
            </p:nvSpPr>
            <p:spPr>
              <a:xfrm>
                <a:off x="61037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4" name="Freeform: Shape 1633">
                <a:extLst>
                  <a:ext uri="{FF2B5EF4-FFF2-40B4-BE49-F238E27FC236}">
                    <a16:creationId xmlns:a16="http://schemas.microsoft.com/office/drawing/2014/main" id="{4E4A451E-1F49-4E35-8143-D4BF1AB65D3B}"/>
                  </a:ext>
                </a:extLst>
              </p:cNvPr>
              <p:cNvSpPr/>
              <p:nvPr/>
            </p:nvSpPr>
            <p:spPr>
              <a:xfrm>
                <a:off x="6103700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5" name="Freeform: Shape 1634">
                <a:extLst>
                  <a:ext uri="{FF2B5EF4-FFF2-40B4-BE49-F238E27FC236}">
                    <a16:creationId xmlns:a16="http://schemas.microsoft.com/office/drawing/2014/main" id="{D356DA69-0E40-4494-89F2-31BC62B2A3FE}"/>
                  </a:ext>
                </a:extLst>
              </p:cNvPr>
              <p:cNvSpPr/>
              <p:nvPr/>
            </p:nvSpPr>
            <p:spPr>
              <a:xfrm>
                <a:off x="610370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6" name="Freeform: Shape 1635">
                <a:extLst>
                  <a:ext uri="{FF2B5EF4-FFF2-40B4-BE49-F238E27FC236}">
                    <a16:creationId xmlns:a16="http://schemas.microsoft.com/office/drawing/2014/main" id="{5F135F69-2C24-4A22-99D1-B10816638AB2}"/>
                  </a:ext>
                </a:extLst>
              </p:cNvPr>
              <p:cNvSpPr/>
              <p:nvPr/>
            </p:nvSpPr>
            <p:spPr>
              <a:xfrm>
                <a:off x="61037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7" name="Freeform: Shape 1636">
                <a:extLst>
                  <a:ext uri="{FF2B5EF4-FFF2-40B4-BE49-F238E27FC236}">
                    <a16:creationId xmlns:a16="http://schemas.microsoft.com/office/drawing/2014/main" id="{CB5272C6-C917-49F2-B899-F8506C984667}"/>
                  </a:ext>
                </a:extLst>
              </p:cNvPr>
              <p:cNvSpPr/>
              <p:nvPr/>
            </p:nvSpPr>
            <p:spPr>
              <a:xfrm>
                <a:off x="6179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8" name="Freeform: Shape 1637">
                <a:extLst>
                  <a:ext uri="{FF2B5EF4-FFF2-40B4-BE49-F238E27FC236}">
                    <a16:creationId xmlns:a16="http://schemas.microsoft.com/office/drawing/2014/main" id="{DBE0E886-E7BA-4029-A693-F69A613F8A88}"/>
                  </a:ext>
                </a:extLst>
              </p:cNvPr>
              <p:cNvSpPr/>
              <p:nvPr/>
            </p:nvSpPr>
            <p:spPr>
              <a:xfrm>
                <a:off x="61799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9" name="Freeform: Shape 1638">
                <a:extLst>
                  <a:ext uri="{FF2B5EF4-FFF2-40B4-BE49-F238E27FC236}">
                    <a16:creationId xmlns:a16="http://schemas.microsoft.com/office/drawing/2014/main" id="{68213916-7473-4CC3-AD12-8F1DC4DA1E4B}"/>
                  </a:ext>
                </a:extLst>
              </p:cNvPr>
              <p:cNvSpPr/>
              <p:nvPr/>
            </p:nvSpPr>
            <p:spPr>
              <a:xfrm>
                <a:off x="61799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0" name="Freeform: Shape 1639">
                <a:extLst>
                  <a:ext uri="{FF2B5EF4-FFF2-40B4-BE49-F238E27FC236}">
                    <a16:creationId xmlns:a16="http://schemas.microsoft.com/office/drawing/2014/main" id="{505D2709-BB31-4465-BC68-9F5A68D8E4B1}"/>
                  </a:ext>
                </a:extLst>
              </p:cNvPr>
              <p:cNvSpPr/>
              <p:nvPr/>
            </p:nvSpPr>
            <p:spPr>
              <a:xfrm>
                <a:off x="61799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1" name="Freeform: Shape 1640">
                <a:extLst>
                  <a:ext uri="{FF2B5EF4-FFF2-40B4-BE49-F238E27FC236}">
                    <a16:creationId xmlns:a16="http://schemas.microsoft.com/office/drawing/2014/main" id="{DBBC98D8-EB97-4E62-9893-AC8FAB2D1E13}"/>
                  </a:ext>
                </a:extLst>
              </p:cNvPr>
              <p:cNvSpPr/>
              <p:nvPr/>
            </p:nvSpPr>
            <p:spPr>
              <a:xfrm>
                <a:off x="61799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2" name="Freeform: Shape 1641">
                <a:extLst>
                  <a:ext uri="{FF2B5EF4-FFF2-40B4-BE49-F238E27FC236}">
                    <a16:creationId xmlns:a16="http://schemas.microsoft.com/office/drawing/2014/main" id="{436AE968-E2FE-4A57-901E-57A7DBB666DB}"/>
                  </a:ext>
                </a:extLst>
              </p:cNvPr>
              <p:cNvSpPr/>
              <p:nvPr/>
            </p:nvSpPr>
            <p:spPr>
              <a:xfrm>
                <a:off x="71703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3" name="Freeform: Shape 1642">
                <a:extLst>
                  <a:ext uri="{FF2B5EF4-FFF2-40B4-BE49-F238E27FC236}">
                    <a16:creationId xmlns:a16="http://schemas.microsoft.com/office/drawing/2014/main" id="{F50A3269-FBD3-4DD3-BA05-82DD5D5B647E}"/>
                  </a:ext>
                </a:extLst>
              </p:cNvPr>
              <p:cNvSpPr/>
              <p:nvPr/>
            </p:nvSpPr>
            <p:spPr>
              <a:xfrm>
                <a:off x="68656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4" name="Freeform: Shape 1643">
                <a:extLst>
                  <a:ext uri="{FF2B5EF4-FFF2-40B4-BE49-F238E27FC236}">
                    <a16:creationId xmlns:a16="http://schemas.microsoft.com/office/drawing/2014/main" id="{D13667F2-C53F-4B35-AB75-432347E4B435}"/>
                  </a:ext>
                </a:extLst>
              </p:cNvPr>
              <p:cNvSpPr/>
              <p:nvPr/>
            </p:nvSpPr>
            <p:spPr>
              <a:xfrm>
                <a:off x="68656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5" name="Freeform: Shape 1644">
                <a:extLst>
                  <a:ext uri="{FF2B5EF4-FFF2-40B4-BE49-F238E27FC236}">
                    <a16:creationId xmlns:a16="http://schemas.microsoft.com/office/drawing/2014/main" id="{CB8A445E-0A32-4A02-9C83-9C41E6FAA6E0}"/>
                  </a:ext>
                </a:extLst>
              </p:cNvPr>
              <p:cNvSpPr/>
              <p:nvPr/>
            </p:nvSpPr>
            <p:spPr>
              <a:xfrm>
                <a:off x="69418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6" name="Freeform: Shape 1645">
                <a:extLst>
                  <a:ext uri="{FF2B5EF4-FFF2-40B4-BE49-F238E27FC236}">
                    <a16:creationId xmlns:a16="http://schemas.microsoft.com/office/drawing/2014/main" id="{676F099C-9AE7-4B23-A700-B09E3FA5122A}"/>
                  </a:ext>
                </a:extLst>
              </p:cNvPr>
              <p:cNvSpPr/>
              <p:nvPr/>
            </p:nvSpPr>
            <p:spPr>
              <a:xfrm>
                <a:off x="67892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7" name="Freeform: Shape 1646">
                <a:extLst>
                  <a:ext uri="{FF2B5EF4-FFF2-40B4-BE49-F238E27FC236}">
                    <a16:creationId xmlns:a16="http://schemas.microsoft.com/office/drawing/2014/main" id="{C28F37DE-C12E-4821-98A7-D7124E9B93DB}"/>
                  </a:ext>
                </a:extLst>
              </p:cNvPr>
              <p:cNvSpPr/>
              <p:nvPr/>
            </p:nvSpPr>
            <p:spPr>
              <a:xfrm>
                <a:off x="6637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8" name="Freeform: Shape 1647">
                <a:extLst>
                  <a:ext uri="{FF2B5EF4-FFF2-40B4-BE49-F238E27FC236}">
                    <a16:creationId xmlns:a16="http://schemas.microsoft.com/office/drawing/2014/main" id="{0162CE0D-A576-41A6-97CB-32C1784CDEA4}"/>
                  </a:ext>
                </a:extLst>
              </p:cNvPr>
              <p:cNvSpPr/>
              <p:nvPr/>
            </p:nvSpPr>
            <p:spPr>
              <a:xfrm>
                <a:off x="625615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9" name="Freeform: Shape 1648">
                <a:extLst>
                  <a:ext uri="{FF2B5EF4-FFF2-40B4-BE49-F238E27FC236}">
                    <a16:creationId xmlns:a16="http://schemas.microsoft.com/office/drawing/2014/main" id="{1EF688C2-9C87-455E-8555-83F7E9545551}"/>
                  </a:ext>
                </a:extLst>
              </p:cNvPr>
              <p:cNvSpPr/>
              <p:nvPr/>
            </p:nvSpPr>
            <p:spPr>
              <a:xfrm>
                <a:off x="64845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0" name="Freeform: Shape 1649">
                <a:extLst>
                  <a:ext uri="{FF2B5EF4-FFF2-40B4-BE49-F238E27FC236}">
                    <a16:creationId xmlns:a16="http://schemas.microsoft.com/office/drawing/2014/main" id="{F3BA2146-41A6-4F0A-89AE-B82CA874960B}"/>
                  </a:ext>
                </a:extLst>
              </p:cNvPr>
              <p:cNvSpPr/>
              <p:nvPr/>
            </p:nvSpPr>
            <p:spPr>
              <a:xfrm>
                <a:off x="64845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1" name="Freeform: Shape 1650">
                <a:extLst>
                  <a:ext uri="{FF2B5EF4-FFF2-40B4-BE49-F238E27FC236}">
                    <a16:creationId xmlns:a16="http://schemas.microsoft.com/office/drawing/2014/main" id="{344E2BAA-36A5-454A-AE6A-1DAD1404D3CF}"/>
                  </a:ext>
                </a:extLst>
              </p:cNvPr>
              <p:cNvSpPr/>
              <p:nvPr/>
            </p:nvSpPr>
            <p:spPr>
              <a:xfrm>
                <a:off x="64083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2" name="Freeform: Shape 1651">
                <a:extLst>
                  <a:ext uri="{FF2B5EF4-FFF2-40B4-BE49-F238E27FC236}">
                    <a16:creationId xmlns:a16="http://schemas.microsoft.com/office/drawing/2014/main" id="{3FF4250A-F92A-453E-95E2-B411FD54249D}"/>
                  </a:ext>
                </a:extLst>
              </p:cNvPr>
              <p:cNvSpPr/>
              <p:nvPr/>
            </p:nvSpPr>
            <p:spPr>
              <a:xfrm>
                <a:off x="64083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3" name="Freeform: Shape 1652">
                <a:extLst>
                  <a:ext uri="{FF2B5EF4-FFF2-40B4-BE49-F238E27FC236}">
                    <a16:creationId xmlns:a16="http://schemas.microsoft.com/office/drawing/2014/main" id="{15B3C0FB-F4A0-4A59-BC93-2463C2215C92}"/>
                  </a:ext>
                </a:extLst>
              </p:cNvPr>
              <p:cNvSpPr/>
              <p:nvPr/>
            </p:nvSpPr>
            <p:spPr>
              <a:xfrm>
                <a:off x="63323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4" name="Freeform: Shape 1653">
                <a:extLst>
                  <a:ext uri="{FF2B5EF4-FFF2-40B4-BE49-F238E27FC236}">
                    <a16:creationId xmlns:a16="http://schemas.microsoft.com/office/drawing/2014/main" id="{40713708-33D0-4EC3-BBC6-74D7A0B82798}"/>
                  </a:ext>
                </a:extLst>
              </p:cNvPr>
              <p:cNvSpPr/>
              <p:nvPr/>
            </p:nvSpPr>
            <p:spPr>
              <a:xfrm>
                <a:off x="63323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5" name="Freeform: Shape 1654">
                <a:extLst>
                  <a:ext uri="{FF2B5EF4-FFF2-40B4-BE49-F238E27FC236}">
                    <a16:creationId xmlns:a16="http://schemas.microsoft.com/office/drawing/2014/main" id="{212DB06E-A6FC-4B78-A120-E949432A8971}"/>
                  </a:ext>
                </a:extLst>
              </p:cNvPr>
              <p:cNvSpPr/>
              <p:nvPr/>
            </p:nvSpPr>
            <p:spPr>
              <a:xfrm>
                <a:off x="70940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6" name="Freeform: Shape 1655">
                <a:extLst>
                  <a:ext uri="{FF2B5EF4-FFF2-40B4-BE49-F238E27FC236}">
                    <a16:creationId xmlns:a16="http://schemas.microsoft.com/office/drawing/2014/main" id="{A8017154-3281-47CE-96AC-F94FE39DEBAE}"/>
                  </a:ext>
                </a:extLst>
              </p:cNvPr>
              <p:cNvSpPr/>
              <p:nvPr/>
            </p:nvSpPr>
            <p:spPr>
              <a:xfrm>
                <a:off x="7017875" y="43898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7" name="Freeform: Shape 1656">
                <a:extLst>
                  <a:ext uri="{FF2B5EF4-FFF2-40B4-BE49-F238E27FC236}">
                    <a16:creationId xmlns:a16="http://schemas.microsoft.com/office/drawing/2014/main" id="{82B33CB5-E9E5-4320-8FB4-501370A1ED1B}"/>
                  </a:ext>
                </a:extLst>
              </p:cNvPr>
              <p:cNvSpPr/>
              <p:nvPr/>
            </p:nvSpPr>
            <p:spPr>
              <a:xfrm>
                <a:off x="7017875" y="43136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8" name="Freeform: Shape 1657">
                <a:extLst>
                  <a:ext uri="{FF2B5EF4-FFF2-40B4-BE49-F238E27FC236}">
                    <a16:creationId xmlns:a16="http://schemas.microsoft.com/office/drawing/2014/main" id="{B855C35A-2304-4208-B3F6-70F1DFC8AE75}"/>
                  </a:ext>
                </a:extLst>
              </p:cNvPr>
              <p:cNvSpPr/>
              <p:nvPr/>
            </p:nvSpPr>
            <p:spPr>
              <a:xfrm>
                <a:off x="69418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9" name="Freeform: Shape 1658">
                <a:extLst>
                  <a:ext uri="{FF2B5EF4-FFF2-40B4-BE49-F238E27FC236}">
                    <a16:creationId xmlns:a16="http://schemas.microsoft.com/office/drawing/2014/main" id="{FA7AD3A8-7934-48CC-A093-DC93966C6211}"/>
                  </a:ext>
                </a:extLst>
              </p:cNvPr>
              <p:cNvSpPr/>
              <p:nvPr/>
            </p:nvSpPr>
            <p:spPr>
              <a:xfrm>
                <a:off x="648457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0" name="Freeform: Shape 1659">
                <a:extLst>
                  <a:ext uri="{FF2B5EF4-FFF2-40B4-BE49-F238E27FC236}">
                    <a16:creationId xmlns:a16="http://schemas.microsoft.com/office/drawing/2014/main" id="{CC8C3939-79AD-4385-A841-4F093ACCBCE6}"/>
                  </a:ext>
                </a:extLst>
              </p:cNvPr>
              <p:cNvSpPr/>
              <p:nvPr/>
            </p:nvSpPr>
            <p:spPr>
              <a:xfrm>
                <a:off x="6560800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1" name="Freeform: Shape 1660">
                <a:extLst>
                  <a:ext uri="{FF2B5EF4-FFF2-40B4-BE49-F238E27FC236}">
                    <a16:creationId xmlns:a16="http://schemas.microsoft.com/office/drawing/2014/main" id="{7CEB58DE-C2B3-4AE3-BC06-1987A16276A7}"/>
                  </a:ext>
                </a:extLst>
              </p:cNvPr>
              <p:cNvSpPr/>
              <p:nvPr/>
            </p:nvSpPr>
            <p:spPr>
              <a:xfrm>
                <a:off x="6560800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2" name="Freeform: Shape 1661">
                <a:extLst>
                  <a:ext uri="{FF2B5EF4-FFF2-40B4-BE49-F238E27FC236}">
                    <a16:creationId xmlns:a16="http://schemas.microsoft.com/office/drawing/2014/main" id="{2E3F3344-03DB-4088-A1AA-761E28D79E1C}"/>
                  </a:ext>
                </a:extLst>
              </p:cNvPr>
              <p:cNvSpPr/>
              <p:nvPr/>
            </p:nvSpPr>
            <p:spPr>
              <a:xfrm>
                <a:off x="656080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3" name="Freeform: Shape 1662">
                <a:extLst>
                  <a:ext uri="{FF2B5EF4-FFF2-40B4-BE49-F238E27FC236}">
                    <a16:creationId xmlns:a16="http://schemas.microsoft.com/office/drawing/2014/main" id="{CA751CC4-C01D-4F26-B5EF-EEDB624ACA9F}"/>
                  </a:ext>
                </a:extLst>
              </p:cNvPr>
              <p:cNvSpPr/>
              <p:nvPr/>
            </p:nvSpPr>
            <p:spPr>
              <a:xfrm>
                <a:off x="656080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4" name="Freeform: Shape 1663">
                <a:extLst>
                  <a:ext uri="{FF2B5EF4-FFF2-40B4-BE49-F238E27FC236}">
                    <a16:creationId xmlns:a16="http://schemas.microsoft.com/office/drawing/2014/main" id="{15DB397B-E566-4F1E-BCE4-D74171510A44}"/>
                  </a:ext>
                </a:extLst>
              </p:cNvPr>
              <p:cNvSpPr/>
              <p:nvPr/>
            </p:nvSpPr>
            <p:spPr>
              <a:xfrm>
                <a:off x="656080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5" name="Freeform: Shape 1664">
                <a:extLst>
                  <a:ext uri="{FF2B5EF4-FFF2-40B4-BE49-F238E27FC236}">
                    <a16:creationId xmlns:a16="http://schemas.microsoft.com/office/drawing/2014/main" id="{73735D88-6A2A-44FF-B38E-3BE4721258D9}"/>
                  </a:ext>
                </a:extLst>
              </p:cNvPr>
              <p:cNvSpPr/>
              <p:nvPr/>
            </p:nvSpPr>
            <p:spPr>
              <a:xfrm>
                <a:off x="65608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6" name="Freeform: Shape 1665">
                <a:extLst>
                  <a:ext uri="{FF2B5EF4-FFF2-40B4-BE49-F238E27FC236}">
                    <a16:creationId xmlns:a16="http://schemas.microsoft.com/office/drawing/2014/main" id="{18ED50DA-8300-425C-BAE6-747F73489D54}"/>
                  </a:ext>
                </a:extLst>
              </p:cNvPr>
              <p:cNvSpPr/>
              <p:nvPr/>
            </p:nvSpPr>
            <p:spPr>
              <a:xfrm>
                <a:off x="65608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7" name="Freeform: Shape 1666">
                <a:extLst>
                  <a:ext uri="{FF2B5EF4-FFF2-40B4-BE49-F238E27FC236}">
                    <a16:creationId xmlns:a16="http://schemas.microsoft.com/office/drawing/2014/main" id="{6394E00D-024D-4485-A252-2A3FD06BBA03}"/>
                  </a:ext>
                </a:extLst>
              </p:cNvPr>
              <p:cNvSpPr/>
              <p:nvPr/>
            </p:nvSpPr>
            <p:spPr>
              <a:xfrm>
                <a:off x="64845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8" name="Freeform: Shape 1667">
                <a:extLst>
                  <a:ext uri="{FF2B5EF4-FFF2-40B4-BE49-F238E27FC236}">
                    <a16:creationId xmlns:a16="http://schemas.microsoft.com/office/drawing/2014/main" id="{676B42C6-8864-4CC6-B51F-E19F43C3996F}"/>
                  </a:ext>
                </a:extLst>
              </p:cNvPr>
              <p:cNvSpPr/>
              <p:nvPr/>
            </p:nvSpPr>
            <p:spPr>
              <a:xfrm>
                <a:off x="64845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9" name="Freeform: Shape 1668">
                <a:extLst>
                  <a:ext uri="{FF2B5EF4-FFF2-40B4-BE49-F238E27FC236}">
                    <a16:creationId xmlns:a16="http://schemas.microsoft.com/office/drawing/2014/main" id="{3E4B7438-887C-414D-9B09-4F04960C0138}"/>
                  </a:ext>
                </a:extLst>
              </p:cNvPr>
              <p:cNvSpPr/>
              <p:nvPr/>
            </p:nvSpPr>
            <p:spPr>
              <a:xfrm>
                <a:off x="64845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0" name="Freeform: Shape 1669">
                <a:extLst>
                  <a:ext uri="{FF2B5EF4-FFF2-40B4-BE49-F238E27FC236}">
                    <a16:creationId xmlns:a16="http://schemas.microsoft.com/office/drawing/2014/main" id="{50CCB182-D927-4FF5-8696-7806C39A02AD}"/>
                  </a:ext>
                </a:extLst>
              </p:cNvPr>
              <p:cNvSpPr/>
              <p:nvPr/>
            </p:nvSpPr>
            <p:spPr>
              <a:xfrm>
                <a:off x="6408350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1" name="Freeform: Shape 1670">
                <a:extLst>
                  <a:ext uri="{FF2B5EF4-FFF2-40B4-BE49-F238E27FC236}">
                    <a16:creationId xmlns:a16="http://schemas.microsoft.com/office/drawing/2014/main" id="{6E841F98-9D11-45AF-963A-7D698B512928}"/>
                  </a:ext>
                </a:extLst>
              </p:cNvPr>
              <p:cNvSpPr/>
              <p:nvPr/>
            </p:nvSpPr>
            <p:spPr>
              <a:xfrm>
                <a:off x="6408350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2" name="Freeform: Shape 1671">
                <a:extLst>
                  <a:ext uri="{FF2B5EF4-FFF2-40B4-BE49-F238E27FC236}">
                    <a16:creationId xmlns:a16="http://schemas.microsoft.com/office/drawing/2014/main" id="{2E57F714-3587-406F-B735-B3F410D33DBC}"/>
                  </a:ext>
                </a:extLst>
              </p:cNvPr>
              <p:cNvSpPr/>
              <p:nvPr/>
            </p:nvSpPr>
            <p:spPr>
              <a:xfrm>
                <a:off x="6408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3" name="Freeform: Shape 1672">
                <a:extLst>
                  <a:ext uri="{FF2B5EF4-FFF2-40B4-BE49-F238E27FC236}">
                    <a16:creationId xmlns:a16="http://schemas.microsoft.com/office/drawing/2014/main" id="{5B99989A-CFCB-473D-A69B-5681CF192602}"/>
                  </a:ext>
                </a:extLst>
              </p:cNvPr>
              <p:cNvSpPr/>
              <p:nvPr/>
            </p:nvSpPr>
            <p:spPr>
              <a:xfrm>
                <a:off x="64083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4" name="Freeform: Shape 1673">
                <a:extLst>
                  <a:ext uri="{FF2B5EF4-FFF2-40B4-BE49-F238E27FC236}">
                    <a16:creationId xmlns:a16="http://schemas.microsoft.com/office/drawing/2014/main" id="{A29BE2F2-D373-4CC2-914E-E541AE0A48F7}"/>
                  </a:ext>
                </a:extLst>
              </p:cNvPr>
              <p:cNvSpPr/>
              <p:nvPr/>
            </p:nvSpPr>
            <p:spPr>
              <a:xfrm>
                <a:off x="6332350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5" name="Freeform: Shape 1674">
                <a:extLst>
                  <a:ext uri="{FF2B5EF4-FFF2-40B4-BE49-F238E27FC236}">
                    <a16:creationId xmlns:a16="http://schemas.microsoft.com/office/drawing/2014/main" id="{0F852270-762C-4A79-B6FA-DCF12F6B7343}"/>
                  </a:ext>
                </a:extLst>
              </p:cNvPr>
              <p:cNvSpPr/>
              <p:nvPr/>
            </p:nvSpPr>
            <p:spPr>
              <a:xfrm>
                <a:off x="63323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6" name="Freeform: Shape 1675">
                <a:extLst>
                  <a:ext uri="{FF2B5EF4-FFF2-40B4-BE49-F238E27FC236}">
                    <a16:creationId xmlns:a16="http://schemas.microsoft.com/office/drawing/2014/main" id="{EBFA7384-85EE-48F5-88FB-53994BAA0C3A}"/>
                  </a:ext>
                </a:extLst>
              </p:cNvPr>
              <p:cNvSpPr/>
              <p:nvPr/>
            </p:nvSpPr>
            <p:spPr>
              <a:xfrm>
                <a:off x="6332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7" name="Freeform: Shape 1676">
                <a:extLst>
                  <a:ext uri="{FF2B5EF4-FFF2-40B4-BE49-F238E27FC236}">
                    <a16:creationId xmlns:a16="http://schemas.microsoft.com/office/drawing/2014/main" id="{401BCBFD-21A3-40F7-9275-C00D14838E80}"/>
                  </a:ext>
                </a:extLst>
              </p:cNvPr>
              <p:cNvSpPr/>
              <p:nvPr/>
            </p:nvSpPr>
            <p:spPr>
              <a:xfrm>
                <a:off x="63323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8" name="Freeform: Shape 1677">
                <a:extLst>
                  <a:ext uri="{FF2B5EF4-FFF2-40B4-BE49-F238E27FC236}">
                    <a16:creationId xmlns:a16="http://schemas.microsoft.com/office/drawing/2014/main" id="{8B75981A-F6EE-4974-B7A7-EAD53E704438}"/>
                  </a:ext>
                </a:extLst>
              </p:cNvPr>
              <p:cNvSpPr/>
              <p:nvPr/>
            </p:nvSpPr>
            <p:spPr>
              <a:xfrm>
                <a:off x="625615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9" name="Freeform: Shape 1678">
                <a:extLst>
                  <a:ext uri="{FF2B5EF4-FFF2-40B4-BE49-F238E27FC236}">
                    <a16:creationId xmlns:a16="http://schemas.microsoft.com/office/drawing/2014/main" id="{3FC3CEE6-F974-4E8C-9F95-36DC204542D4}"/>
                  </a:ext>
                </a:extLst>
              </p:cNvPr>
              <p:cNvSpPr/>
              <p:nvPr/>
            </p:nvSpPr>
            <p:spPr>
              <a:xfrm>
                <a:off x="62561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0" name="Freeform: Shape 1679">
                <a:extLst>
                  <a:ext uri="{FF2B5EF4-FFF2-40B4-BE49-F238E27FC236}">
                    <a16:creationId xmlns:a16="http://schemas.microsoft.com/office/drawing/2014/main" id="{D4DABB1B-B1C0-4C60-BAE1-AE056B48356D}"/>
                  </a:ext>
                </a:extLst>
              </p:cNvPr>
              <p:cNvSpPr/>
              <p:nvPr/>
            </p:nvSpPr>
            <p:spPr>
              <a:xfrm>
                <a:off x="62561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1" name="Freeform: Shape 1680">
                <a:extLst>
                  <a:ext uri="{FF2B5EF4-FFF2-40B4-BE49-F238E27FC236}">
                    <a16:creationId xmlns:a16="http://schemas.microsoft.com/office/drawing/2014/main" id="{7B8E6740-2870-4DA1-A5BD-63651C97B84F}"/>
                  </a:ext>
                </a:extLst>
              </p:cNvPr>
              <p:cNvSpPr/>
              <p:nvPr/>
            </p:nvSpPr>
            <p:spPr>
              <a:xfrm>
                <a:off x="61799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2" name="Freeform: Shape 1681">
                <a:extLst>
                  <a:ext uri="{FF2B5EF4-FFF2-40B4-BE49-F238E27FC236}">
                    <a16:creationId xmlns:a16="http://schemas.microsoft.com/office/drawing/2014/main" id="{B537C932-6B7A-46F2-BB0E-5932A7A2D6F0}"/>
                  </a:ext>
                </a:extLst>
              </p:cNvPr>
              <p:cNvSpPr/>
              <p:nvPr/>
            </p:nvSpPr>
            <p:spPr>
              <a:xfrm>
                <a:off x="6179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3" name="Freeform: Shape 1682">
                <a:extLst>
                  <a:ext uri="{FF2B5EF4-FFF2-40B4-BE49-F238E27FC236}">
                    <a16:creationId xmlns:a16="http://schemas.microsoft.com/office/drawing/2014/main" id="{267FA704-5AD9-47E8-B102-EF7FA3B18069}"/>
                  </a:ext>
                </a:extLst>
              </p:cNvPr>
              <p:cNvSpPr/>
              <p:nvPr/>
            </p:nvSpPr>
            <p:spPr>
              <a:xfrm>
                <a:off x="61037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4" name="Freeform: Shape 1683">
                <a:extLst>
                  <a:ext uri="{FF2B5EF4-FFF2-40B4-BE49-F238E27FC236}">
                    <a16:creationId xmlns:a16="http://schemas.microsoft.com/office/drawing/2014/main" id="{28FA8EE5-9503-4B9C-9D61-1A67C54C623E}"/>
                  </a:ext>
                </a:extLst>
              </p:cNvPr>
              <p:cNvSpPr/>
              <p:nvPr/>
            </p:nvSpPr>
            <p:spPr>
              <a:xfrm>
                <a:off x="61037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5" name="Freeform: Shape 1684">
                <a:extLst>
                  <a:ext uri="{FF2B5EF4-FFF2-40B4-BE49-F238E27FC236}">
                    <a16:creationId xmlns:a16="http://schemas.microsoft.com/office/drawing/2014/main" id="{B9C202C7-C295-423E-BD81-E1BA972B3F30}"/>
                  </a:ext>
                </a:extLst>
              </p:cNvPr>
              <p:cNvSpPr/>
              <p:nvPr/>
            </p:nvSpPr>
            <p:spPr>
              <a:xfrm>
                <a:off x="60275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6" name="Freeform: Shape 1685">
                <a:extLst>
                  <a:ext uri="{FF2B5EF4-FFF2-40B4-BE49-F238E27FC236}">
                    <a16:creationId xmlns:a16="http://schemas.microsoft.com/office/drawing/2014/main" id="{0C5CB9D4-6826-4E86-9875-4039AF8761CD}"/>
                  </a:ext>
                </a:extLst>
              </p:cNvPr>
              <p:cNvSpPr/>
              <p:nvPr/>
            </p:nvSpPr>
            <p:spPr>
              <a:xfrm>
                <a:off x="60275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6" y="1146"/>
                      <a:pt x="2025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7" name="Freeform: Shape 1686">
                <a:extLst>
                  <a:ext uri="{FF2B5EF4-FFF2-40B4-BE49-F238E27FC236}">
                    <a16:creationId xmlns:a16="http://schemas.microsoft.com/office/drawing/2014/main" id="{1EDB4449-E64C-4030-AB3E-E2C0B2A3336B}"/>
                  </a:ext>
                </a:extLst>
              </p:cNvPr>
              <p:cNvSpPr/>
              <p:nvPr/>
            </p:nvSpPr>
            <p:spPr>
              <a:xfrm>
                <a:off x="60275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8" name="Freeform: Shape 1687">
                <a:extLst>
                  <a:ext uri="{FF2B5EF4-FFF2-40B4-BE49-F238E27FC236}">
                    <a16:creationId xmlns:a16="http://schemas.microsoft.com/office/drawing/2014/main" id="{1F6D78AB-0698-403C-A032-CCE0582D94D7}"/>
                  </a:ext>
                </a:extLst>
              </p:cNvPr>
              <p:cNvSpPr/>
              <p:nvPr/>
            </p:nvSpPr>
            <p:spPr>
              <a:xfrm>
                <a:off x="59514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9" name="Freeform: Shape 1688">
                <a:extLst>
                  <a:ext uri="{FF2B5EF4-FFF2-40B4-BE49-F238E27FC236}">
                    <a16:creationId xmlns:a16="http://schemas.microsoft.com/office/drawing/2014/main" id="{E18F36E8-61EC-43C8-80D5-A6CE74CBC8DE}"/>
                  </a:ext>
                </a:extLst>
              </p:cNvPr>
              <p:cNvSpPr/>
              <p:nvPr/>
            </p:nvSpPr>
            <p:spPr>
              <a:xfrm>
                <a:off x="59514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0" name="Freeform: Shape 1689">
                <a:extLst>
                  <a:ext uri="{FF2B5EF4-FFF2-40B4-BE49-F238E27FC236}">
                    <a16:creationId xmlns:a16="http://schemas.microsoft.com/office/drawing/2014/main" id="{AA95B07D-40B4-4FA2-9A3F-31DE24797E1E}"/>
                  </a:ext>
                </a:extLst>
              </p:cNvPr>
              <p:cNvSpPr/>
              <p:nvPr/>
            </p:nvSpPr>
            <p:spPr>
              <a:xfrm>
                <a:off x="59514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1" name="Freeform: Shape 1690">
                <a:extLst>
                  <a:ext uri="{FF2B5EF4-FFF2-40B4-BE49-F238E27FC236}">
                    <a16:creationId xmlns:a16="http://schemas.microsoft.com/office/drawing/2014/main" id="{73825A07-6E63-469E-924A-6735871E95BC}"/>
                  </a:ext>
                </a:extLst>
              </p:cNvPr>
              <p:cNvSpPr/>
              <p:nvPr/>
            </p:nvSpPr>
            <p:spPr>
              <a:xfrm>
                <a:off x="5875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2" name="Freeform: Shape 1691">
                <a:extLst>
                  <a:ext uri="{FF2B5EF4-FFF2-40B4-BE49-F238E27FC236}">
                    <a16:creationId xmlns:a16="http://schemas.microsoft.com/office/drawing/2014/main" id="{614192AB-BD45-4CDF-BA41-8465460850E8}"/>
                  </a:ext>
                </a:extLst>
              </p:cNvPr>
              <p:cNvSpPr/>
              <p:nvPr/>
            </p:nvSpPr>
            <p:spPr>
              <a:xfrm>
                <a:off x="5875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3" name="Freeform: Shape 1692">
                <a:extLst>
                  <a:ext uri="{FF2B5EF4-FFF2-40B4-BE49-F238E27FC236}">
                    <a16:creationId xmlns:a16="http://schemas.microsoft.com/office/drawing/2014/main" id="{480076F4-93C9-4C1D-A3F1-3E50901CAD8A}"/>
                  </a:ext>
                </a:extLst>
              </p:cNvPr>
              <p:cNvSpPr/>
              <p:nvPr/>
            </p:nvSpPr>
            <p:spPr>
              <a:xfrm>
                <a:off x="58752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4" name="Freeform: Shape 1693">
                <a:extLst>
                  <a:ext uri="{FF2B5EF4-FFF2-40B4-BE49-F238E27FC236}">
                    <a16:creationId xmlns:a16="http://schemas.microsoft.com/office/drawing/2014/main" id="{DD16F11D-3DC8-4748-ADFD-1BEF7FDA455E}"/>
                  </a:ext>
                </a:extLst>
              </p:cNvPr>
              <p:cNvSpPr/>
              <p:nvPr/>
            </p:nvSpPr>
            <p:spPr>
              <a:xfrm>
                <a:off x="58752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5" name="Freeform: Shape 1694">
                <a:extLst>
                  <a:ext uri="{FF2B5EF4-FFF2-40B4-BE49-F238E27FC236}">
                    <a16:creationId xmlns:a16="http://schemas.microsoft.com/office/drawing/2014/main" id="{A06CD10A-C18E-48A7-9320-D06DB2483188}"/>
                  </a:ext>
                </a:extLst>
              </p:cNvPr>
              <p:cNvSpPr/>
              <p:nvPr/>
            </p:nvSpPr>
            <p:spPr>
              <a:xfrm>
                <a:off x="45040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6" name="Freeform: Shape 1695">
                <a:extLst>
                  <a:ext uri="{FF2B5EF4-FFF2-40B4-BE49-F238E27FC236}">
                    <a16:creationId xmlns:a16="http://schemas.microsoft.com/office/drawing/2014/main" id="{DE1D2781-EDEF-46ED-A57B-095E06B0C7A0}"/>
                  </a:ext>
                </a:extLst>
              </p:cNvPr>
              <p:cNvSpPr/>
              <p:nvPr/>
            </p:nvSpPr>
            <p:spPr>
              <a:xfrm>
                <a:off x="45040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7" name="Freeform: Shape 1696">
                <a:extLst>
                  <a:ext uri="{FF2B5EF4-FFF2-40B4-BE49-F238E27FC236}">
                    <a16:creationId xmlns:a16="http://schemas.microsoft.com/office/drawing/2014/main" id="{B229BBA8-4AFF-43C0-8549-6D0491E8D4C5}"/>
                  </a:ext>
                </a:extLst>
              </p:cNvPr>
              <p:cNvSpPr/>
              <p:nvPr/>
            </p:nvSpPr>
            <p:spPr>
              <a:xfrm>
                <a:off x="45040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8" name="Freeform: Shape 1697">
                <a:extLst>
                  <a:ext uri="{FF2B5EF4-FFF2-40B4-BE49-F238E27FC236}">
                    <a16:creationId xmlns:a16="http://schemas.microsoft.com/office/drawing/2014/main" id="{E0666290-7AD6-4210-8876-4C4E8C3190E0}"/>
                  </a:ext>
                </a:extLst>
              </p:cNvPr>
              <p:cNvSpPr/>
              <p:nvPr/>
            </p:nvSpPr>
            <p:spPr>
              <a:xfrm>
                <a:off x="44278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9" name="Freeform: Shape 1698">
                <a:extLst>
                  <a:ext uri="{FF2B5EF4-FFF2-40B4-BE49-F238E27FC236}">
                    <a16:creationId xmlns:a16="http://schemas.microsoft.com/office/drawing/2014/main" id="{6318F94A-6ECC-4DEE-9D39-EA20794BADA5}"/>
                  </a:ext>
                </a:extLst>
              </p:cNvPr>
              <p:cNvSpPr/>
              <p:nvPr/>
            </p:nvSpPr>
            <p:spPr>
              <a:xfrm>
                <a:off x="4427825" y="3856775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0" name="Freeform: Shape 1699">
                <a:extLst>
                  <a:ext uri="{FF2B5EF4-FFF2-40B4-BE49-F238E27FC236}">
                    <a16:creationId xmlns:a16="http://schemas.microsoft.com/office/drawing/2014/main" id="{49022271-7153-4E02-BE14-8803E541E096}"/>
                  </a:ext>
                </a:extLst>
              </p:cNvPr>
              <p:cNvSpPr/>
              <p:nvPr/>
            </p:nvSpPr>
            <p:spPr>
              <a:xfrm>
                <a:off x="44278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1" name="Freeform: Shape 1700">
                <a:extLst>
                  <a:ext uri="{FF2B5EF4-FFF2-40B4-BE49-F238E27FC236}">
                    <a16:creationId xmlns:a16="http://schemas.microsoft.com/office/drawing/2014/main" id="{3A4DC94C-8C75-4B22-8342-C6C6FB8BE9E8}"/>
                  </a:ext>
                </a:extLst>
              </p:cNvPr>
              <p:cNvSpPr/>
              <p:nvPr/>
            </p:nvSpPr>
            <p:spPr>
              <a:xfrm>
                <a:off x="4351600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2" name="Freeform: Shape 1701">
                <a:extLst>
                  <a:ext uri="{FF2B5EF4-FFF2-40B4-BE49-F238E27FC236}">
                    <a16:creationId xmlns:a16="http://schemas.microsoft.com/office/drawing/2014/main" id="{F04F416B-D287-40F1-9E58-4EBEAA988264}"/>
                  </a:ext>
                </a:extLst>
              </p:cNvPr>
              <p:cNvSpPr/>
              <p:nvPr/>
            </p:nvSpPr>
            <p:spPr>
              <a:xfrm>
                <a:off x="43516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3" name="Freeform: Shape 1702">
                <a:extLst>
                  <a:ext uri="{FF2B5EF4-FFF2-40B4-BE49-F238E27FC236}">
                    <a16:creationId xmlns:a16="http://schemas.microsoft.com/office/drawing/2014/main" id="{64B0C4E5-A826-4A11-8A5C-3A84F40155B7}"/>
                  </a:ext>
                </a:extLst>
              </p:cNvPr>
              <p:cNvSpPr/>
              <p:nvPr/>
            </p:nvSpPr>
            <p:spPr>
              <a:xfrm>
                <a:off x="39709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4" name="Freeform: Shape 1703">
                <a:extLst>
                  <a:ext uri="{FF2B5EF4-FFF2-40B4-BE49-F238E27FC236}">
                    <a16:creationId xmlns:a16="http://schemas.microsoft.com/office/drawing/2014/main" id="{8CDB4731-3D94-4B4A-97F9-DDB4E873DFF9}"/>
                  </a:ext>
                </a:extLst>
              </p:cNvPr>
              <p:cNvSpPr/>
              <p:nvPr/>
            </p:nvSpPr>
            <p:spPr>
              <a:xfrm>
                <a:off x="39709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5" name="Freeform: Shape 1704">
                <a:extLst>
                  <a:ext uri="{FF2B5EF4-FFF2-40B4-BE49-F238E27FC236}">
                    <a16:creationId xmlns:a16="http://schemas.microsoft.com/office/drawing/2014/main" id="{3F942B0C-4B5B-46EA-8617-C86BF4669E82}"/>
                  </a:ext>
                </a:extLst>
              </p:cNvPr>
              <p:cNvSpPr/>
              <p:nvPr/>
            </p:nvSpPr>
            <p:spPr>
              <a:xfrm>
                <a:off x="39709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6" name="Freeform: Shape 1705">
                <a:extLst>
                  <a:ext uri="{FF2B5EF4-FFF2-40B4-BE49-F238E27FC236}">
                    <a16:creationId xmlns:a16="http://schemas.microsoft.com/office/drawing/2014/main" id="{ABC9FD09-2A59-430A-A056-0D8AC7081280}"/>
                  </a:ext>
                </a:extLst>
              </p:cNvPr>
              <p:cNvSpPr/>
              <p:nvPr/>
            </p:nvSpPr>
            <p:spPr>
              <a:xfrm>
                <a:off x="39709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7" name="Freeform: Shape 1706">
                <a:extLst>
                  <a:ext uri="{FF2B5EF4-FFF2-40B4-BE49-F238E27FC236}">
                    <a16:creationId xmlns:a16="http://schemas.microsoft.com/office/drawing/2014/main" id="{06D6A6EA-23EA-479E-8C0A-065744F4055E}"/>
                  </a:ext>
                </a:extLst>
              </p:cNvPr>
              <p:cNvSpPr/>
              <p:nvPr/>
            </p:nvSpPr>
            <p:spPr>
              <a:xfrm>
                <a:off x="39709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8" name="Freeform: Shape 1707">
                <a:extLst>
                  <a:ext uri="{FF2B5EF4-FFF2-40B4-BE49-F238E27FC236}">
                    <a16:creationId xmlns:a16="http://schemas.microsoft.com/office/drawing/2014/main" id="{A475FB42-20DD-413A-9EE3-D41AB84DF83E}"/>
                  </a:ext>
                </a:extLst>
              </p:cNvPr>
              <p:cNvSpPr/>
              <p:nvPr/>
            </p:nvSpPr>
            <p:spPr>
              <a:xfrm>
                <a:off x="3970950" y="31710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9" name="Freeform: Shape 1708">
                <a:extLst>
                  <a:ext uri="{FF2B5EF4-FFF2-40B4-BE49-F238E27FC236}">
                    <a16:creationId xmlns:a16="http://schemas.microsoft.com/office/drawing/2014/main" id="{377E20CD-9621-43A3-8D0A-ED2EC9DB55CE}"/>
                  </a:ext>
                </a:extLst>
              </p:cNvPr>
              <p:cNvSpPr/>
              <p:nvPr/>
            </p:nvSpPr>
            <p:spPr>
              <a:xfrm>
                <a:off x="397095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0" name="Freeform: Shape 1709">
                <a:extLst>
                  <a:ext uri="{FF2B5EF4-FFF2-40B4-BE49-F238E27FC236}">
                    <a16:creationId xmlns:a16="http://schemas.microsoft.com/office/drawing/2014/main" id="{BAB2CA94-4880-401E-903A-0B5121690BBF}"/>
                  </a:ext>
                </a:extLst>
              </p:cNvPr>
              <p:cNvSpPr/>
              <p:nvPr/>
            </p:nvSpPr>
            <p:spPr>
              <a:xfrm>
                <a:off x="397095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1" name="Freeform: Shape 1710">
                <a:extLst>
                  <a:ext uri="{FF2B5EF4-FFF2-40B4-BE49-F238E27FC236}">
                    <a16:creationId xmlns:a16="http://schemas.microsoft.com/office/drawing/2014/main" id="{8562A784-0F3A-4CAD-B90A-13D1760FBA0C}"/>
                  </a:ext>
                </a:extLst>
              </p:cNvPr>
              <p:cNvSpPr/>
              <p:nvPr/>
            </p:nvSpPr>
            <p:spPr>
              <a:xfrm>
                <a:off x="39709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2" name="Freeform: Shape 1711">
                <a:extLst>
                  <a:ext uri="{FF2B5EF4-FFF2-40B4-BE49-F238E27FC236}">
                    <a16:creationId xmlns:a16="http://schemas.microsoft.com/office/drawing/2014/main" id="{A6DD1368-8226-4913-841D-68E3BDDC9D63}"/>
                  </a:ext>
                </a:extLst>
              </p:cNvPr>
              <p:cNvSpPr/>
              <p:nvPr/>
            </p:nvSpPr>
            <p:spPr>
              <a:xfrm>
                <a:off x="39709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3" name="Freeform: Shape 1712">
                <a:extLst>
                  <a:ext uri="{FF2B5EF4-FFF2-40B4-BE49-F238E27FC236}">
                    <a16:creationId xmlns:a16="http://schemas.microsoft.com/office/drawing/2014/main" id="{31B0C945-0C1E-4CFF-947F-115207E46B87}"/>
                  </a:ext>
                </a:extLst>
              </p:cNvPr>
              <p:cNvSpPr/>
              <p:nvPr/>
            </p:nvSpPr>
            <p:spPr>
              <a:xfrm>
                <a:off x="397095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4" name="Freeform: Shape 1713">
                <a:extLst>
                  <a:ext uri="{FF2B5EF4-FFF2-40B4-BE49-F238E27FC236}">
                    <a16:creationId xmlns:a16="http://schemas.microsoft.com/office/drawing/2014/main" id="{351873AE-CB9B-478F-BF76-60E4F200476F}"/>
                  </a:ext>
                </a:extLst>
              </p:cNvPr>
              <p:cNvSpPr/>
              <p:nvPr/>
            </p:nvSpPr>
            <p:spPr>
              <a:xfrm>
                <a:off x="39709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5" name="Freeform: Shape 1714">
                <a:extLst>
                  <a:ext uri="{FF2B5EF4-FFF2-40B4-BE49-F238E27FC236}">
                    <a16:creationId xmlns:a16="http://schemas.microsoft.com/office/drawing/2014/main" id="{A2472D67-F5D1-45FB-8B87-87A006765A27}"/>
                  </a:ext>
                </a:extLst>
              </p:cNvPr>
              <p:cNvSpPr/>
              <p:nvPr/>
            </p:nvSpPr>
            <p:spPr>
              <a:xfrm>
                <a:off x="39709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6" name="Freeform: Shape 1715">
                <a:extLst>
                  <a:ext uri="{FF2B5EF4-FFF2-40B4-BE49-F238E27FC236}">
                    <a16:creationId xmlns:a16="http://schemas.microsoft.com/office/drawing/2014/main" id="{3D4525D3-9D6B-4DC1-83F0-D5CD790C518A}"/>
                  </a:ext>
                </a:extLst>
              </p:cNvPr>
              <p:cNvSpPr/>
              <p:nvPr/>
            </p:nvSpPr>
            <p:spPr>
              <a:xfrm>
                <a:off x="3970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7" name="Freeform: Shape 1716">
                <a:extLst>
                  <a:ext uri="{FF2B5EF4-FFF2-40B4-BE49-F238E27FC236}">
                    <a16:creationId xmlns:a16="http://schemas.microsoft.com/office/drawing/2014/main" id="{19D19A08-B855-49F4-9A03-17D8C927A0FC}"/>
                  </a:ext>
                </a:extLst>
              </p:cNvPr>
              <p:cNvSpPr/>
              <p:nvPr/>
            </p:nvSpPr>
            <p:spPr>
              <a:xfrm>
                <a:off x="39709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8" name="Freeform: Shape 1717">
                <a:extLst>
                  <a:ext uri="{FF2B5EF4-FFF2-40B4-BE49-F238E27FC236}">
                    <a16:creationId xmlns:a16="http://schemas.microsoft.com/office/drawing/2014/main" id="{DB8F6A55-B055-4ECB-8425-7150A1C68F09}"/>
                  </a:ext>
                </a:extLst>
              </p:cNvPr>
              <p:cNvSpPr/>
              <p:nvPr/>
            </p:nvSpPr>
            <p:spPr>
              <a:xfrm>
                <a:off x="39709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9" name="Freeform: Shape 1718">
                <a:extLst>
                  <a:ext uri="{FF2B5EF4-FFF2-40B4-BE49-F238E27FC236}">
                    <a16:creationId xmlns:a16="http://schemas.microsoft.com/office/drawing/2014/main" id="{2966AD4D-AEC9-4454-832E-5B66312DF9C4}"/>
                  </a:ext>
                </a:extLst>
              </p:cNvPr>
              <p:cNvSpPr/>
              <p:nvPr/>
            </p:nvSpPr>
            <p:spPr>
              <a:xfrm>
                <a:off x="40469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0" name="Freeform: Shape 1719">
                <a:extLst>
                  <a:ext uri="{FF2B5EF4-FFF2-40B4-BE49-F238E27FC236}">
                    <a16:creationId xmlns:a16="http://schemas.microsoft.com/office/drawing/2014/main" id="{EF6BDA12-3723-43F7-B1BB-037B2ABEA6FD}"/>
                  </a:ext>
                </a:extLst>
              </p:cNvPr>
              <p:cNvSpPr/>
              <p:nvPr/>
            </p:nvSpPr>
            <p:spPr>
              <a:xfrm>
                <a:off x="40469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1" name="Freeform: Shape 1720">
                <a:extLst>
                  <a:ext uri="{FF2B5EF4-FFF2-40B4-BE49-F238E27FC236}">
                    <a16:creationId xmlns:a16="http://schemas.microsoft.com/office/drawing/2014/main" id="{85B4CD91-F05B-4232-945D-4AE8134CDC07}"/>
                  </a:ext>
                </a:extLst>
              </p:cNvPr>
              <p:cNvSpPr/>
              <p:nvPr/>
            </p:nvSpPr>
            <p:spPr>
              <a:xfrm>
                <a:off x="40469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2" name="Freeform: Shape 1721">
                <a:extLst>
                  <a:ext uri="{FF2B5EF4-FFF2-40B4-BE49-F238E27FC236}">
                    <a16:creationId xmlns:a16="http://schemas.microsoft.com/office/drawing/2014/main" id="{3EBD8BE3-1623-47A2-A673-0E251FD90C70}"/>
                  </a:ext>
                </a:extLst>
              </p:cNvPr>
              <p:cNvSpPr/>
              <p:nvPr/>
            </p:nvSpPr>
            <p:spPr>
              <a:xfrm>
                <a:off x="40469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3" name="Freeform: Shape 1722">
                <a:extLst>
                  <a:ext uri="{FF2B5EF4-FFF2-40B4-BE49-F238E27FC236}">
                    <a16:creationId xmlns:a16="http://schemas.microsoft.com/office/drawing/2014/main" id="{B79E6DB0-F576-4B2C-94B6-41A67596E242}"/>
                  </a:ext>
                </a:extLst>
              </p:cNvPr>
              <p:cNvSpPr/>
              <p:nvPr/>
            </p:nvSpPr>
            <p:spPr>
              <a:xfrm>
                <a:off x="40469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4" name="Freeform: Shape 1723">
                <a:extLst>
                  <a:ext uri="{FF2B5EF4-FFF2-40B4-BE49-F238E27FC236}">
                    <a16:creationId xmlns:a16="http://schemas.microsoft.com/office/drawing/2014/main" id="{41D54D93-4ADC-459C-9ACA-012130F6E6C6}"/>
                  </a:ext>
                </a:extLst>
              </p:cNvPr>
              <p:cNvSpPr/>
              <p:nvPr/>
            </p:nvSpPr>
            <p:spPr>
              <a:xfrm>
                <a:off x="40469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5" name="Freeform: Shape 1724">
                <a:extLst>
                  <a:ext uri="{FF2B5EF4-FFF2-40B4-BE49-F238E27FC236}">
                    <a16:creationId xmlns:a16="http://schemas.microsoft.com/office/drawing/2014/main" id="{C100BCAA-7B21-47CA-A0E6-B354428AF084}"/>
                  </a:ext>
                </a:extLst>
              </p:cNvPr>
              <p:cNvSpPr/>
              <p:nvPr/>
            </p:nvSpPr>
            <p:spPr>
              <a:xfrm>
                <a:off x="40469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6" name="Freeform: Shape 1725">
                <a:extLst>
                  <a:ext uri="{FF2B5EF4-FFF2-40B4-BE49-F238E27FC236}">
                    <a16:creationId xmlns:a16="http://schemas.microsoft.com/office/drawing/2014/main" id="{7665136E-19F5-41C4-8926-3CAC3C0868AB}"/>
                  </a:ext>
                </a:extLst>
              </p:cNvPr>
              <p:cNvSpPr/>
              <p:nvPr/>
            </p:nvSpPr>
            <p:spPr>
              <a:xfrm>
                <a:off x="40469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7" name="Freeform: Shape 1726">
                <a:extLst>
                  <a:ext uri="{FF2B5EF4-FFF2-40B4-BE49-F238E27FC236}">
                    <a16:creationId xmlns:a16="http://schemas.microsoft.com/office/drawing/2014/main" id="{7B5D27CF-A273-4AE1-836F-F3C82D336323}"/>
                  </a:ext>
                </a:extLst>
              </p:cNvPr>
              <p:cNvSpPr/>
              <p:nvPr/>
            </p:nvSpPr>
            <p:spPr>
              <a:xfrm>
                <a:off x="40469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8" name="Freeform: Shape 1727">
                <a:extLst>
                  <a:ext uri="{FF2B5EF4-FFF2-40B4-BE49-F238E27FC236}">
                    <a16:creationId xmlns:a16="http://schemas.microsoft.com/office/drawing/2014/main" id="{490896DD-8D4A-43C1-94B9-C190056D4F95}"/>
                  </a:ext>
                </a:extLst>
              </p:cNvPr>
              <p:cNvSpPr/>
              <p:nvPr/>
            </p:nvSpPr>
            <p:spPr>
              <a:xfrm>
                <a:off x="40469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9" name="Freeform: Shape 1728">
                <a:extLst>
                  <a:ext uri="{FF2B5EF4-FFF2-40B4-BE49-F238E27FC236}">
                    <a16:creationId xmlns:a16="http://schemas.microsoft.com/office/drawing/2014/main" id="{C92F944D-6B89-492A-B207-88FD64D223E7}"/>
                  </a:ext>
                </a:extLst>
              </p:cNvPr>
              <p:cNvSpPr/>
              <p:nvPr/>
            </p:nvSpPr>
            <p:spPr>
              <a:xfrm>
                <a:off x="40469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0" name="Freeform: Shape 1729">
                <a:extLst>
                  <a:ext uri="{FF2B5EF4-FFF2-40B4-BE49-F238E27FC236}">
                    <a16:creationId xmlns:a16="http://schemas.microsoft.com/office/drawing/2014/main" id="{C4189501-763D-45D8-A5FD-42BB73245759}"/>
                  </a:ext>
                </a:extLst>
              </p:cNvPr>
              <p:cNvSpPr/>
              <p:nvPr/>
            </p:nvSpPr>
            <p:spPr>
              <a:xfrm>
                <a:off x="4046950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1" name="Freeform: Shape 1730">
                <a:extLst>
                  <a:ext uri="{FF2B5EF4-FFF2-40B4-BE49-F238E27FC236}">
                    <a16:creationId xmlns:a16="http://schemas.microsoft.com/office/drawing/2014/main" id="{2501CAC7-B41C-4D1A-A7D2-84AF07A5C4DF}"/>
                  </a:ext>
                </a:extLst>
              </p:cNvPr>
              <p:cNvSpPr/>
              <p:nvPr/>
            </p:nvSpPr>
            <p:spPr>
              <a:xfrm>
                <a:off x="40469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2" name="Freeform: Shape 1731">
                <a:extLst>
                  <a:ext uri="{FF2B5EF4-FFF2-40B4-BE49-F238E27FC236}">
                    <a16:creationId xmlns:a16="http://schemas.microsoft.com/office/drawing/2014/main" id="{41129955-9888-4CD7-BA82-9DC6133606A9}"/>
                  </a:ext>
                </a:extLst>
              </p:cNvPr>
              <p:cNvSpPr/>
              <p:nvPr/>
            </p:nvSpPr>
            <p:spPr>
              <a:xfrm>
                <a:off x="41231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3" name="Freeform: Shape 1732">
                <a:extLst>
                  <a:ext uri="{FF2B5EF4-FFF2-40B4-BE49-F238E27FC236}">
                    <a16:creationId xmlns:a16="http://schemas.microsoft.com/office/drawing/2014/main" id="{60F83B33-DD5A-443C-B020-95A9B5AD5112}"/>
                  </a:ext>
                </a:extLst>
              </p:cNvPr>
              <p:cNvSpPr/>
              <p:nvPr/>
            </p:nvSpPr>
            <p:spPr>
              <a:xfrm>
                <a:off x="41231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4" name="Freeform: Shape 1733">
                <a:extLst>
                  <a:ext uri="{FF2B5EF4-FFF2-40B4-BE49-F238E27FC236}">
                    <a16:creationId xmlns:a16="http://schemas.microsoft.com/office/drawing/2014/main" id="{B4EBDCCB-B8AA-4FA5-A1E7-E602565CBA32}"/>
                  </a:ext>
                </a:extLst>
              </p:cNvPr>
              <p:cNvSpPr/>
              <p:nvPr/>
            </p:nvSpPr>
            <p:spPr>
              <a:xfrm>
                <a:off x="41231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5" name="Freeform: Shape 1734">
                <a:extLst>
                  <a:ext uri="{FF2B5EF4-FFF2-40B4-BE49-F238E27FC236}">
                    <a16:creationId xmlns:a16="http://schemas.microsoft.com/office/drawing/2014/main" id="{69B250F5-CD4F-4AF4-839B-9AD69D56C568}"/>
                  </a:ext>
                </a:extLst>
              </p:cNvPr>
              <p:cNvSpPr/>
              <p:nvPr/>
            </p:nvSpPr>
            <p:spPr>
              <a:xfrm>
                <a:off x="41231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6" name="Freeform: Shape 1735">
                <a:extLst>
                  <a:ext uri="{FF2B5EF4-FFF2-40B4-BE49-F238E27FC236}">
                    <a16:creationId xmlns:a16="http://schemas.microsoft.com/office/drawing/2014/main" id="{77967F03-E47E-4340-87F4-58C09AAD1201}"/>
                  </a:ext>
                </a:extLst>
              </p:cNvPr>
              <p:cNvSpPr/>
              <p:nvPr/>
            </p:nvSpPr>
            <p:spPr>
              <a:xfrm>
                <a:off x="41231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7" name="Freeform: Shape 1736">
                <a:extLst>
                  <a:ext uri="{FF2B5EF4-FFF2-40B4-BE49-F238E27FC236}">
                    <a16:creationId xmlns:a16="http://schemas.microsoft.com/office/drawing/2014/main" id="{637BB180-A770-4FD0-902B-3E952B10495A}"/>
                  </a:ext>
                </a:extLst>
              </p:cNvPr>
              <p:cNvSpPr/>
              <p:nvPr/>
            </p:nvSpPr>
            <p:spPr>
              <a:xfrm>
                <a:off x="4123175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8" name="Freeform: Shape 1737">
                <a:extLst>
                  <a:ext uri="{FF2B5EF4-FFF2-40B4-BE49-F238E27FC236}">
                    <a16:creationId xmlns:a16="http://schemas.microsoft.com/office/drawing/2014/main" id="{F409D62F-5B01-4A2F-94C5-371D7B6EC534}"/>
                  </a:ext>
                </a:extLst>
              </p:cNvPr>
              <p:cNvSpPr/>
              <p:nvPr/>
            </p:nvSpPr>
            <p:spPr>
              <a:xfrm>
                <a:off x="41231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9" name="Freeform: Shape 1738">
                <a:extLst>
                  <a:ext uri="{FF2B5EF4-FFF2-40B4-BE49-F238E27FC236}">
                    <a16:creationId xmlns:a16="http://schemas.microsoft.com/office/drawing/2014/main" id="{EAAEB526-6E9A-4D02-B5D5-A243A8225DAD}"/>
                  </a:ext>
                </a:extLst>
              </p:cNvPr>
              <p:cNvSpPr/>
              <p:nvPr/>
            </p:nvSpPr>
            <p:spPr>
              <a:xfrm>
                <a:off x="41231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0" name="Freeform: Shape 1739">
                <a:extLst>
                  <a:ext uri="{FF2B5EF4-FFF2-40B4-BE49-F238E27FC236}">
                    <a16:creationId xmlns:a16="http://schemas.microsoft.com/office/drawing/2014/main" id="{13D2D2DE-CB07-47A6-84F2-DE08645F7FA3}"/>
                  </a:ext>
                </a:extLst>
              </p:cNvPr>
              <p:cNvSpPr/>
              <p:nvPr/>
            </p:nvSpPr>
            <p:spPr>
              <a:xfrm>
                <a:off x="41231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1" name="Freeform: Shape 1740">
                <a:extLst>
                  <a:ext uri="{FF2B5EF4-FFF2-40B4-BE49-F238E27FC236}">
                    <a16:creationId xmlns:a16="http://schemas.microsoft.com/office/drawing/2014/main" id="{EB167CD9-8B93-42EA-A1B4-ECDA02D38132}"/>
                  </a:ext>
                </a:extLst>
              </p:cNvPr>
              <p:cNvSpPr/>
              <p:nvPr/>
            </p:nvSpPr>
            <p:spPr>
              <a:xfrm>
                <a:off x="41231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2" name="Freeform: Shape 1741">
                <a:extLst>
                  <a:ext uri="{FF2B5EF4-FFF2-40B4-BE49-F238E27FC236}">
                    <a16:creationId xmlns:a16="http://schemas.microsoft.com/office/drawing/2014/main" id="{20C9481B-049F-4CFC-A401-EAD1BA773423}"/>
                  </a:ext>
                </a:extLst>
              </p:cNvPr>
              <p:cNvSpPr/>
              <p:nvPr/>
            </p:nvSpPr>
            <p:spPr>
              <a:xfrm>
                <a:off x="41231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3" name="Freeform: Shape 1742">
                <a:extLst>
                  <a:ext uri="{FF2B5EF4-FFF2-40B4-BE49-F238E27FC236}">
                    <a16:creationId xmlns:a16="http://schemas.microsoft.com/office/drawing/2014/main" id="{BBEA0852-78CE-42CB-A485-7F6A85BB2927}"/>
                  </a:ext>
                </a:extLst>
              </p:cNvPr>
              <p:cNvSpPr/>
              <p:nvPr/>
            </p:nvSpPr>
            <p:spPr>
              <a:xfrm>
                <a:off x="412317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4" name="Freeform: Shape 1743">
                <a:extLst>
                  <a:ext uri="{FF2B5EF4-FFF2-40B4-BE49-F238E27FC236}">
                    <a16:creationId xmlns:a16="http://schemas.microsoft.com/office/drawing/2014/main" id="{92D43091-80B5-4627-92EC-EC72740910C5}"/>
                  </a:ext>
                </a:extLst>
              </p:cNvPr>
              <p:cNvSpPr/>
              <p:nvPr/>
            </p:nvSpPr>
            <p:spPr>
              <a:xfrm>
                <a:off x="41994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5" name="Freeform: Shape 1744">
                <a:extLst>
                  <a:ext uri="{FF2B5EF4-FFF2-40B4-BE49-F238E27FC236}">
                    <a16:creationId xmlns:a16="http://schemas.microsoft.com/office/drawing/2014/main" id="{7A069C59-27A2-41E0-B38B-24CB8EB46899}"/>
                  </a:ext>
                </a:extLst>
              </p:cNvPr>
              <p:cNvSpPr/>
              <p:nvPr/>
            </p:nvSpPr>
            <p:spPr>
              <a:xfrm>
                <a:off x="41994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6" name="Freeform: Shape 1745">
                <a:extLst>
                  <a:ext uri="{FF2B5EF4-FFF2-40B4-BE49-F238E27FC236}">
                    <a16:creationId xmlns:a16="http://schemas.microsoft.com/office/drawing/2014/main" id="{883570F9-6341-4247-90B6-2A1D4093723B}"/>
                  </a:ext>
                </a:extLst>
              </p:cNvPr>
              <p:cNvSpPr/>
              <p:nvPr/>
            </p:nvSpPr>
            <p:spPr>
              <a:xfrm>
                <a:off x="41994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7" name="Freeform: Shape 1746">
                <a:extLst>
                  <a:ext uri="{FF2B5EF4-FFF2-40B4-BE49-F238E27FC236}">
                    <a16:creationId xmlns:a16="http://schemas.microsoft.com/office/drawing/2014/main" id="{50FC0130-3E86-4724-8908-B3A9B32411C2}"/>
                  </a:ext>
                </a:extLst>
              </p:cNvPr>
              <p:cNvSpPr/>
              <p:nvPr/>
            </p:nvSpPr>
            <p:spPr>
              <a:xfrm>
                <a:off x="41994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8" name="Freeform: Shape 1747">
                <a:extLst>
                  <a:ext uri="{FF2B5EF4-FFF2-40B4-BE49-F238E27FC236}">
                    <a16:creationId xmlns:a16="http://schemas.microsoft.com/office/drawing/2014/main" id="{7A954362-B356-4D05-89DB-D062EE72F48B}"/>
                  </a:ext>
                </a:extLst>
              </p:cNvPr>
              <p:cNvSpPr/>
              <p:nvPr/>
            </p:nvSpPr>
            <p:spPr>
              <a:xfrm>
                <a:off x="427560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9" name="Freeform: Shape 1748">
                <a:extLst>
                  <a:ext uri="{FF2B5EF4-FFF2-40B4-BE49-F238E27FC236}">
                    <a16:creationId xmlns:a16="http://schemas.microsoft.com/office/drawing/2014/main" id="{C1299DDA-DEB9-4A14-AF1E-CDE5A3B1B9AD}"/>
                  </a:ext>
                </a:extLst>
              </p:cNvPr>
              <p:cNvSpPr/>
              <p:nvPr/>
            </p:nvSpPr>
            <p:spPr>
              <a:xfrm>
                <a:off x="42756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0" name="Freeform: Shape 1749">
                <a:extLst>
                  <a:ext uri="{FF2B5EF4-FFF2-40B4-BE49-F238E27FC236}">
                    <a16:creationId xmlns:a16="http://schemas.microsoft.com/office/drawing/2014/main" id="{919D0373-E667-4971-B850-9B466D03657D}"/>
                  </a:ext>
                </a:extLst>
              </p:cNvPr>
              <p:cNvSpPr/>
              <p:nvPr/>
            </p:nvSpPr>
            <p:spPr>
              <a:xfrm>
                <a:off x="42756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1" name="Freeform: Shape 1750">
                <a:extLst>
                  <a:ext uri="{FF2B5EF4-FFF2-40B4-BE49-F238E27FC236}">
                    <a16:creationId xmlns:a16="http://schemas.microsoft.com/office/drawing/2014/main" id="{D35F2DFD-13B5-4D64-8232-0A274415B33D}"/>
                  </a:ext>
                </a:extLst>
              </p:cNvPr>
              <p:cNvSpPr/>
              <p:nvPr/>
            </p:nvSpPr>
            <p:spPr>
              <a:xfrm>
                <a:off x="42756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2" name="Freeform: Shape 1751">
                <a:extLst>
                  <a:ext uri="{FF2B5EF4-FFF2-40B4-BE49-F238E27FC236}">
                    <a16:creationId xmlns:a16="http://schemas.microsoft.com/office/drawing/2014/main" id="{FDA6920E-47CF-4DC8-BE64-91FE500C04C2}"/>
                  </a:ext>
                </a:extLst>
              </p:cNvPr>
              <p:cNvSpPr/>
              <p:nvPr/>
            </p:nvSpPr>
            <p:spPr>
              <a:xfrm>
                <a:off x="4275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8"/>
                      <a:pt x="6" y="480"/>
                      <a:pt x="6" y="1065"/>
                    </a:cubicBezTo>
                    <a:cubicBezTo>
                      <a:pt x="0" y="1709"/>
                      <a:pt x="527" y="2137"/>
                      <a:pt x="1075" y="2137"/>
                    </a:cubicBezTo>
                    <a:cubicBezTo>
                      <a:pt x="1337" y="2137"/>
                      <a:pt x="1603" y="2039"/>
                      <a:pt x="1818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3" name="Freeform: Shape 1752">
                <a:extLst>
                  <a:ext uri="{FF2B5EF4-FFF2-40B4-BE49-F238E27FC236}">
                    <a16:creationId xmlns:a16="http://schemas.microsoft.com/office/drawing/2014/main" id="{386A00D2-6135-41B1-84D8-FAC0D213E5DD}"/>
                  </a:ext>
                </a:extLst>
              </p:cNvPr>
              <p:cNvSpPr/>
              <p:nvPr/>
            </p:nvSpPr>
            <p:spPr>
              <a:xfrm>
                <a:off x="4199400" y="33233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4" name="Freeform: Shape 1753">
                <a:extLst>
                  <a:ext uri="{FF2B5EF4-FFF2-40B4-BE49-F238E27FC236}">
                    <a16:creationId xmlns:a16="http://schemas.microsoft.com/office/drawing/2014/main" id="{2B4C3915-F531-4DBD-82D1-B507D872FB16}"/>
                  </a:ext>
                </a:extLst>
              </p:cNvPr>
              <p:cNvSpPr/>
              <p:nvPr/>
            </p:nvSpPr>
            <p:spPr>
              <a:xfrm>
                <a:off x="419940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5" name="Freeform: Shape 1754">
                <a:extLst>
                  <a:ext uri="{FF2B5EF4-FFF2-40B4-BE49-F238E27FC236}">
                    <a16:creationId xmlns:a16="http://schemas.microsoft.com/office/drawing/2014/main" id="{D8DF3B80-D0CE-435E-9A60-7A5616E6CA43}"/>
                  </a:ext>
                </a:extLst>
              </p:cNvPr>
              <p:cNvSpPr/>
              <p:nvPr/>
            </p:nvSpPr>
            <p:spPr>
              <a:xfrm>
                <a:off x="4199400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6" name="Freeform: Shape 1755">
                <a:extLst>
                  <a:ext uri="{FF2B5EF4-FFF2-40B4-BE49-F238E27FC236}">
                    <a16:creationId xmlns:a16="http://schemas.microsoft.com/office/drawing/2014/main" id="{574D5BE7-AA31-4B08-A4BA-7473ADE0149F}"/>
                  </a:ext>
                </a:extLst>
              </p:cNvPr>
              <p:cNvSpPr/>
              <p:nvPr/>
            </p:nvSpPr>
            <p:spPr>
              <a:xfrm>
                <a:off x="4199400" y="355192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7" name="Freeform: Shape 1756">
                <a:extLst>
                  <a:ext uri="{FF2B5EF4-FFF2-40B4-BE49-F238E27FC236}">
                    <a16:creationId xmlns:a16="http://schemas.microsoft.com/office/drawing/2014/main" id="{8749E4B0-CECC-426C-8960-FEB31A24A88B}"/>
                  </a:ext>
                </a:extLst>
              </p:cNvPr>
              <p:cNvSpPr/>
              <p:nvPr/>
            </p:nvSpPr>
            <p:spPr>
              <a:xfrm>
                <a:off x="419940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8" name="Freeform: Shape 1757">
                <a:extLst>
                  <a:ext uri="{FF2B5EF4-FFF2-40B4-BE49-F238E27FC236}">
                    <a16:creationId xmlns:a16="http://schemas.microsoft.com/office/drawing/2014/main" id="{DE15F0E0-0458-453E-BDF6-CA16A85939E5}"/>
                  </a:ext>
                </a:extLst>
              </p:cNvPr>
              <p:cNvSpPr/>
              <p:nvPr/>
            </p:nvSpPr>
            <p:spPr>
              <a:xfrm>
                <a:off x="419940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9" name="Freeform: Shape 1758">
                <a:extLst>
                  <a:ext uri="{FF2B5EF4-FFF2-40B4-BE49-F238E27FC236}">
                    <a16:creationId xmlns:a16="http://schemas.microsoft.com/office/drawing/2014/main" id="{1D9DE8F2-9639-4A16-83DE-9529E54B7031}"/>
                  </a:ext>
                </a:extLst>
              </p:cNvPr>
              <p:cNvSpPr/>
              <p:nvPr/>
            </p:nvSpPr>
            <p:spPr>
              <a:xfrm>
                <a:off x="41231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0" name="Freeform: Shape 1759">
                <a:extLst>
                  <a:ext uri="{FF2B5EF4-FFF2-40B4-BE49-F238E27FC236}">
                    <a16:creationId xmlns:a16="http://schemas.microsoft.com/office/drawing/2014/main" id="{7C8CB573-450B-4046-A1D1-2C9FEDEF86AF}"/>
                  </a:ext>
                </a:extLst>
              </p:cNvPr>
              <p:cNvSpPr/>
              <p:nvPr/>
            </p:nvSpPr>
            <p:spPr>
              <a:xfrm>
                <a:off x="41231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1" name="Freeform: Shape 1760">
                <a:extLst>
                  <a:ext uri="{FF2B5EF4-FFF2-40B4-BE49-F238E27FC236}">
                    <a16:creationId xmlns:a16="http://schemas.microsoft.com/office/drawing/2014/main" id="{D1BC5D5A-59EB-41BE-9B4D-0B9AC4129555}"/>
                  </a:ext>
                </a:extLst>
              </p:cNvPr>
              <p:cNvSpPr/>
              <p:nvPr/>
            </p:nvSpPr>
            <p:spPr>
              <a:xfrm>
                <a:off x="4046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2" name="Freeform: Shape 1761">
                <a:extLst>
                  <a:ext uri="{FF2B5EF4-FFF2-40B4-BE49-F238E27FC236}">
                    <a16:creationId xmlns:a16="http://schemas.microsoft.com/office/drawing/2014/main" id="{2593B170-86FA-4040-9BC9-9AC5FEC3CFC9}"/>
                  </a:ext>
                </a:extLst>
              </p:cNvPr>
              <p:cNvSpPr/>
              <p:nvPr/>
            </p:nvSpPr>
            <p:spPr>
              <a:xfrm>
                <a:off x="40469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3" name="Freeform: Shape 1762">
                <a:extLst>
                  <a:ext uri="{FF2B5EF4-FFF2-40B4-BE49-F238E27FC236}">
                    <a16:creationId xmlns:a16="http://schemas.microsoft.com/office/drawing/2014/main" id="{389B82EF-D101-49CC-B71A-4DBE9D5F04B1}"/>
                  </a:ext>
                </a:extLst>
              </p:cNvPr>
              <p:cNvSpPr/>
              <p:nvPr/>
            </p:nvSpPr>
            <p:spPr>
              <a:xfrm>
                <a:off x="40469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4" name="Freeform: Shape 1763">
                <a:extLst>
                  <a:ext uri="{FF2B5EF4-FFF2-40B4-BE49-F238E27FC236}">
                    <a16:creationId xmlns:a16="http://schemas.microsoft.com/office/drawing/2014/main" id="{A32745A5-8F2D-4B5A-A368-2723C9541BAB}"/>
                  </a:ext>
                </a:extLst>
              </p:cNvPr>
              <p:cNvSpPr/>
              <p:nvPr/>
            </p:nvSpPr>
            <p:spPr>
              <a:xfrm>
                <a:off x="40469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5" name="Freeform: Shape 1764">
                <a:extLst>
                  <a:ext uri="{FF2B5EF4-FFF2-40B4-BE49-F238E27FC236}">
                    <a16:creationId xmlns:a16="http://schemas.microsoft.com/office/drawing/2014/main" id="{122B6E44-3D57-408F-A77A-A83C89C13C74}"/>
                  </a:ext>
                </a:extLst>
              </p:cNvPr>
              <p:cNvSpPr/>
              <p:nvPr/>
            </p:nvSpPr>
            <p:spPr>
              <a:xfrm>
                <a:off x="39709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6" name="Freeform: Shape 1765">
                <a:extLst>
                  <a:ext uri="{FF2B5EF4-FFF2-40B4-BE49-F238E27FC236}">
                    <a16:creationId xmlns:a16="http://schemas.microsoft.com/office/drawing/2014/main" id="{9CC6A344-ED40-4E03-B011-4CCB9C36D942}"/>
                  </a:ext>
                </a:extLst>
              </p:cNvPr>
              <p:cNvSpPr/>
              <p:nvPr/>
            </p:nvSpPr>
            <p:spPr>
              <a:xfrm>
                <a:off x="35898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7" name="Freeform: Shape 1766">
                <a:extLst>
                  <a:ext uri="{FF2B5EF4-FFF2-40B4-BE49-F238E27FC236}">
                    <a16:creationId xmlns:a16="http://schemas.microsoft.com/office/drawing/2014/main" id="{4C5985B8-F3F0-4981-B8EF-BE609ECF3732}"/>
                  </a:ext>
                </a:extLst>
              </p:cNvPr>
              <p:cNvSpPr/>
              <p:nvPr/>
            </p:nvSpPr>
            <p:spPr>
              <a:xfrm>
                <a:off x="35898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8" name="Freeform: Shape 1767">
                <a:extLst>
                  <a:ext uri="{FF2B5EF4-FFF2-40B4-BE49-F238E27FC236}">
                    <a16:creationId xmlns:a16="http://schemas.microsoft.com/office/drawing/2014/main" id="{10F12829-59E1-438E-8CA4-7670AD97C64F}"/>
                  </a:ext>
                </a:extLst>
              </p:cNvPr>
              <p:cNvSpPr/>
              <p:nvPr/>
            </p:nvSpPr>
            <p:spPr>
              <a:xfrm>
                <a:off x="358987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9" name="Freeform: Shape 1768">
                <a:extLst>
                  <a:ext uri="{FF2B5EF4-FFF2-40B4-BE49-F238E27FC236}">
                    <a16:creationId xmlns:a16="http://schemas.microsoft.com/office/drawing/2014/main" id="{AD562D78-4257-425F-A0B2-9CFDB825B171}"/>
                  </a:ext>
                </a:extLst>
              </p:cNvPr>
              <p:cNvSpPr/>
              <p:nvPr/>
            </p:nvSpPr>
            <p:spPr>
              <a:xfrm>
                <a:off x="358987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0" name="Freeform: Shape 1769">
                <a:extLst>
                  <a:ext uri="{FF2B5EF4-FFF2-40B4-BE49-F238E27FC236}">
                    <a16:creationId xmlns:a16="http://schemas.microsoft.com/office/drawing/2014/main" id="{DD72CAF1-BEF9-45A7-B9B7-6DB5597E5337}"/>
                  </a:ext>
                </a:extLst>
              </p:cNvPr>
              <p:cNvSpPr/>
              <p:nvPr/>
            </p:nvSpPr>
            <p:spPr>
              <a:xfrm>
                <a:off x="35898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1" name="Freeform: Shape 1770">
                <a:extLst>
                  <a:ext uri="{FF2B5EF4-FFF2-40B4-BE49-F238E27FC236}">
                    <a16:creationId xmlns:a16="http://schemas.microsoft.com/office/drawing/2014/main" id="{7C9A65DA-AB0E-4AD3-BBB0-96DF944CE16B}"/>
                  </a:ext>
                </a:extLst>
              </p:cNvPr>
              <p:cNvSpPr/>
              <p:nvPr/>
            </p:nvSpPr>
            <p:spPr>
              <a:xfrm>
                <a:off x="35898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2" name="Freeform: Shape 1771">
                <a:extLst>
                  <a:ext uri="{FF2B5EF4-FFF2-40B4-BE49-F238E27FC236}">
                    <a16:creationId xmlns:a16="http://schemas.microsoft.com/office/drawing/2014/main" id="{1832B8B9-C816-4FD5-817F-7A35FD0CFAA1}"/>
                  </a:ext>
                </a:extLst>
              </p:cNvPr>
              <p:cNvSpPr/>
              <p:nvPr/>
            </p:nvSpPr>
            <p:spPr>
              <a:xfrm>
                <a:off x="35898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3" name="Freeform: Shape 1772">
                <a:extLst>
                  <a:ext uri="{FF2B5EF4-FFF2-40B4-BE49-F238E27FC236}">
                    <a16:creationId xmlns:a16="http://schemas.microsoft.com/office/drawing/2014/main" id="{990AD775-85DB-45C9-8800-BF25A9DA5697}"/>
                  </a:ext>
                </a:extLst>
              </p:cNvPr>
              <p:cNvSpPr/>
              <p:nvPr/>
            </p:nvSpPr>
            <p:spPr>
              <a:xfrm>
                <a:off x="32852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4" name="Freeform: Shape 1773">
                <a:extLst>
                  <a:ext uri="{FF2B5EF4-FFF2-40B4-BE49-F238E27FC236}">
                    <a16:creationId xmlns:a16="http://schemas.microsoft.com/office/drawing/2014/main" id="{45A1CC54-1153-4D07-805D-6658F8A06A46}"/>
                  </a:ext>
                </a:extLst>
              </p:cNvPr>
              <p:cNvSpPr/>
              <p:nvPr/>
            </p:nvSpPr>
            <p:spPr>
              <a:xfrm>
                <a:off x="32852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5" name="Freeform: Shape 1774">
                <a:extLst>
                  <a:ext uri="{FF2B5EF4-FFF2-40B4-BE49-F238E27FC236}">
                    <a16:creationId xmlns:a16="http://schemas.microsoft.com/office/drawing/2014/main" id="{D4DF792A-50A1-49CB-B4E3-06BB1A70FEF1}"/>
                  </a:ext>
                </a:extLst>
              </p:cNvPr>
              <p:cNvSpPr/>
              <p:nvPr/>
            </p:nvSpPr>
            <p:spPr>
              <a:xfrm>
                <a:off x="32852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6" name="Freeform: Shape 1775">
                <a:extLst>
                  <a:ext uri="{FF2B5EF4-FFF2-40B4-BE49-F238E27FC236}">
                    <a16:creationId xmlns:a16="http://schemas.microsoft.com/office/drawing/2014/main" id="{21D7FBCD-C509-4471-ACBE-B49F2A4EF995}"/>
                  </a:ext>
                </a:extLst>
              </p:cNvPr>
              <p:cNvSpPr/>
              <p:nvPr/>
            </p:nvSpPr>
            <p:spPr>
              <a:xfrm>
                <a:off x="33614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7" name="Freeform: Shape 1776">
                <a:extLst>
                  <a:ext uri="{FF2B5EF4-FFF2-40B4-BE49-F238E27FC236}">
                    <a16:creationId xmlns:a16="http://schemas.microsoft.com/office/drawing/2014/main" id="{85A203FA-1D2E-4E2A-85B3-7043F7B8EDBD}"/>
                  </a:ext>
                </a:extLst>
              </p:cNvPr>
              <p:cNvSpPr/>
              <p:nvPr/>
            </p:nvSpPr>
            <p:spPr>
              <a:xfrm>
                <a:off x="33614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8" name="Freeform: Shape 1777">
                <a:extLst>
                  <a:ext uri="{FF2B5EF4-FFF2-40B4-BE49-F238E27FC236}">
                    <a16:creationId xmlns:a16="http://schemas.microsoft.com/office/drawing/2014/main" id="{0EEB1E46-CCE6-4DA6-8502-44A6D175A536}"/>
                  </a:ext>
                </a:extLst>
              </p:cNvPr>
              <p:cNvSpPr/>
              <p:nvPr/>
            </p:nvSpPr>
            <p:spPr>
              <a:xfrm>
                <a:off x="33614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9" name="Freeform: Shape 1778">
                <a:extLst>
                  <a:ext uri="{FF2B5EF4-FFF2-40B4-BE49-F238E27FC236}">
                    <a16:creationId xmlns:a16="http://schemas.microsoft.com/office/drawing/2014/main" id="{ECAB6882-2370-4341-9219-AC6AA44782CF}"/>
                  </a:ext>
                </a:extLst>
              </p:cNvPr>
              <p:cNvSpPr/>
              <p:nvPr/>
            </p:nvSpPr>
            <p:spPr>
              <a:xfrm>
                <a:off x="336145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0" name="Freeform: Shape 1779">
                <a:extLst>
                  <a:ext uri="{FF2B5EF4-FFF2-40B4-BE49-F238E27FC236}">
                    <a16:creationId xmlns:a16="http://schemas.microsoft.com/office/drawing/2014/main" id="{64935337-1295-4A7E-AAC9-2C0D78D19422}"/>
                  </a:ext>
                </a:extLst>
              </p:cNvPr>
              <p:cNvSpPr/>
              <p:nvPr/>
            </p:nvSpPr>
            <p:spPr>
              <a:xfrm>
                <a:off x="33614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1" name="Freeform: Shape 1780">
                <a:extLst>
                  <a:ext uri="{FF2B5EF4-FFF2-40B4-BE49-F238E27FC236}">
                    <a16:creationId xmlns:a16="http://schemas.microsoft.com/office/drawing/2014/main" id="{ECC2295D-8073-4FEB-9803-71164DE86BAC}"/>
                  </a:ext>
                </a:extLst>
              </p:cNvPr>
              <p:cNvSpPr/>
              <p:nvPr/>
            </p:nvSpPr>
            <p:spPr>
              <a:xfrm>
                <a:off x="34374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2" name="Freeform: Shape 1781">
                <a:extLst>
                  <a:ext uri="{FF2B5EF4-FFF2-40B4-BE49-F238E27FC236}">
                    <a16:creationId xmlns:a16="http://schemas.microsoft.com/office/drawing/2014/main" id="{9A3C2499-AB4D-4BEA-B394-7EC774CB4A90}"/>
                  </a:ext>
                </a:extLst>
              </p:cNvPr>
              <p:cNvSpPr/>
              <p:nvPr/>
            </p:nvSpPr>
            <p:spPr>
              <a:xfrm>
                <a:off x="34374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3" name="Freeform: Shape 1782">
                <a:extLst>
                  <a:ext uri="{FF2B5EF4-FFF2-40B4-BE49-F238E27FC236}">
                    <a16:creationId xmlns:a16="http://schemas.microsoft.com/office/drawing/2014/main" id="{CEDE375B-02EB-4749-9E3E-D5DA95D925EF}"/>
                  </a:ext>
                </a:extLst>
              </p:cNvPr>
              <p:cNvSpPr/>
              <p:nvPr/>
            </p:nvSpPr>
            <p:spPr>
              <a:xfrm>
                <a:off x="34374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4" name="Freeform: Shape 1783">
                <a:extLst>
                  <a:ext uri="{FF2B5EF4-FFF2-40B4-BE49-F238E27FC236}">
                    <a16:creationId xmlns:a16="http://schemas.microsoft.com/office/drawing/2014/main" id="{7957BA11-992B-4A4C-B642-D58C5178B407}"/>
                  </a:ext>
                </a:extLst>
              </p:cNvPr>
              <p:cNvSpPr/>
              <p:nvPr/>
            </p:nvSpPr>
            <p:spPr>
              <a:xfrm>
                <a:off x="34374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5" name="Freeform: Shape 1784">
                <a:extLst>
                  <a:ext uri="{FF2B5EF4-FFF2-40B4-BE49-F238E27FC236}">
                    <a16:creationId xmlns:a16="http://schemas.microsoft.com/office/drawing/2014/main" id="{6B698391-290C-422F-A643-3C536141A631}"/>
                  </a:ext>
                </a:extLst>
              </p:cNvPr>
              <p:cNvSpPr/>
              <p:nvPr/>
            </p:nvSpPr>
            <p:spPr>
              <a:xfrm>
                <a:off x="34374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6" name="Freeform: Shape 1785">
                <a:extLst>
                  <a:ext uri="{FF2B5EF4-FFF2-40B4-BE49-F238E27FC236}">
                    <a16:creationId xmlns:a16="http://schemas.microsoft.com/office/drawing/2014/main" id="{62C895FD-5997-42A7-8C95-DBDC63DC718B}"/>
                  </a:ext>
                </a:extLst>
              </p:cNvPr>
              <p:cNvSpPr/>
              <p:nvPr/>
            </p:nvSpPr>
            <p:spPr>
              <a:xfrm>
                <a:off x="34374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7" name="Freeform: Shape 1786">
                <a:extLst>
                  <a:ext uri="{FF2B5EF4-FFF2-40B4-BE49-F238E27FC236}">
                    <a16:creationId xmlns:a16="http://schemas.microsoft.com/office/drawing/2014/main" id="{35727AFC-7769-4F02-A762-D31A789F9C3B}"/>
                  </a:ext>
                </a:extLst>
              </p:cNvPr>
              <p:cNvSpPr/>
              <p:nvPr/>
            </p:nvSpPr>
            <p:spPr>
              <a:xfrm>
                <a:off x="34374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8" name="Freeform: Shape 1787">
                <a:extLst>
                  <a:ext uri="{FF2B5EF4-FFF2-40B4-BE49-F238E27FC236}">
                    <a16:creationId xmlns:a16="http://schemas.microsoft.com/office/drawing/2014/main" id="{DAE5897A-58ED-47C0-917C-97B111D54427}"/>
                  </a:ext>
                </a:extLst>
              </p:cNvPr>
              <p:cNvSpPr/>
              <p:nvPr/>
            </p:nvSpPr>
            <p:spPr>
              <a:xfrm>
                <a:off x="35136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9" name="Freeform: Shape 1788">
                <a:extLst>
                  <a:ext uri="{FF2B5EF4-FFF2-40B4-BE49-F238E27FC236}">
                    <a16:creationId xmlns:a16="http://schemas.microsoft.com/office/drawing/2014/main" id="{477CF2E6-DEC1-4AA7-A1A7-600078B8C7D6}"/>
                  </a:ext>
                </a:extLst>
              </p:cNvPr>
              <p:cNvSpPr/>
              <p:nvPr/>
            </p:nvSpPr>
            <p:spPr>
              <a:xfrm>
                <a:off x="35136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0" name="Freeform: Shape 1789">
                <a:extLst>
                  <a:ext uri="{FF2B5EF4-FFF2-40B4-BE49-F238E27FC236}">
                    <a16:creationId xmlns:a16="http://schemas.microsoft.com/office/drawing/2014/main" id="{003356C2-69A9-424B-BE52-E4150F70C6FC}"/>
                  </a:ext>
                </a:extLst>
              </p:cNvPr>
              <p:cNvSpPr/>
              <p:nvPr/>
            </p:nvSpPr>
            <p:spPr>
              <a:xfrm>
                <a:off x="35136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1" name="Freeform: Shape 1790">
                <a:extLst>
                  <a:ext uri="{FF2B5EF4-FFF2-40B4-BE49-F238E27FC236}">
                    <a16:creationId xmlns:a16="http://schemas.microsoft.com/office/drawing/2014/main" id="{837D124F-1632-428B-98A3-408E46FDF4E6}"/>
                  </a:ext>
                </a:extLst>
              </p:cNvPr>
              <p:cNvSpPr/>
              <p:nvPr/>
            </p:nvSpPr>
            <p:spPr>
              <a:xfrm>
                <a:off x="35136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2" name="Freeform: Shape 1791">
                <a:extLst>
                  <a:ext uri="{FF2B5EF4-FFF2-40B4-BE49-F238E27FC236}">
                    <a16:creationId xmlns:a16="http://schemas.microsoft.com/office/drawing/2014/main" id="{317C9EA9-A9F6-4265-B399-C29C7D6A863D}"/>
                  </a:ext>
                </a:extLst>
              </p:cNvPr>
              <p:cNvSpPr/>
              <p:nvPr/>
            </p:nvSpPr>
            <p:spPr>
              <a:xfrm>
                <a:off x="35136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3" name="Freeform: Shape 1792">
                <a:extLst>
                  <a:ext uri="{FF2B5EF4-FFF2-40B4-BE49-F238E27FC236}">
                    <a16:creationId xmlns:a16="http://schemas.microsoft.com/office/drawing/2014/main" id="{DC359B6C-8079-4CBD-9C1E-300805338DAE}"/>
                  </a:ext>
                </a:extLst>
              </p:cNvPr>
              <p:cNvSpPr/>
              <p:nvPr/>
            </p:nvSpPr>
            <p:spPr>
              <a:xfrm>
                <a:off x="35136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4" name="Freeform: Shape 1793">
                <a:extLst>
                  <a:ext uri="{FF2B5EF4-FFF2-40B4-BE49-F238E27FC236}">
                    <a16:creationId xmlns:a16="http://schemas.microsoft.com/office/drawing/2014/main" id="{094F0A45-AB5C-4F0E-B569-222A2883A1F6}"/>
                  </a:ext>
                </a:extLst>
              </p:cNvPr>
              <p:cNvSpPr/>
              <p:nvPr/>
            </p:nvSpPr>
            <p:spPr>
              <a:xfrm>
                <a:off x="35136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5" name="Freeform: Shape 1794">
                <a:extLst>
                  <a:ext uri="{FF2B5EF4-FFF2-40B4-BE49-F238E27FC236}">
                    <a16:creationId xmlns:a16="http://schemas.microsoft.com/office/drawing/2014/main" id="{982527A2-436D-4C8F-91E3-AF5C085B6495}"/>
                  </a:ext>
                </a:extLst>
              </p:cNvPr>
              <p:cNvSpPr/>
              <p:nvPr/>
            </p:nvSpPr>
            <p:spPr>
              <a:xfrm>
                <a:off x="35136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6" name="Freeform: Shape 1795">
                <a:extLst>
                  <a:ext uri="{FF2B5EF4-FFF2-40B4-BE49-F238E27FC236}">
                    <a16:creationId xmlns:a16="http://schemas.microsoft.com/office/drawing/2014/main" id="{6C60A226-CE5E-4367-AA93-40DAE237EE2A}"/>
                  </a:ext>
                </a:extLst>
              </p:cNvPr>
              <p:cNvSpPr/>
              <p:nvPr/>
            </p:nvSpPr>
            <p:spPr>
              <a:xfrm>
                <a:off x="35898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7" name="Freeform: Shape 1796">
                <a:extLst>
                  <a:ext uri="{FF2B5EF4-FFF2-40B4-BE49-F238E27FC236}">
                    <a16:creationId xmlns:a16="http://schemas.microsoft.com/office/drawing/2014/main" id="{54ABD0E9-98BA-4F86-851A-624DEF8973F2}"/>
                  </a:ext>
                </a:extLst>
              </p:cNvPr>
              <p:cNvSpPr/>
              <p:nvPr/>
            </p:nvSpPr>
            <p:spPr>
              <a:xfrm>
                <a:off x="366610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8" name="Freeform: Shape 1797">
                <a:extLst>
                  <a:ext uri="{FF2B5EF4-FFF2-40B4-BE49-F238E27FC236}">
                    <a16:creationId xmlns:a16="http://schemas.microsoft.com/office/drawing/2014/main" id="{B171EE54-0CEB-4672-90D1-6B2219D688EF}"/>
                  </a:ext>
                </a:extLst>
              </p:cNvPr>
              <p:cNvSpPr/>
              <p:nvPr/>
            </p:nvSpPr>
            <p:spPr>
              <a:xfrm>
                <a:off x="366610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9" name="Freeform: Shape 1798">
                <a:extLst>
                  <a:ext uri="{FF2B5EF4-FFF2-40B4-BE49-F238E27FC236}">
                    <a16:creationId xmlns:a16="http://schemas.microsoft.com/office/drawing/2014/main" id="{A32D260A-B662-4B6C-B7CE-ED832AE5305B}"/>
                  </a:ext>
                </a:extLst>
              </p:cNvPr>
              <p:cNvSpPr/>
              <p:nvPr/>
            </p:nvSpPr>
            <p:spPr>
              <a:xfrm>
                <a:off x="36661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0" name="Freeform: Shape 1799">
                <a:extLst>
                  <a:ext uri="{FF2B5EF4-FFF2-40B4-BE49-F238E27FC236}">
                    <a16:creationId xmlns:a16="http://schemas.microsoft.com/office/drawing/2014/main" id="{DCE7048A-3278-4786-9418-613669B6C1F6}"/>
                  </a:ext>
                </a:extLst>
              </p:cNvPr>
              <p:cNvSpPr/>
              <p:nvPr/>
            </p:nvSpPr>
            <p:spPr>
              <a:xfrm>
                <a:off x="36661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1" name="Freeform: Shape 1800">
                <a:extLst>
                  <a:ext uri="{FF2B5EF4-FFF2-40B4-BE49-F238E27FC236}">
                    <a16:creationId xmlns:a16="http://schemas.microsoft.com/office/drawing/2014/main" id="{B35D78A3-01E0-4040-912D-938BBC6F512D}"/>
                  </a:ext>
                </a:extLst>
              </p:cNvPr>
              <p:cNvSpPr/>
              <p:nvPr/>
            </p:nvSpPr>
            <p:spPr>
              <a:xfrm>
                <a:off x="36661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2" name="Freeform: Shape 1801">
                <a:extLst>
                  <a:ext uri="{FF2B5EF4-FFF2-40B4-BE49-F238E27FC236}">
                    <a16:creationId xmlns:a16="http://schemas.microsoft.com/office/drawing/2014/main" id="{1EB12F6C-E2B2-4EA0-9609-C00C34281EB9}"/>
                  </a:ext>
                </a:extLst>
              </p:cNvPr>
              <p:cNvSpPr/>
              <p:nvPr/>
            </p:nvSpPr>
            <p:spPr>
              <a:xfrm>
                <a:off x="36661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3" name="Freeform: Shape 1802">
                <a:extLst>
                  <a:ext uri="{FF2B5EF4-FFF2-40B4-BE49-F238E27FC236}">
                    <a16:creationId xmlns:a16="http://schemas.microsoft.com/office/drawing/2014/main" id="{40807030-E291-4FA7-A86B-3FD473416A13}"/>
                  </a:ext>
                </a:extLst>
              </p:cNvPr>
              <p:cNvSpPr/>
              <p:nvPr/>
            </p:nvSpPr>
            <p:spPr>
              <a:xfrm>
                <a:off x="36661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4" name="Freeform: Shape 1803">
                <a:extLst>
                  <a:ext uri="{FF2B5EF4-FFF2-40B4-BE49-F238E27FC236}">
                    <a16:creationId xmlns:a16="http://schemas.microsoft.com/office/drawing/2014/main" id="{5AB8AFCD-FA35-428C-8167-C690C63FE556}"/>
                  </a:ext>
                </a:extLst>
              </p:cNvPr>
              <p:cNvSpPr/>
              <p:nvPr/>
            </p:nvSpPr>
            <p:spPr>
              <a:xfrm>
                <a:off x="37423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5" name="Freeform: Shape 1804">
                <a:extLst>
                  <a:ext uri="{FF2B5EF4-FFF2-40B4-BE49-F238E27FC236}">
                    <a16:creationId xmlns:a16="http://schemas.microsoft.com/office/drawing/2014/main" id="{FB1D2FF6-B969-44FA-948B-9D97CFA9425E}"/>
                  </a:ext>
                </a:extLst>
              </p:cNvPr>
              <p:cNvSpPr/>
              <p:nvPr/>
            </p:nvSpPr>
            <p:spPr>
              <a:xfrm>
                <a:off x="37423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6" name="Freeform: Shape 1805">
                <a:extLst>
                  <a:ext uri="{FF2B5EF4-FFF2-40B4-BE49-F238E27FC236}">
                    <a16:creationId xmlns:a16="http://schemas.microsoft.com/office/drawing/2014/main" id="{5ECD7852-96C7-435B-8CAF-02533B1179DA}"/>
                  </a:ext>
                </a:extLst>
              </p:cNvPr>
              <p:cNvSpPr/>
              <p:nvPr/>
            </p:nvSpPr>
            <p:spPr>
              <a:xfrm>
                <a:off x="37423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7" name="Freeform: Shape 1806">
                <a:extLst>
                  <a:ext uri="{FF2B5EF4-FFF2-40B4-BE49-F238E27FC236}">
                    <a16:creationId xmlns:a16="http://schemas.microsoft.com/office/drawing/2014/main" id="{6A1420C1-DB6B-43DB-89F0-E679CEB0EABD}"/>
                  </a:ext>
                </a:extLst>
              </p:cNvPr>
              <p:cNvSpPr/>
              <p:nvPr/>
            </p:nvSpPr>
            <p:spPr>
              <a:xfrm>
                <a:off x="37423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8" name="Freeform: Shape 1807">
                <a:extLst>
                  <a:ext uri="{FF2B5EF4-FFF2-40B4-BE49-F238E27FC236}">
                    <a16:creationId xmlns:a16="http://schemas.microsoft.com/office/drawing/2014/main" id="{09E517D8-455B-4A75-83B7-4FD016210672}"/>
                  </a:ext>
                </a:extLst>
              </p:cNvPr>
              <p:cNvSpPr/>
              <p:nvPr/>
            </p:nvSpPr>
            <p:spPr>
              <a:xfrm>
                <a:off x="3742300" y="30186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9" name="Freeform: Shape 1808">
                <a:extLst>
                  <a:ext uri="{FF2B5EF4-FFF2-40B4-BE49-F238E27FC236}">
                    <a16:creationId xmlns:a16="http://schemas.microsoft.com/office/drawing/2014/main" id="{96FD5AC0-37F8-4231-BF59-127DEE010C29}"/>
                  </a:ext>
                </a:extLst>
              </p:cNvPr>
              <p:cNvSpPr/>
              <p:nvPr/>
            </p:nvSpPr>
            <p:spPr>
              <a:xfrm>
                <a:off x="37423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0" name="Freeform: Shape 1809">
                <a:extLst>
                  <a:ext uri="{FF2B5EF4-FFF2-40B4-BE49-F238E27FC236}">
                    <a16:creationId xmlns:a16="http://schemas.microsoft.com/office/drawing/2014/main" id="{7A9BEA67-4E51-4EC9-81A3-891F0222C8BE}"/>
                  </a:ext>
                </a:extLst>
              </p:cNvPr>
              <p:cNvSpPr/>
              <p:nvPr/>
            </p:nvSpPr>
            <p:spPr>
              <a:xfrm>
                <a:off x="374230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5"/>
                      <a:pt x="528" y="2131"/>
                      <a:pt x="1076" y="2131"/>
                    </a:cubicBezTo>
                    <a:cubicBezTo>
                      <a:pt x="1335" y="2131"/>
                      <a:pt x="1599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1" name="Freeform: Shape 1810">
                <a:extLst>
                  <a:ext uri="{FF2B5EF4-FFF2-40B4-BE49-F238E27FC236}">
                    <a16:creationId xmlns:a16="http://schemas.microsoft.com/office/drawing/2014/main" id="{4C33010E-A309-4C2E-9984-179A7DCD863C}"/>
                  </a:ext>
                </a:extLst>
              </p:cNvPr>
              <p:cNvSpPr/>
              <p:nvPr/>
            </p:nvSpPr>
            <p:spPr>
              <a:xfrm>
                <a:off x="37423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2" name="Freeform: Shape 1811">
                <a:extLst>
                  <a:ext uri="{FF2B5EF4-FFF2-40B4-BE49-F238E27FC236}">
                    <a16:creationId xmlns:a16="http://schemas.microsoft.com/office/drawing/2014/main" id="{D14CCD86-505F-467C-93B1-D00FBF419BEF}"/>
                  </a:ext>
                </a:extLst>
              </p:cNvPr>
              <p:cNvSpPr/>
              <p:nvPr/>
            </p:nvSpPr>
            <p:spPr>
              <a:xfrm>
                <a:off x="38185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3" name="Freeform: Shape 1812">
                <a:extLst>
                  <a:ext uri="{FF2B5EF4-FFF2-40B4-BE49-F238E27FC236}">
                    <a16:creationId xmlns:a16="http://schemas.microsoft.com/office/drawing/2014/main" id="{06A5DC91-AE23-45A3-AED6-F32CB8692E63}"/>
                  </a:ext>
                </a:extLst>
              </p:cNvPr>
              <p:cNvSpPr/>
              <p:nvPr/>
            </p:nvSpPr>
            <p:spPr>
              <a:xfrm>
                <a:off x="38185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4" name="Freeform: Shape 1813">
                <a:extLst>
                  <a:ext uri="{FF2B5EF4-FFF2-40B4-BE49-F238E27FC236}">
                    <a16:creationId xmlns:a16="http://schemas.microsoft.com/office/drawing/2014/main" id="{BFE4EF59-5E2E-4DA4-8054-FF935390CC68}"/>
                  </a:ext>
                </a:extLst>
              </p:cNvPr>
              <p:cNvSpPr/>
              <p:nvPr/>
            </p:nvSpPr>
            <p:spPr>
              <a:xfrm>
                <a:off x="38185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5" name="Freeform: Shape 1814">
                <a:extLst>
                  <a:ext uri="{FF2B5EF4-FFF2-40B4-BE49-F238E27FC236}">
                    <a16:creationId xmlns:a16="http://schemas.microsoft.com/office/drawing/2014/main" id="{9091771F-1EBC-41EC-B37A-29A3545AA0D8}"/>
                  </a:ext>
                </a:extLst>
              </p:cNvPr>
              <p:cNvSpPr/>
              <p:nvPr/>
            </p:nvSpPr>
            <p:spPr>
              <a:xfrm>
                <a:off x="38185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6" name="Freeform: Shape 1815">
                <a:extLst>
                  <a:ext uri="{FF2B5EF4-FFF2-40B4-BE49-F238E27FC236}">
                    <a16:creationId xmlns:a16="http://schemas.microsoft.com/office/drawing/2014/main" id="{5D01782B-A287-441A-B530-F36B89B5A9E4}"/>
                  </a:ext>
                </a:extLst>
              </p:cNvPr>
              <p:cNvSpPr/>
              <p:nvPr/>
            </p:nvSpPr>
            <p:spPr>
              <a:xfrm>
                <a:off x="38185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7" name="Freeform: Shape 1816">
                <a:extLst>
                  <a:ext uri="{FF2B5EF4-FFF2-40B4-BE49-F238E27FC236}">
                    <a16:creationId xmlns:a16="http://schemas.microsoft.com/office/drawing/2014/main" id="{4E59E8CE-59CE-490E-9BCB-EA5234438229}"/>
                  </a:ext>
                </a:extLst>
              </p:cNvPr>
              <p:cNvSpPr/>
              <p:nvPr/>
            </p:nvSpPr>
            <p:spPr>
              <a:xfrm>
                <a:off x="38185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8" name="Freeform: Shape 1817">
                <a:extLst>
                  <a:ext uri="{FF2B5EF4-FFF2-40B4-BE49-F238E27FC236}">
                    <a16:creationId xmlns:a16="http://schemas.microsoft.com/office/drawing/2014/main" id="{DF0E15CB-8182-4EDB-91DD-7824A5FDC755}"/>
                  </a:ext>
                </a:extLst>
              </p:cNvPr>
              <p:cNvSpPr/>
              <p:nvPr/>
            </p:nvSpPr>
            <p:spPr>
              <a:xfrm>
                <a:off x="38185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9" name="Freeform: Shape 1818">
                <a:extLst>
                  <a:ext uri="{FF2B5EF4-FFF2-40B4-BE49-F238E27FC236}">
                    <a16:creationId xmlns:a16="http://schemas.microsoft.com/office/drawing/2014/main" id="{D01CFB00-05E8-4DE3-A433-43B9DCB68C37}"/>
                  </a:ext>
                </a:extLst>
              </p:cNvPr>
              <p:cNvSpPr/>
              <p:nvPr/>
            </p:nvSpPr>
            <p:spPr>
              <a:xfrm>
                <a:off x="381852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0" name="Freeform: Shape 1819">
                <a:extLst>
                  <a:ext uri="{FF2B5EF4-FFF2-40B4-BE49-F238E27FC236}">
                    <a16:creationId xmlns:a16="http://schemas.microsoft.com/office/drawing/2014/main" id="{8D1D6F29-E1CC-4DDE-A930-EB2BB7B7A52F}"/>
                  </a:ext>
                </a:extLst>
              </p:cNvPr>
              <p:cNvSpPr/>
              <p:nvPr/>
            </p:nvSpPr>
            <p:spPr>
              <a:xfrm>
                <a:off x="38185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1" name="Freeform: Shape 1820">
                <a:extLst>
                  <a:ext uri="{FF2B5EF4-FFF2-40B4-BE49-F238E27FC236}">
                    <a16:creationId xmlns:a16="http://schemas.microsoft.com/office/drawing/2014/main" id="{302443A7-7326-407D-8B29-87297D427702}"/>
                  </a:ext>
                </a:extLst>
              </p:cNvPr>
              <p:cNvSpPr/>
              <p:nvPr/>
            </p:nvSpPr>
            <p:spPr>
              <a:xfrm>
                <a:off x="38185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2" name="Freeform: Shape 1821">
                <a:extLst>
                  <a:ext uri="{FF2B5EF4-FFF2-40B4-BE49-F238E27FC236}">
                    <a16:creationId xmlns:a16="http://schemas.microsoft.com/office/drawing/2014/main" id="{95A3EDA7-B71B-47DD-B65D-F8F3C0FC64B1}"/>
                  </a:ext>
                </a:extLst>
              </p:cNvPr>
              <p:cNvSpPr/>
              <p:nvPr/>
            </p:nvSpPr>
            <p:spPr>
              <a:xfrm>
                <a:off x="38947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3" name="Freeform: Shape 1822">
                <a:extLst>
                  <a:ext uri="{FF2B5EF4-FFF2-40B4-BE49-F238E27FC236}">
                    <a16:creationId xmlns:a16="http://schemas.microsoft.com/office/drawing/2014/main" id="{85C3A108-BC07-4A2F-A0A9-276C372EF02E}"/>
                  </a:ext>
                </a:extLst>
              </p:cNvPr>
              <p:cNvSpPr/>
              <p:nvPr/>
            </p:nvSpPr>
            <p:spPr>
              <a:xfrm>
                <a:off x="38947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4" name="Freeform: Shape 1823">
                <a:extLst>
                  <a:ext uri="{FF2B5EF4-FFF2-40B4-BE49-F238E27FC236}">
                    <a16:creationId xmlns:a16="http://schemas.microsoft.com/office/drawing/2014/main" id="{E53FFC1D-574E-4DF1-86B8-9AB17C2132BF}"/>
                  </a:ext>
                </a:extLst>
              </p:cNvPr>
              <p:cNvSpPr/>
              <p:nvPr/>
            </p:nvSpPr>
            <p:spPr>
              <a:xfrm>
                <a:off x="3894725" y="385677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5" name="Freeform: Shape 1824">
                <a:extLst>
                  <a:ext uri="{FF2B5EF4-FFF2-40B4-BE49-F238E27FC236}">
                    <a16:creationId xmlns:a16="http://schemas.microsoft.com/office/drawing/2014/main" id="{B51F4D41-BC7F-4656-B500-F4304FA90AC6}"/>
                  </a:ext>
                </a:extLst>
              </p:cNvPr>
              <p:cNvSpPr/>
              <p:nvPr/>
            </p:nvSpPr>
            <p:spPr>
              <a:xfrm>
                <a:off x="38947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6" name="Freeform: Shape 1825">
                <a:extLst>
                  <a:ext uri="{FF2B5EF4-FFF2-40B4-BE49-F238E27FC236}">
                    <a16:creationId xmlns:a16="http://schemas.microsoft.com/office/drawing/2014/main" id="{FF920F6B-65B0-493F-9173-341FEFE4EB57}"/>
                  </a:ext>
                </a:extLst>
              </p:cNvPr>
              <p:cNvSpPr/>
              <p:nvPr/>
            </p:nvSpPr>
            <p:spPr>
              <a:xfrm>
                <a:off x="38947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7" name="Freeform: Shape 1826">
                <a:extLst>
                  <a:ext uri="{FF2B5EF4-FFF2-40B4-BE49-F238E27FC236}">
                    <a16:creationId xmlns:a16="http://schemas.microsoft.com/office/drawing/2014/main" id="{FA18A883-0199-4D5D-ACA2-7D54374047AE}"/>
                  </a:ext>
                </a:extLst>
              </p:cNvPr>
              <p:cNvSpPr/>
              <p:nvPr/>
            </p:nvSpPr>
            <p:spPr>
              <a:xfrm>
                <a:off x="38947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8" name="Freeform: Shape 1827">
                <a:extLst>
                  <a:ext uri="{FF2B5EF4-FFF2-40B4-BE49-F238E27FC236}">
                    <a16:creationId xmlns:a16="http://schemas.microsoft.com/office/drawing/2014/main" id="{180B7F0F-C03F-43B8-A7F8-DBBF5852BC5D}"/>
                  </a:ext>
                </a:extLst>
              </p:cNvPr>
              <p:cNvSpPr/>
              <p:nvPr/>
            </p:nvSpPr>
            <p:spPr>
              <a:xfrm>
                <a:off x="3894725" y="355192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9" name="Freeform: Shape 1828">
                <a:extLst>
                  <a:ext uri="{FF2B5EF4-FFF2-40B4-BE49-F238E27FC236}">
                    <a16:creationId xmlns:a16="http://schemas.microsoft.com/office/drawing/2014/main" id="{F11278EE-7128-4B06-BBA0-0ADFE5775A7C}"/>
                  </a:ext>
                </a:extLst>
              </p:cNvPr>
              <p:cNvSpPr/>
              <p:nvPr/>
            </p:nvSpPr>
            <p:spPr>
              <a:xfrm>
                <a:off x="38947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0" name="Freeform: Shape 1829">
                <a:extLst>
                  <a:ext uri="{FF2B5EF4-FFF2-40B4-BE49-F238E27FC236}">
                    <a16:creationId xmlns:a16="http://schemas.microsoft.com/office/drawing/2014/main" id="{C5308469-4325-43BE-B9D6-FEFA2D42E612}"/>
                  </a:ext>
                </a:extLst>
              </p:cNvPr>
              <p:cNvSpPr/>
              <p:nvPr/>
            </p:nvSpPr>
            <p:spPr>
              <a:xfrm>
                <a:off x="38947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1" name="Freeform: Shape 1830">
                <a:extLst>
                  <a:ext uri="{FF2B5EF4-FFF2-40B4-BE49-F238E27FC236}">
                    <a16:creationId xmlns:a16="http://schemas.microsoft.com/office/drawing/2014/main" id="{F48D5EEB-41CE-4BF7-AB91-32C8F1DE5987}"/>
                  </a:ext>
                </a:extLst>
              </p:cNvPr>
              <p:cNvSpPr/>
              <p:nvPr/>
            </p:nvSpPr>
            <p:spPr>
              <a:xfrm>
                <a:off x="389460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2" name="Freeform: Shape 1831">
                <a:extLst>
                  <a:ext uri="{FF2B5EF4-FFF2-40B4-BE49-F238E27FC236}">
                    <a16:creationId xmlns:a16="http://schemas.microsoft.com/office/drawing/2014/main" id="{A471A513-2877-423D-819E-AE4D948F75E7}"/>
                  </a:ext>
                </a:extLst>
              </p:cNvPr>
              <p:cNvSpPr/>
              <p:nvPr/>
            </p:nvSpPr>
            <p:spPr>
              <a:xfrm>
                <a:off x="38947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3" name="Freeform: Shape 1832">
                <a:extLst>
                  <a:ext uri="{FF2B5EF4-FFF2-40B4-BE49-F238E27FC236}">
                    <a16:creationId xmlns:a16="http://schemas.microsoft.com/office/drawing/2014/main" id="{23324256-F812-43D5-9436-A55ABEFABA38}"/>
                  </a:ext>
                </a:extLst>
              </p:cNvPr>
              <p:cNvSpPr/>
              <p:nvPr/>
            </p:nvSpPr>
            <p:spPr>
              <a:xfrm>
                <a:off x="38947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4" name="Freeform: Shape 1833">
                <a:extLst>
                  <a:ext uri="{FF2B5EF4-FFF2-40B4-BE49-F238E27FC236}">
                    <a16:creationId xmlns:a16="http://schemas.microsoft.com/office/drawing/2014/main" id="{66804092-B4A5-4B21-9E35-AF407CDA844B}"/>
                  </a:ext>
                </a:extLst>
              </p:cNvPr>
              <p:cNvSpPr/>
              <p:nvPr/>
            </p:nvSpPr>
            <p:spPr>
              <a:xfrm>
                <a:off x="38947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5" name="Freeform: Shape 1834">
                <a:extLst>
                  <a:ext uri="{FF2B5EF4-FFF2-40B4-BE49-F238E27FC236}">
                    <a16:creationId xmlns:a16="http://schemas.microsoft.com/office/drawing/2014/main" id="{55804078-E4E8-4796-8EE7-1677E7E68417}"/>
                  </a:ext>
                </a:extLst>
              </p:cNvPr>
              <p:cNvSpPr/>
              <p:nvPr/>
            </p:nvSpPr>
            <p:spPr>
              <a:xfrm>
                <a:off x="38947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6" name="Freeform: Shape 1835">
                <a:extLst>
                  <a:ext uri="{FF2B5EF4-FFF2-40B4-BE49-F238E27FC236}">
                    <a16:creationId xmlns:a16="http://schemas.microsoft.com/office/drawing/2014/main" id="{FF2B5821-2735-460D-976A-9BFC29EBBEFB}"/>
                  </a:ext>
                </a:extLst>
              </p:cNvPr>
              <p:cNvSpPr/>
              <p:nvPr/>
            </p:nvSpPr>
            <p:spPr>
              <a:xfrm>
                <a:off x="38947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7" name="Freeform: Shape 1836">
                <a:extLst>
                  <a:ext uri="{FF2B5EF4-FFF2-40B4-BE49-F238E27FC236}">
                    <a16:creationId xmlns:a16="http://schemas.microsoft.com/office/drawing/2014/main" id="{9DCF4203-E6C1-440D-9C2A-2FFBEFCB318F}"/>
                  </a:ext>
                </a:extLst>
              </p:cNvPr>
              <p:cNvSpPr/>
              <p:nvPr/>
            </p:nvSpPr>
            <p:spPr>
              <a:xfrm>
                <a:off x="38947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8" name="Freeform: Shape 1837">
                <a:extLst>
                  <a:ext uri="{FF2B5EF4-FFF2-40B4-BE49-F238E27FC236}">
                    <a16:creationId xmlns:a16="http://schemas.microsoft.com/office/drawing/2014/main" id="{7786AB20-195A-4B35-9CBE-934A85D6874A}"/>
                  </a:ext>
                </a:extLst>
              </p:cNvPr>
              <p:cNvSpPr/>
              <p:nvPr/>
            </p:nvSpPr>
            <p:spPr>
              <a:xfrm>
                <a:off x="38185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9" name="Freeform: Shape 1838">
                <a:extLst>
                  <a:ext uri="{FF2B5EF4-FFF2-40B4-BE49-F238E27FC236}">
                    <a16:creationId xmlns:a16="http://schemas.microsoft.com/office/drawing/2014/main" id="{40426358-9B05-491B-92FE-C028C62912BA}"/>
                  </a:ext>
                </a:extLst>
              </p:cNvPr>
              <p:cNvSpPr/>
              <p:nvPr/>
            </p:nvSpPr>
            <p:spPr>
              <a:xfrm>
                <a:off x="3742300" y="2866425"/>
                <a:ext cx="62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29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1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0" name="Freeform: Shape 1839">
                <a:extLst>
                  <a:ext uri="{FF2B5EF4-FFF2-40B4-BE49-F238E27FC236}">
                    <a16:creationId xmlns:a16="http://schemas.microsoft.com/office/drawing/2014/main" id="{4EBC8DA2-572A-4BBC-9087-6C22BB5426F9}"/>
                  </a:ext>
                </a:extLst>
              </p:cNvPr>
              <p:cNvSpPr/>
              <p:nvPr/>
            </p:nvSpPr>
            <p:spPr>
              <a:xfrm>
                <a:off x="36661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1" name="Freeform: Shape 1840">
                <a:extLst>
                  <a:ext uri="{FF2B5EF4-FFF2-40B4-BE49-F238E27FC236}">
                    <a16:creationId xmlns:a16="http://schemas.microsoft.com/office/drawing/2014/main" id="{8BEE7849-39E6-496B-A57F-75B059C3052E}"/>
                  </a:ext>
                </a:extLst>
              </p:cNvPr>
              <p:cNvSpPr/>
              <p:nvPr/>
            </p:nvSpPr>
            <p:spPr>
              <a:xfrm>
                <a:off x="450405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2" name="Freeform: Shape 1841">
                <a:extLst>
                  <a:ext uri="{FF2B5EF4-FFF2-40B4-BE49-F238E27FC236}">
                    <a16:creationId xmlns:a16="http://schemas.microsoft.com/office/drawing/2014/main" id="{2472CB48-2121-4D44-BF86-70CBAF36D644}"/>
                  </a:ext>
                </a:extLst>
              </p:cNvPr>
              <p:cNvSpPr/>
              <p:nvPr/>
            </p:nvSpPr>
            <p:spPr>
              <a:xfrm>
                <a:off x="4504050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3" name="Freeform: Shape 1842">
                <a:extLst>
                  <a:ext uri="{FF2B5EF4-FFF2-40B4-BE49-F238E27FC236}">
                    <a16:creationId xmlns:a16="http://schemas.microsoft.com/office/drawing/2014/main" id="{081BBA1A-F98C-4B2F-A1C4-359BD90E6A72}"/>
                  </a:ext>
                </a:extLst>
              </p:cNvPr>
              <p:cNvSpPr/>
              <p:nvPr/>
            </p:nvSpPr>
            <p:spPr>
              <a:xfrm>
                <a:off x="45040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4" name="Freeform: Shape 1843">
                <a:extLst>
                  <a:ext uri="{FF2B5EF4-FFF2-40B4-BE49-F238E27FC236}">
                    <a16:creationId xmlns:a16="http://schemas.microsoft.com/office/drawing/2014/main" id="{7EE086A2-7E51-4CCA-8F34-3F03966522FA}"/>
                  </a:ext>
                </a:extLst>
              </p:cNvPr>
              <p:cNvSpPr/>
              <p:nvPr/>
            </p:nvSpPr>
            <p:spPr>
              <a:xfrm>
                <a:off x="44278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5" name="Freeform: Shape 1844">
                <a:extLst>
                  <a:ext uri="{FF2B5EF4-FFF2-40B4-BE49-F238E27FC236}">
                    <a16:creationId xmlns:a16="http://schemas.microsoft.com/office/drawing/2014/main" id="{947F1A78-2E37-44E0-A52F-798CB8F3FB04}"/>
                  </a:ext>
                </a:extLst>
              </p:cNvPr>
              <p:cNvSpPr/>
              <p:nvPr/>
            </p:nvSpPr>
            <p:spPr>
              <a:xfrm>
                <a:off x="44278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6" name="Freeform: Shape 1845">
                <a:extLst>
                  <a:ext uri="{FF2B5EF4-FFF2-40B4-BE49-F238E27FC236}">
                    <a16:creationId xmlns:a16="http://schemas.microsoft.com/office/drawing/2014/main" id="{2C353565-A775-43C3-B728-0B5A0B8F92CA}"/>
                  </a:ext>
                </a:extLst>
              </p:cNvPr>
              <p:cNvSpPr/>
              <p:nvPr/>
            </p:nvSpPr>
            <p:spPr>
              <a:xfrm>
                <a:off x="44278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7" name="Freeform: Shape 1846">
                <a:extLst>
                  <a:ext uri="{FF2B5EF4-FFF2-40B4-BE49-F238E27FC236}">
                    <a16:creationId xmlns:a16="http://schemas.microsoft.com/office/drawing/2014/main" id="{F3A9E168-1686-4EA0-B696-1EBDF0DA9CD0}"/>
                  </a:ext>
                </a:extLst>
              </p:cNvPr>
              <p:cNvSpPr/>
              <p:nvPr/>
            </p:nvSpPr>
            <p:spPr>
              <a:xfrm>
                <a:off x="442782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8" name="Freeform: Shape 1847">
                <a:extLst>
                  <a:ext uri="{FF2B5EF4-FFF2-40B4-BE49-F238E27FC236}">
                    <a16:creationId xmlns:a16="http://schemas.microsoft.com/office/drawing/2014/main" id="{5638C035-ABB8-463B-962A-604AD2F1BD97}"/>
                  </a:ext>
                </a:extLst>
              </p:cNvPr>
              <p:cNvSpPr/>
              <p:nvPr/>
            </p:nvSpPr>
            <p:spPr>
              <a:xfrm>
                <a:off x="442782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9" name="Freeform: Shape 1848">
                <a:extLst>
                  <a:ext uri="{FF2B5EF4-FFF2-40B4-BE49-F238E27FC236}">
                    <a16:creationId xmlns:a16="http://schemas.microsoft.com/office/drawing/2014/main" id="{7ABD18AB-1E03-4104-B5FF-810192BEF414}"/>
                  </a:ext>
                </a:extLst>
              </p:cNvPr>
              <p:cNvSpPr/>
              <p:nvPr/>
            </p:nvSpPr>
            <p:spPr>
              <a:xfrm>
                <a:off x="43516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0" name="Freeform: Shape 1849">
                <a:extLst>
                  <a:ext uri="{FF2B5EF4-FFF2-40B4-BE49-F238E27FC236}">
                    <a16:creationId xmlns:a16="http://schemas.microsoft.com/office/drawing/2014/main" id="{A8FF45A1-8A2C-4521-B900-C5082DF96DDD}"/>
                  </a:ext>
                </a:extLst>
              </p:cNvPr>
              <p:cNvSpPr/>
              <p:nvPr/>
            </p:nvSpPr>
            <p:spPr>
              <a:xfrm>
                <a:off x="43516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1" name="Freeform: Shape 1850">
                <a:extLst>
                  <a:ext uri="{FF2B5EF4-FFF2-40B4-BE49-F238E27FC236}">
                    <a16:creationId xmlns:a16="http://schemas.microsoft.com/office/drawing/2014/main" id="{2B3F205B-2CE8-4B35-9B0E-9EB3D9E2CF1E}"/>
                  </a:ext>
                </a:extLst>
              </p:cNvPr>
              <p:cNvSpPr/>
              <p:nvPr/>
            </p:nvSpPr>
            <p:spPr>
              <a:xfrm>
                <a:off x="43516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2" name="Freeform: Shape 1851">
                <a:extLst>
                  <a:ext uri="{FF2B5EF4-FFF2-40B4-BE49-F238E27FC236}">
                    <a16:creationId xmlns:a16="http://schemas.microsoft.com/office/drawing/2014/main" id="{9DA57594-FD04-4DFA-959F-86270134D730}"/>
                  </a:ext>
                </a:extLst>
              </p:cNvPr>
              <p:cNvSpPr/>
              <p:nvPr/>
            </p:nvSpPr>
            <p:spPr>
              <a:xfrm>
                <a:off x="435160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3" name="Freeform: Shape 1852">
                <a:extLst>
                  <a:ext uri="{FF2B5EF4-FFF2-40B4-BE49-F238E27FC236}">
                    <a16:creationId xmlns:a16="http://schemas.microsoft.com/office/drawing/2014/main" id="{A5FB2248-21F1-4C95-92CD-2DA547F1AFC3}"/>
                  </a:ext>
                </a:extLst>
              </p:cNvPr>
              <p:cNvSpPr/>
              <p:nvPr/>
            </p:nvSpPr>
            <p:spPr>
              <a:xfrm>
                <a:off x="435160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4" name="Freeform: Shape 1853">
                <a:extLst>
                  <a:ext uri="{FF2B5EF4-FFF2-40B4-BE49-F238E27FC236}">
                    <a16:creationId xmlns:a16="http://schemas.microsoft.com/office/drawing/2014/main" id="{C32F8601-0165-4DA9-8C5E-76C507C22B91}"/>
                  </a:ext>
                </a:extLst>
              </p:cNvPr>
              <p:cNvSpPr/>
              <p:nvPr/>
            </p:nvSpPr>
            <p:spPr>
              <a:xfrm>
                <a:off x="42756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5" name="Freeform: Shape 1854">
                <a:extLst>
                  <a:ext uri="{FF2B5EF4-FFF2-40B4-BE49-F238E27FC236}">
                    <a16:creationId xmlns:a16="http://schemas.microsoft.com/office/drawing/2014/main" id="{1E5128E7-51E2-4B57-B190-D00D00681764}"/>
                  </a:ext>
                </a:extLst>
              </p:cNvPr>
              <p:cNvSpPr/>
              <p:nvPr/>
            </p:nvSpPr>
            <p:spPr>
              <a:xfrm>
                <a:off x="42756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6" name="Freeform: Shape 1855">
                <a:extLst>
                  <a:ext uri="{FF2B5EF4-FFF2-40B4-BE49-F238E27FC236}">
                    <a16:creationId xmlns:a16="http://schemas.microsoft.com/office/drawing/2014/main" id="{9225821F-CDE1-49E3-A5CA-C9B92C5FF19A}"/>
                  </a:ext>
                </a:extLst>
              </p:cNvPr>
              <p:cNvSpPr/>
              <p:nvPr/>
            </p:nvSpPr>
            <p:spPr>
              <a:xfrm>
                <a:off x="42756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7" name="Freeform: Shape 1856">
                <a:extLst>
                  <a:ext uri="{FF2B5EF4-FFF2-40B4-BE49-F238E27FC236}">
                    <a16:creationId xmlns:a16="http://schemas.microsoft.com/office/drawing/2014/main" id="{5E013608-0674-4916-B49E-9688DDA05A73}"/>
                  </a:ext>
                </a:extLst>
              </p:cNvPr>
              <p:cNvSpPr/>
              <p:nvPr/>
            </p:nvSpPr>
            <p:spPr>
              <a:xfrm>
                <a:off x="427560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8" name="Freeform: Shape 1857">
                <a:extLst>
                  <a:ext uri="{FF2B5EF4-FFF2-40B4-BE49-F238E27FC236}">
                    <a16:creationId xmlns:a16="http://schemas.microsoft.com/office/drawing/2014/main" id="{6AED46A7-35FC-4344-8484-B872AE4D61DA}"/>
                  </a:ext>
                </a:extLst>
              </p:cNvPr>
              <p:cNvSpPr/>
              <p:nvPr/>
            </p:nvSpPr>
            <p:spPr>
              <a:xfrm>
                <a:off x="42756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9" name="Freeform: Shape 1858">
                <a:extLst>
                  <a:ext uri="{FF2B5EF4-FFF2-40B4-BE49-F238E27FC236}">
                    <a16:creationId xmlns:a16="http://schemas.microsoft.com/office/drawing/2014/main" id="{B114EBB9-F121-4C96-87FC-7FC5987BEB45}"/>
                  </a:ext>
                </a:extLst>
              </p:cNvPr>
              <p:cNvSpPr/>
              <p:nvPr/>
            </p:nvSpPr>
            <p:spPr>
              <a:xfrm>
                <a:off x="42756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0" name="Freeform: Shape 1859">
                <a:extLst>
                  <a:ext uri="{FF2B5EF4-FFF2-40B4-BE49-F238E27FC236}">
                    <a16:creationId xmlns:a16="http://schemas.microsoft.com/office/drawing/2014/main" id="{EEA48C12-AE8A-4208-9CE8-7234D30DA13B}"/>
                  </a:ext>
                </a:extLst>
              </p:cNvPr>
              <p:cNvSpPr/>
              <p:nvPr/>
            </p:nvSpPr>
            <p:spPr>
              <a:xfrm>
                <a:off x="42756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1" name="Freeform: Shape 1860">
                <a:extLst>
                  <a:ext uri="{FF2B5EF4-FFF2-40B4-BE49-F238E27FC236}">
                    <a16:creationId xmlns:a16="http://schemas.microsoft.com/office/drawing/2014/main" id="{7993E4AA-4CF1-441B-A54F-C8B930F5D588}"/>
                  </a:ext>
                </a:extLst>
              </p:cNvPr>
              <p:cNvSpPr/>
              <p:nvPr/>
            </p:nvSpPr>
            <p:spPr>
              <a:xfrm>
                <a:off x="42756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2" name="Freeform: Shape 1861">
                <a:extLst>
                  <a:ext uri="{FF2B5EF4-FFF2-40B4-BE49-F238E27FC236}">
                    <a16:creationId xmlns:a16="http://schemas.microsoft.com/office/drawing/2014/main" id="{6E09CCD1-6C5B-43C1-BEC5-68A92A5814BD}"/>
                  </a:ext>
                </a:extLst>
              </p:cNvPr>
              <p:cNvSpPr/>
              <p:nvPr/>
            </p:nvSpPr>
            <p:spPr>
              <a:xfrm>
                <a:off x="41994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3" name="Freeform: Shape 1862">
                <a:extLst>
                  <a:ext uri="{FF2B5EF4-FFF2-40B4-BE49-F238E27FC236}">
                    <a16:creationId xmlns:a16="http://schemas.microsoft.com/office/drawing/2014/main" id="{31D1D629-5416-4309-9050-DDD7DE0594C7}"/>
                  </a:ext>
                </a:extLst>
              </p:cNvPr>
              <p:cNvSpPr/>
              <p:nvPr/>
            </p:nvSpPr>
            <p:spPr>
              <a:xfrm>
                <a:off x="41994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4" name="Freeform: Shape 1863">
                <a:extLst>
                  <a:ext uri="{FF2B5EF4-FFF2-40B4-BE49-F238E27FC236}">
                    <a16:creationId xmlns:a16="http://schemas.microsoft.com/office/drawing/2014/main" id="{48956BF1-2E44-4157-B86C-099E5174352D}"/>
                  </a:ext>
                </a:extLst>
              </p:cNvPr>
              <p:cNvSpPr/>
              <p:nvPr/>
            </p:nvSpPr>
            <p:spPr>
              <a:xfrm>
                <a:off x="41994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5" name="Freeform: Shape 1864">
                <a:extLst>
                  <a:ext uri="{FF2B5EF4-FFF2-40B4-BE49-F238E27FC236}">
                    <a16:creationId xmlns:a16="http://schemas.microsoft.com/office/drawing/2014/main" id="{08D8DABD-8510-4C66-9F83-AE3BE883158D}"/>
                  </a:ext>
                </a:extLst>
              </p:cNvPr>
              <p:cNvSpPr/>
              <p:nvPr/>
            </p:nvSpPr>
            <p:spPr>
              <a:xfrm>
                <a:off x="41994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6" name="Freeform: Shape 1865">
                <a:extLst>
                  <a:ext uri="{FF2B5EF4-FFF2-40B4-BE49-F238E27FC236}">
                    <a16:creationId xmlns:a16="http://schemas.microsoft.com/office/drawing/2014/main" id="{3F9032D0-6E4F-462E-925D-2952FB6CBF4B}"/>
                  </a:ext>
                </a:extLst>
              </p:cNvPr>
              <p:cNvSpPr/>
              <p:nvPr/>
            </p:nvSpPr>
            <p:spPr>
              <a:xfrm>
                <a:off x="41231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7" name="Freeform: Shape 1866">
                <a:extLst>
                  <a:ext uri="{FF2B5EF4-FFF2-40B4-BE49-F238E27FC236}">
                    <a16:creationId xmlns:a16="http://schemas.microsoft.com/office/drawing/2014/main" id="{E90C306F-22E4-45A8-BF68-63DF5582EE47}"/>
                  </a:ext>
                </a:extLst>
              </p:cNvPr>
              <p:cNvSpPr/>
              <p:nvPr/>
            </p:nvSpPr>
            <p:spPr>
              <a:xfrm>
                <a:off x="41231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8" name="Freeform: Shape 1867">
                <a:extLst>
                  <a:ext uri="{FF2B5EF4-FFF2-40B4-BE49-F238E27FC236}">
                    <a16:creationId xmlns:a16="http://schemas.microsoft.com/office/drawing/2014/main" id="{A488C560-1027-4002-8B7D-417D6F3C98B3}"/>
                  </a:ext>
                </a:extLst>
              </p:cNvPr>
              <p:cNvSpPr/>
              <p:nvPr/>
            </p:nvSpPr>
            <p:spPr>
              <a:xfrm>
                <a:off x="41231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9" name="Freeform: Shape 1868">
                <a:extLst>
                  <a:ext uri="{FF2B5EF4-FFF2-40B4-BE49-F238E27FC236}">
                    <a16:creationId xmlns:a16="http://schemas.microsoft.com/office/drawing/2014/main" id="{059FBF75-3671-496B-8CC8-B27EA9FC4F85}"/>
                  </a:ext>
                </a:extLst>
              </p:cNvPr>
              <p:cNvSpPr/>
              <p:nvPr/>
            </p:nvSpPr>
            <p:spPr>
              <a:xfrm>
                <a:off x="41231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0" name="Freeform: Shape 1869">
                <a:extLst>
                  <a:ext uri="{FF2B5EF4-FFF2-40B4-BE49-F238E27FC236}">
                    <a16:creationId xmlns:a16="http://schemas.microsoft.com/office/drawing/2014/main" id="{6684F818-B3E5-47AA-A1B7-72C94FBFDE42}"/>
                  </a:ext>
                </a:extLst>
              </p:cNvPr>
              <p:cNvSpPr/>
              <p:nvPr/>
            </p:nvSpPr>
            <p:spPr>
              <a:xfrm>
                <a:off x="41231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1" name="Freeform: Shape 1870">
                <a:extLst>
                  <a:ext uri="{FF2B5EF4-FFF2-40B4-BE49-F238E27FC236}">
                    <a16:creationId xmlns:a16="http://schemas.microsoft.com/office/drawing/2014/main" id="{CF61DD05-6F78-4585-A614-1BD6C04D083A}"/>
                  </a:ext>
                </a:extLst>
              </p:cNvPr>
              <p:cNvSpPr/>
              <p:nvPr/>
            </p:nvSpPr>
            <p:spPr>
              <a:xfrm>
                <a:off x="40469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2" name="Freeform: Shape 1871">
                <a:extLst>
                  <a:ext uri="{FF2B5EF4-FFF2-40B4-BE49-F238E27FC236}">
                    <a16:creationId xmlns:a16="http://schemas.microsoft.com/office/drawing/2014/main" id="{0774F816-691D-4A91-BDA1-85D30DB14648}"/>
                  </a:ext>
                </a:extLst>
              </p:cNvPr>
              <p:cNvSpPr/>
              <p:nvPr/>
            </p:nvSpPr>
            <p:spPr>
              <a:xfrm>
                <a:off x="40469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3" name="Freeform: Shape 1872">
                <a:extLst>
                  <a:ext uri="{FF2B5EF4-FFF2-40B4-BE49-F238E27FC236}">
                    <a16:creationId xmlns:a16="http://schemas.microsoft.com/office/drawing/2014/main" id="{5CE558AC-2BF0-403A-B784-8A7DF54630B1}"/>
                  </a:ext>
                </a:extLst>
              </p:cNvPr>
              <p:cNvSpPr/>
              <p:nvPr/>
            </p:nvSpPr>
            <p:spPr>
              <a:xfrm>
                <a:off x="40469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4" name="Freeform: Shape 1873">
                <a:extLst>
                  <a:ext uri="{FF2B5EF4-FFF2-40B4-BE49-F238E27FC236}">
                    <a16:creationId xmlns:a16="http://schemas.microsoft.com/office/drawing/2014/main" id="{0AE316B9-17A4-466F-9BF9-2F1DBADC1A33}"/>
                  </a:ext>
                </a:extLst>
              </p:cNvPr>
              <p:cNvSpPr/>
              <p:nvPr/>
            </p:nvSpPr>
            <p:spPr>
              <a:xfrm>
                <a:off x="39709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5" name="Freeform: Shape 1874">
                <a:extLst>
                  <a:ext uri="{FF2B5EF4-FFF2-40B4-BE49-F238E27FC236}">
                    <a16:creationId xmlns:a16="http://schemas.microsoft.com/office/drawing/2014/main" id="{5F2BBDA5-6490-48A6-B009-C28543E95A74}"/>
                  </a:ext>
                </a:extLst>
              </p:cNvPr>
              <p:cNvSpPr/>
              <p:nvPr/>
            </p:nvSpPr>
            <p:spPr>
              <a:xfrm>
                <a:off x="39709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6" name="Freeform: Shape 1875">
                <a:extLst>
                  <a:ext uri="{FF2B5EF4-FFF2-40B4-BE49-F238E27FC236}">
                    <a16:creationId xmlns:a16="http://schemas.microsoft.com/office/drawing/2014/main" id="{EA474C73-93E6-4531-8649-1375A68CF3B1}"/>
                  </a:ext>
                </a:extLst>
              </p:cNvPr>
              <p:cNvSpPr/>
              <p:nvPr/>
            </p:nvSpPr>
            <p:spPr>
              <a:xfrm>
                <a:off x="39709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7" name="Freeform: Shape 1876">
                <a:extLst>
                  <a:ext uri="{FF2B5EF4-FFF2-40B4-BE49-F238E27FC236}">
                    <a16:creationId xmlns:a16="http://schemas.microsoft.com/office/drawing/2014/main" id="{1C758B50-61F7-4ACC-B538-51A78490DE85}"/>
                  </a:ext>
                </a:extLst>
              </p:cNvPr>
              <p:cNvSpPr/>
              <p:nvPr/>
            </p:nvSpPr>
            <p:spPr>
              <a:xfrm>
                <a:off x="38947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8" name="Freeform: Shape 1877">
                <a:extLst>
                  <a:ext uri="{FF2B5EF4-FFF2-40B4-BE49-F238E27FC236}">
                    <a16:creationId xmlns:a16="http://schemas.microsoft.com/office/drawing/2014/main" id="{022A16F4-110F-45C8-91A7-03B0810614D4}"/>
                  </a:ext>
                </a:extLst>
              </p:cNvPr>
              <p:cNvSpPr/>
              <p:nvPr/>
            </p:nvSpPr>
            <p:spPr>
              <a:xfrm>
                <a:off x="38947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9" name="Freeform: Shape 1878">
                <a:extLst>
                  <a:ext uri="{FF2B5EF4-FFF2-40B4-BE49-F238E27FC236}">
                    <a16:creationId xmlns:a16="http://schemas.microsoft.com/office/drawing/2014/main" id="{7F6B1A37-D715-4C84-965F-287DBB27ED34}"/>
                  </a:ext>
                </a:extLst>
              </p:cNvPr>
              <p:cNvSpPr/>
              <p:nvPr/>
            </p:nvSpPr>
            <p:spPr>
              <a:xfrm>
                <a:off x="38947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0" name="Freeform: Shape 1879">
                <a:extLst>
                  <a:ext uri="{FF2B5EF4-FFF2-40B4-BE49-F238E27FC236}">
                    <a16:creationId xmlns:a16="http://schemas.microsoft.com/office/drawing/2014/main" id="{A47C9F66-6733-4ACE-8970-4D423A6BE1FA}"/>
                  </a:ext>
                </a:extLst>
              </p:cNvPr>
              <p:cNvSpPr/>
              <p:nvPr/>
            </p:nvSpPr>
            <p:spPr>
              <a:xfrm>
                <a:off x="38947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1" name="Freeform: Shape 1880">
                <a:extLst>
                  <a:ext uri="{FF2B5EF4-FFF2-40B4-BE49-F238E27FC236}">
                    <a16:creationId xmlns:a16="http://schemas.microsoft.com/office/drawing/2014/main" id="{A68A72B2-DDA5-47FA-8CC5-467EEBBC82C3}"/>
                  </a:ext>
                </a:extLst>
              </p:cNvPr>
              <p:cNvSpPr/>
              <p:nvPr/>
            </p:nvSpPr>
            <p:spPr>
              <a:xfrm>
                <a:off x="38185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2" name="Freeform: Shape 1881">
                <a:extLst>
                  <a:ext uri="{FF2B5EF4-FFF2-40B4-BE49-F238E27FC236}">
                    <a16:creationId xmlns:a16="http://schemas.microsoft.com/office/drawing/2014/main" id="{E0F36A40-5DC3-41A6-8878-549C0702E51D}"/>
                  </a:ext>
                </a:extLst>
              </p:cNvPr>
              <p:cNvSpPr/>
              <p:nvPr/>
            </p:nvSpPr>
            <p:spPr>
              <a:xfrm>
                <a:off x="38185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3" name="Freeform: Shape 1882">
                <a:extLst>
                  <a:ext uri="{FF2B5EF4-FFF2-40B4-BE49-F238E27FC236}">
                    <a16:creationId xmlns:a16="http://schemas.microsoft.com/office/drawing/2014/main" id="{B8C2ADE7-70F5-4B2C-8225-0A8CB78E5DD8}"/>
                  </a:ext>
                </a:extLst>
              </p:cNvPr>
              <p:cNvSpPr/>
              <p:nvPr/>
            </p:nvSpPr>
            <p:spPr>
              <a:xfrm>
                <a:off x="38185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4" name="Freeform: Shape 1883">
                <a:extLst>
                  <a:ext uri="{FF2B5EF4-FFF2-40B4-BE49-F238E27FC236}">
                    <a16:creationId xmlns:a16="http://schemas.microsoft.com/office/drawing/2014/main" id="{8B4F1C39-2034-4622-B3F6-50D66AE45F6E}"/>
                  </a:ext>
                </a:extLst>
              </p:cNvPr>
              <p:cNvSpPr/>
              <p:nvPr/>
            </p:nvSpPr>
            <p:spPr>
              <a:xfrm>
                <a:off x="38185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5" name="Freeform: Shape 1884">
                <a:extLst>
                  <a:ext uri="{FF2B5EF4-FFF2-40B4-BE49-F238E27FC236}">
                    <a16:creationId xmlns:a16="http://schemas.microsoft.com/office/drawing/2014/main" id="{F574AF8E-DEDF-4461-A4C9-95A980F5840C}"/>
                  </a:ext>
                </a:extLst>
              </p:cNvPr>
              <p:cNvSpPr/>
              <p:nvPr/>
            </p:nvSpPr>
            <p:spPr>
              <a:xfrm>
                <a:off x="38185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6" name="Freeform: Shape 1885">
                <a:extLst>
                  <a:ext uri="{FF2B5EF4-FFF2-40B4-BE49-F238E27FC236}">
                    <a16:creationId xmlns:a16="http://schemas.microsoft.com/office/drawing/2014/main" id="{D758244C-C6B6-435A-86F1-41BB6C8026B0}"/>
                  </a:ext>
                </a:extLst>
              </p:cNvPr>
              <p:cNvSpPr/>
              <p:nvPr/>
            </p:nvSpPr>
            <p:spPr>
              <a:xfrm>
                <a:off x="381852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7" name="Freeform: Shape 1886">
                <a:extLst>
                  <a:ext uri="{FF2B5EF4-FFF2-40B4-BE49-F238E27FC236}">
                    <a16:creationId xmlns:a16="http://schemas.microsoft.com/office/drawing/2014/main" id="{E9A60471-E91B-4BF0-B47D-DD352C020BF7}"/>
                  </a:ext>
                </a:extLst>
              </p:cNvPr>
              <p:cNvSpPr/>
              <p:nvPr/>
            </p:nvSpPr>
            <p:spPr>
              <a:xfrm>
                <a:off x="38185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8" name="Freeform: Shape 1887">
                <a:extLst>
                  <a:ext uri="{FF2B5EF4-FFF2-40B4-BE49-F238E27FC236}">
                    <a16:creationId xmlns:a16="http://schemas.microsoft.com/office/drawing/2014/main" id="{CF271492-95CB-46E5-92B6-7A766D0D7A11}"/>
                  </a:ext>
                </a:extLst>
              </p:cNvPr>
              <p:cNvSpPr/>
              <p:nvPr/>
            </p:nvSpPr>
            <p:spPr>
              <a:xfrm>
                <a:off x="38185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9" name="Freeform: Shape 1888">
                <a:extLst>
                  <a:ext uri="{FF2B5EF4-FFF2-40B4-BE49-F238E27FC236}">
                    <a16:creationId xmlns:a16="http://schemas.microsoft.com/office/drawing/2014/main" id="{4A393950-F760-422E-9A0A-074E22FB05DA}"/>
                  </a:ext>
                </a:extLst>
              </p:cNvPr>
              <p:cNvSpPr/>
              <p:nvPr/>
            </p:nvSpPr>
            <p:spPr>
              <a:xfrm>
                <a:off x="3742300" y="37803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0" name="Freeform: Shape 1889">
                <a:extLst>
                  <a:ext uri="{FF2B5EF4-FFF2-40B4-BE49-F238E27FC236}">
                    <a16:creationId xmlns:a16="http://schemas.microsoft.com/office/drawing/2014/main" id="{ECD1848D-E792-45EF-BFCA-7A173AD6B76C}"/>
                  </a:ext>
                </a:extLst>
              </p:cNvPr>
              <p:cNvSpPr/>
              <p:nvPr/>
            </p:nvSpPr>
            <p:spPr>
              <a:xfrm>
                <a:off x="37423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1" name="Freeform: Shape 1890">
                <a:extLst>
                  <a:ext uri="{FF2B5EF4-FFF2-40B4-BE49-F238E27FC236}">
                    <a16:creationId xmlns:a16="http://schemas.microsoft.com/office/drawing/2014/main" id="{9235E66B-8356-4374-9836-8E419919F4C8}"/>
                  </a:ext>
                </a:extLst>
              </p:cNvPr>
              <p:cNvSpPr/>
              <p:nvPr/>
            </p:nvSpPr>
            <p:spPr>
              <a:xfrm>
                <a:off x="37423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2" name="Freeform: Shape 1891">
                <a:extLst>
                  <a:ext uri="{FF2B5EF4-FFF2-40B4-BE49-F238E27FC236}">
                    <a16:creationId xmlns:a16="http://schemas.microsoft.com/office/drawing/2014/main" id="{9209520E-9C10-4667-8D9D-07D81BD9FA14}"/>
                  </a:ext>
                </a:extLst>
              </p:cNvPr>
              <p:cNvSpPr/>
              <p:nvPr/>
            </p:nvSpPr>
            <p:spPr>
              <a:xfrm>
                <a:off x="37423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3" name="Freeform: Shape 1892">
                <a:extLst>
                  <a:ext uri="{FF2B5EF4-FFF2-40B4-BE49-F238E27FC236}">
                    <a16:creationId xmlns:a16="http://schemas.microsoft.com/office/drawing/2014/main" id="{63723482-D52A-4BB6-99B1-1E07B6C54669}"/>
                  </a:ext>
                </a:extLst>
              </p:cNvPr>
              <p:cNvSpPr/>
              <p:nvPr/>
            </p:nvSpPr>
            <p:spPr>
              <a:xfrm>
                <a:off x="37421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4" name="Freeform: Shape 1893">
                <a:extLst>
                  <a:ext uri="{FF2B5EF4-FFF2-40B4-BE49-F238E27FC236}">
                    <a16:creationId xmlns:a16="http://schemas.microsoft.com/office/drawing/2014/main" id="{FE2C03E3-1A5B-4F57-B5B0-4E786F55EF72}"/>
                  </a:ext>
                </a:extLst>
              </p:cNvPr>
              <p:cNvSpPr/>
              <p:nvPr/>
            </p:nvSpPr>
            <p:spPr>
              <a:xfrm>
                <a:off x="37423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5" name="Freeform: Shape 1894">
                <a:extLst>
                  <a:ext uri="{FF2B5EF4-FFF2-40B4-BE49-F238E27FC236}">
                    <a16:creationId xmlns:a16="http://schemas.microsoft.com/office/drawing/2014/main" id="{5C291002-8229-43B1-9ABD-311406E47D51}"/>
                  </a:ext>
                </a:extLst>
              </p:cNvPr>
              <p:cNvSpPr/>
              <p:nvPr/>
            </p:nvSpPr>
            <p:spPr>
              <a:xfrm>
                <a:off x="366595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6" name="Freeform: Shape 1895">
                <a:extLst>
                  <a:ext uri="{FF2B5EF4-FFF2-40B4-BE49-F238E27FC236}">
                    <a16:creationId xmlns:a16="http://schemas.microsoft.com/office/drawing/2014/main" id="{A1F3D1AB-2984-4933-A4B4-A988EC6F0ACC}"/>
                  </a:ext>
                </a:extLst>
              </p:cNvPr>
              <p:cNvSpPr/>
              <p:nvPr/>
            </p:nvSpPr>
            <p:spPr>
              <a:xfrm>
                <a:off x="36661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7" name="Freeform: Shape 1896">
                <a:extLst>
                  <a:ext uri="{FF2B5EF4-FFF2-40B4-BE49-F238E27FC236}">
                    <a16:creationId xmlns:a16="http://schemas.microsoft.com/office/drawing/2014/main" id="{88097DFD-9DD5-48C6-885C-DB393027AF14}"/>
                  </a:ext>
                </a:extLst>
              </p:cNvPr>
              <p:cNvSpPr/>
              <p:nvPr/>
            </p:nvSpPr>
            <p:spPr>
              <a:xfrm>
                <a:off x="36661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8" name="Freeform: Shape 1897">
                <a:extLst>
                  <a:ext uri="{FF2B5EF4-FFF2-40B4-BE49-F238E27FC236}">
                    <a16:creationId xmlns:a16="http://schemas.microsoft.com/office/drawing/2014/main" id="{FCE3FCD8-596D-48DC-A31A-477D280FF9E7}"/>
                  </a:ext>
                </a:extLst>
              </p:cNvPr>
              <p:cNvSpPr/>
              <p:nvPr/>
            </p:nvSpPr>
            <p:spPr>
              <a:xfrm>
                <a:off x="35898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9" name="Freeform: Shape 1898">
                <a:extLst>
                  <a:ext uri="{FF2B5EF4-FFF2-40B4-BE49-F238E27FC236}">
                    <a16:creationId xmlns:a16="http://schemas.microsoft.com/office/drawing/2014/main" id="{98548193-196B-4710-964A-318C1DB1282F}"/>
                  </a:ext>
                </a:extLst>
              </p:cNvPr>
              <p:cNvSpPr/>
              <p:nvPr/>
            </p:nvSpPr>
            <p:spPr>
              <a:xfrm>
                <a:off x="35898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0" name="Freeform: Shape 1899">
                <a:extLst>
                  <a:ext uri="{FF2B5EF4-FFF2-40B4-BE49-F238E27FC236}">
                    <a16:creationId xmlns:a16="http://schemas.microsoft.com/office/drawing/2014/main" id="{4A5860FE-3549-43A1-B0C2-A6B769575175}"/>
                  </a:ext>
                </a:extLst>
              </p:cNvPr>
              <p:cNvSpPr/>
              <p:nvPr/>
            </p:nvSpPr>
            <p:spPr>
              <a:xfrm>
                <a:off x="35898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1" name="Freeform: Shape 1900">
                <a:extLst>
                  <a:ext uri="{FF2B5EF4-FFF2-40B4-BE49-F238E27FC236}">
                    <a16:creationId xmlns:a16="http://schemas.microsoft.com/office/drawing/2014/main" id="{0B7492BE-1D6F-4B8D-960A-38F7D71FC26F}"/>
                  </a:ext>
                </a:extLst>
              </p:cNvPr>
              <p:cNvSpPr/>
              <p:nvPr/>
            </p:nvSpPr>
            <p:spPr>
              <a:xfrm>
                <a:off x="35136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2" name="Freeform: Shape 1901">
                <a:extLst>
                  <a:ext uri="{FF2B5EF4-FFF2-40B4-BE49-F238E27FC236}">
                    <a16:creationId xmlns:a16="http://schemas.microsoft.com/office/drawing/2014/main" id="{456EC739-401B-4032-AF3D-2D237EC5FAFC}"/>
                  </a:ext>
                </a:extLst>
              </p:cNvPr>
              <p:cNvSpPr/>
              <p:nvPr/>
            </p:nvSpPr>
            <p:spPr>
              <a:xfrm>
                <a:off x="35136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3" name="Freeform: Shape 1902">
                <a:extLst>
                  <a:ext uri="{FF2B5EF4-FFF2-40B4-BE49-F238E27FC236}">
                    <a16:creationId xmlns:a16="http://schemas.microsoft.com/office/drawing/2014/main" id="{AA2F8B22-58E4-4D84-B6DE-8D61CF56F476}"/>
                  </a:ext>
                </a:extLst>
              </p:cNvPr>
              <p:cNvSpPr/>
              <p:nvPr/>
            </p:nvSpPr>
            <p:spPr>
              <a:xfrm>
                <a:off x="35136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4" name="Freeform: Shape 1903">
                <a:extLst>
                  <a:ext uri="{FF2B5EF4-FFF2-40B4-BE49-F238E27FC236}">
                    <a16:creationId xmlns:a16="http://schemas.microsoft.com/office/drawing/2014/main" id="{3F576596-D4D3-4373-9D1A-EA660E0A1EC8}"/>
                  </a:ext>
                </a:extLst>
              </p:cNvPr>
              <p:cNvSpPr/>
              <p:nvPr/>
            </p:nvSpPr>
            <p:spPr>
              <a:xfrm>
                <a:off x="34374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5" name="Freeform: Shape 1904">
                <a:extLst>
                  <a:ext uri="{FF2B5EF4-FFF2-40B4-BE49-F238E27FC236}">
                    <a16:creationId xmlns:a16="http://schemas.microsoft.com/office/drawing/2014/main" id="{AAAAF55D-DCC7-4481-ADFC-19577241C9E8}"/>
                  </a:ext>
                </a:extLst>
              </p:cNvPr>
              <p:cNvSpPr/>
              <p:nvPr/>
            </p:nvSpPr>
            <p:spPr>
              <a:xfrm>
                <a:off x="34374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6" name="Freeform: Shape 1905">
                <a:extLst>
                  <a:ext uri="{FF2B5EF4-FFF2-40B4-BE49-F238E27FC236}">
                    <a16:creationId xmlns:a16="http://schemas.microsoft.com/office/drawing/2014/main" id="{0E01D111-AD17-495F-9D88-CBC0C7D6FF23}"/>
                  </a:ext>
                </a:extLst>
              </p:cNvPr>
              <p:cNvSpPr/>
              <p:nvPr/>
            </p:nvSpPr>
            <p:spPr>
              <a:xfrm>
                <a:off x="343745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7" name="Freeform: Shape 1906">
                <a:extLst>
                  <a:ext uri="{FF2B5EF4-FFF2-40B4-BE49-F238E27FC236}">
                    <a16:creationId xmlns:a16="http://schemas.microsoft.com/office/drawing/2014/main" id="{B39CCDBB-9771-4C9F-A8A8-43F06352ACD5}"/>
                  </a:ext>
                </a:extLst>
              </p:cNvPr>
              <p:cNvSpPr/>
              <p:nvPr/>
            </p:nvSpPr>
            <p:spPr>
              <a:xfrm>
                <a:off x="34374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8" name="Freeform: Shape 1907">
                <a:extLst>
                  <a:ext uri="{FF2B5EF4-FFF2-40B4-BE49-F238E27FC236}">
                    <a16:creationId xmlns:a16="http://schemas.microsoft.com/office/drawing/2014/main" id="{671F47A0-5C68-4FA3-BFB2-0569495352B7}"/>
                  </a:ext>
                </a:extLst>
              </p:cNvPr>
              <p:cNvSpPr/>
              <p:nvPr/>
            </p:nvSpPr>
            <p:spPr>
              <a:xfrm>
                <a:off x="336145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9" name="Freeform: Shape 1908">
                <a:extLst>
                  <a:ext uri="{FF2B5EF4-FFF2-40B4-BE49-F238E27FC236}">
                    <a16:creationId xmlns:a16="http://schemas.microsoft.com/office/drawing/2014/main" id="{A6B920DA-9A77-4712-9DF4-0B621F3B7C75}"/>
                  </a:ext>
                </a:extLst>
              </p:cNvPr>
              <p:cNvSpPr/>
              <p:nvPr/>
            </p:nvSpPr>
            <p:spPr>
              <a:xfrm>
                <a:off x="33614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0" name="Freeform: Shape 1909">
                <a:extLst>
                  <a:ext uri="{FF2B5EF4-FFF2-40B4-BE49-F238E27FC236}">
                    <a16:creationId xmlns:a16="http://schemas.microsoft.com/office/drawing/2014/main" id="{55B924B5-9DDF-41BD-B6BA-60507C679FA8}"/>
                  </a:ext>
                </a:extLst>
              </p:cNvPr>
              <p:cNvSpPr/>
              <p:nvPr/>
            </p:nvSpPr>
            <p:spPr>
              <a:xfrm>
                <a:off x="33614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1" name="Freeform: Shape 1910">
                <a:extLst>
                  <a:ext uri="{FF2B5EF4-FFF2-40B4-BE49-F238E27FC236}">
                    <a16:creationId xmlns:a16="http://schemas.microsoft.com/office/drawing/2014/main" id="{AD4EA7D2-1E89-4BE2-9E89-4D0E0E884DAE}"/>
                  </a:ext>
                </a:extLst>
              </p:cNvPr>
              <p:cNvSpPr/>
              <p:nvPr/>
            </p:nvSpPr>
            <p:spPr>
              <a:xfrm>
                <a:off x="33614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2" name="Freeform: Shape 1911">
                <a:extLst>
                  <a:ext uri="{FF2B5EF4-FFF2-40B4-BE49-F238E27FC236}">
                    <a16:creationId xmlns:a16="http://schemas.microsoft.com/office/drawing/2014/main" id="{3C577EFE-EF89-4CD4-A57F-DD71C44175AB}"/>
                  </a:ext>
                </a:extLst>
              </p:cNvPr>
              <p:cNvSpPr/>
              <p:nvPr/>
            </p:nvSpPr>
            <p:spPr>
              <a:xfrm>
                <a:off x="32852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3" name="Freeform: Shape 1912">
                <a:extLst>
                  <a:ext uri="{FF2B5EF4-FFF2-40B4-BE49-F238E27FC236}">
                    <a16:creationId xmlns:a16="http://schemas.microsoft.com/office/drawing/2014/main" id="{28745AAB-B9B6-4FC8-B792-7E7B6C3A6133}"/>
                  </a:ext>
                </a:extLst>
              </p:cNvPr>
              <p:cNvSpPr/>
              <p:nvPr/>
            </p:nvSpPr>
            <p:spPr>
              <a:xfrm>
                <a:off x="32852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4" name="Freeform: Shape 1913">
                <a:extLst>
                  <a:ext uri="{FF2B5EF4-FFF2-40B4-BE49-F238E27FC236}">
                    <a16:creationId xmlns:a16="http://schemas.microsoft.com/office/drawing/2014/main" id="{68FA5865-8220-4B66-A23F-DD7C3F35F110}"/>
                  </a:ext>
                </a:extLst>
              </p:cNvPr>
              <p:cNvSpPr/>
              <p:nvPr/>
            </p:nvSpPr>
            <p:spPr>
              <a:xfrm>
                <a:off x="32852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5" name="Freeform: Shape 1914">
                <a:extLst>
                  <a:ext uri="{FF2B5EF4-FFF2-40B4-BE49-F238E27FC236}">
                    <a16:creationId xmlns:a16="http://schemas.microsoft.com/office/drawing/2014/main" id="{75857A18-726D-4995-917B-D6AC2B04AB83}"/>
                  </a:ext>
                </a:extLst>
              </p:cNvPr>
              <p:cNvSpPr/>
              <p:nvPr/>
            </p:nvSpPr>
            <p:spPr>
              <a:xfrm>
                <a:off x="32852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6" name="Freeform: Shape 1915">
                <a:extLst>
                  <a:ext uri="{FF2B5EF4-FFF2-40B4-BE49-F238E27FC236}">
                    <a16:creationId xmlns:a16="http://schemas.microsoft.com/office/drawing/2014/main" id="{9ADF564F-94F6-4B7A-A62A-5C99C138A2E2}"/>
                  </a:ext>
                </a:extLst>
              </p:cNvPr>
              <p:cNvSpPr/>
              <p:nvPr/>
            </p:nvSpPr>
            <p:spPr>
              <a:xfrm>
                <a:off x="3209025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7" name="Freeform: Shape 1916">
                <a:extLst>
                  <a:ext uri="{FF2B5EF4-FFF2-40B4-BE49-F238E27FC236}">
                    <a16:creationId xmlns:a16="http://schemas.microsoft.com/office/drawing/2014/main" id="{33364FC7-4E93-45D3-80E5-E29C97041204}"/>
                  </a:ext>
                </a:extLst>
              </p:cNvPr>
              <p:cNvSpPr/>
              <p:nvPr/>
            </p:nvSpPr>
            <p:spPr>
              <a:xfrm>
                <a:off x="32090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8" name="Freeform: Shape 1917">
                <a:extLst>
                  <a:ext uri="{FF2B5EF4-FFF2-40B4-BE49-F238E27FC236}">
                    <a16:creationId xmlns:a16="http://schemas.microsoft.com/office/drawing/2014/main" id="{0864C4DF-B543-458E-87A6-41A3B161111B}"/>
                  </a:ext>
                </a:extLst>
              </p:cNvPr>
              <p:cNvSpPr/>
              <p:nvPr/>
            </p:nvSpPr>
            <p:spPr>
              <a:xfrm>
                <a:off x="32090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9" name="Freeform: Shape 1918">
                <a:extLst>
                  <a:ext uri="{FF2B5EF4-FFF2-40B4-BE49-F238E27FC236}">
                    <a16:creationId xmlns:a16="http://schemas.microsoft.com/office/drawing/2014/main" id="{9D7A76EB-0B4A-49A0-A89D-0C828BDDCB21}"/>
                  </a:ext>
                </a:extLst>
              </p:cNvPr>
              <p:cNvSpPr/>
              <p:nvPr/>
            </p:nvSpPr>
            <p:spPr>
              <a:xfrm>
                <a:off x="32090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0" name="Freeform: Shape 1919">
                <a:extLst>
                  <a:ext uri="{FF2B5EF4-FFF2-40B4-BE49-F238E27FC236}">
                    <a16:creationId xmlns:a16="http://schemas.microsoft.com/office/drawing/2014/main" id="{8928A79F-7F47-4EE2-B564-045854B5B732}"/>
                  </a:ext>
                </a:extLst>
              </p:cNvPr>
              <p:cNvSpPr/>
              <p:nvPr/>
            </p:nvSpPr>
            <p:spPr>
              <a:xfrm>
                <a:off x="32090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1" name="Freeform: Shape 1920">
                <a:extLst>
                  <a:ext uri="{FF2B5EF4-FFF2-40B4-BE49-F238E27FC236}">
                    <a16:creationId xmlns:a16="http://schemas.microsoft.com/office/drawing/2014/main" id="{10F3AEF0-10E2-4B81-AC7B-A3B25821F790}"/>
                  </a:ext>
                </a:extLst>
              </p:cNvPr>
              <p:cNvSpPr/>
              <p:nvPr/>
            </p:nvSpPr>
            <p:spPr>
              <a:xfrm>
                <a:off x="41994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2" name="Freeform: Shape 1921">
                <a:extLst>
                  <a:ext uri="{FF2B5EF4-FFF2-40B4-BE49-F238E27FC236}">
                    <a16:creationId xmlns:a16="http://schemas.microsoft.com/office/drawing/2014/main" id="{E2B333E1-4A0F-4154-A87E-8322DEC46F8A}"/>
                  </a:ext>
                </a:extLst>
              </p:cNvPr>
              <p:cNvSpPr/>
              <p:nvPr/>
            </p:nvSpPr>
            <p:spPr>
              <a:xfrm>
                <a:off x="3132800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3" name="Freeform: Shape 1922">
                <a:extLst>
                  <a:ext uri="{FF2B5EF4-FFF2-40B4-BE49-F238E27FC236}">
                    <a16:creationId xmlns:a16="http://schemas.microsoft.com/office/drawing/2014/main" id="{0F9E89A4-F47D-4F59-8223-6FEB6952C9BB}"/>
                  </a:ext>
                </a:extLst>
              </p:cNvPr>
              <p:cNvSpPr/>
              <p:nvPr/>
            </p:nvSpPr>
            <p:spPr>
              <a:xfrm>
                <a:off x="305680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4" name="Freeform: Shape 1923">
                <a:extLst>
                  <a:ext uri="{FF2B5EF4-FFF2-40B4-BE49-F238E27FC236}">
                    <a16:creationId xmlns:a16="http://schemas.microsoft.com/office/drawing/2014/main" id="{FD956728-F82B-438B-9FC4-8175403FC9AD}"/>
                  </a:ext>
                </a:extLst>
              </p:cNvPr>
              <p:cNvSpPr/>
              <p:nvPr/>
            </p:nvSpPr>
            <p:spPr>
              <a:xfrm>
                <a:off x="43516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5" name="Freeform: Shape 1924">
                <a:extLst>
                  <a:ext uri="{FF2B5EF4-FFF2-40B4-BE49-F238E27FC236}">
                    <a16:creationId xmlns:a16="http://schemas.microsoft.com/office/drawing/2014/main" id="{AAA8F9BD-7951-4C55-9329-BA35952154F2}"/>
                  </a:ext>
                </a:extLst>
              </p:cNvPr>
              <p:cNvSpPr/>
              <p:nvPr/>
            </p:nvSpPr>
            <p:spPr>
              <a:xfrm>
                <a:off x="43516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6" name="Freeform: Shape 1925">
                <a:extLst>
                  <a:ext uri="{FF2B5EF4-FFF2-40B4-BE49-F238E27FC236}">
                    <a16:creationId xmlns:a16="http://schemas.microsoft.com/office/drawing/2014/main" id="{7B426EC4-740D-48AB-965C-B034778E96F1}"/>
                  </a:ext>
                </a:extLst>
              </p:cNvPr>
              <p:cNvSpPr/>
              <p:nvPr/>
            </p:nvSpPr>
            <p:spPr>
              <a:xfrm>
                <a:off x="43516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7" name="Freeform: Shape 1926">
                <a:extLst>
                  <a:ext uri="{FF2B5EF4-FFF2-40B4-BE49-F238E27FC236}">
                    <a16:creationId xmlns:a16="http://schemas.microsoft.com/office/drawing/2014/main" id="{218653C2-5683-44E3-A266-64B444E47641}"/>
                  </a:ext>
                </a:extLst>
              </p:cNvPr>
              <p:cNvSpPr/>
              <p:nvPr/>
            </p:nvSpPr>
            <p:spPr>
              <a:xfrm>
                <a:off x="43516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8" name="Freeform: Shape 1927">
                <a:extLst>
                  <a:ext uri="{FF2B5EF4-FFF2-40B4-BE49-F238E27FC236}">
                    <a16:creationId xmlns:a16="http://schemas.microsoft.com/office/drawing/2014/main" id="{B6C8C7F7-0EFA-4FD1-B35E-3BB20CAF3019}"/>
                  </a:ext>
                </a:extLst>
              </p:cNvPr>
              <p:cNvSpPr/>
              <p:nvPr/>
            </p:nvSpPr>
            <p:spPr>
              <a:xfrm>
                <a:off x="43516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9" name="Freeform: Shape 1928">
                <a:extLst>
                  <a:ext uri="{FF2B5EF4-FFF2-40B4-BE49-F238E27FC236}">
                    <a16:creationId xmlns:a16="http://schemas.microsoft.com/office/drawing/2014/main" id="{6E29EC1A-9E44-4325-B67B-E5DEFE3B182B}"/>
                  </a:ext>
                </a:extLst>
              </p:cNvPr>
              <p:cNvSpPr/>
              <p:nvPr/>
            </p:nvSpPr>
            <p:spPr>
              <a:xfrm>
                <a:off x="43516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0" name="Freeform: Shape 1929">
                <a:extLst>
                  <a:ext uri="{FF2B5EF4-FFF2-40B4-BE49-F238E27FC236}">
                    <a16:creationId xmlns:a16="http://schemas.microsoft.com/office/drawing/2014/main" id="{5ED670D0-5E56-4B3A-894E-7821251CB05E}"/>
                  </a:ext>
                </a:extLst>
              </p:cNvPr>
              <p:cNvSpPr/>
              <p:nvPr/>
            </p:nvSpPr>
            <p:spPr>
              <a:xfrm>
                <a:off x="43516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1" name="Freeform: Shape 1930">
                <a:extLst>
                  <a:ext uri="{FF2B5EF4-FFF2-40B4-BE49-F238E27FC236}">
                    <a16:creationId xmlns:a16="http://schemas.microsoft.com/office/drawing/2014/main" id="{8ECE7786-7B82-44AD-A3C7-70EFE78A3E3F}"/>
                  </a:ext>
                </a:extLst>
              </p:cNvPr>
              <p:cNvSpPr/>
              <p:nvPr/>
            </p:nvSpPr>
            <p:spPr>
              <a:xfrm>
                <a:off x="397095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2" name="Freeform: Shape 1931">
                <a:extLst>
                  <a:ext uri="{FF2B5EF4-FFF2-40B4-BE49-F238E27FC236}">
                    <a16:creationId xmlns:a16="http://schemas.microsoft.com/office/drawing/2014/main" id="{A805B725-9DB4-48D9-B351-E9AEA8FB49A9}"/>
                  </a:ext>
                </a:extLst>
              </p:cNvPr>
              <p:cNvSpPr/>
              <p:nvPr/>
            </p:nvSpPr>
            <p:spPr>
              <a:xfrm>
                <a:off x="39709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3" name="Freeform: Shape 1932">
                <a:extLst>
                  <a:ext uri="{FF2B5EF4-FFF2-40B4-BE49-F238E27FC236}">
                    <a16:creationId xmlns:a16="http://schemas.microsoft.com/office/drawing/2014/main" id="{6AA65A66-5A9D-4D0C-A333-06538B86F771}"/>
                  </a:ext>
                </a:extLst>
              </p:cNvPr>
              <p:cNvSpPr/>
              <p:nvPr/>
            </p:nvSpPr>
            <p:spPr>
              <a:xfrm>
                <a:off x="36661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4" name="Freeform: Shape 1933">
                <a:extLst>
                  <a:ext uri="{FF2B5EF4-FFF2-40B4-BE49-F238E27FC236}">
                    <a16:creationId xmlns:a16="http://schemas.microsoft.com/office/drawing/2014/main" id="{591A2B72-7DF2-411D-ADB1-ECEB56BEF186}"/>
                  </a:ext>
                </a:extLst>
              </p:cNvPr>
              <p:cNvSpPr/>
              <p:nvPr/>
            </p:nvSpPr>
            <p:spPr>
              <a:xfrm>
                <a:off x="37423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5" name="Freeform: Shape 1934">
                <a:extLst>
                  <a:ext uri="{FF2B5EF4-FFF2-40B4-BE49-F238E27FC236}">
                    <a16:creationId xmlns:a16="http://schemas.microsoft.com/office/drawing/2014/main" id="{DD2A2B72-8EA9-47A9-9704-323B843DDF4B}"/>
                  </a:ext>
                </a:extLst>
              </p:cNvPr>
              <p:cNvSpPr/>
              <p:nvPr/>
            </p:nvSpPr>
            <p:spPr>
              <a:xfrm>
                <a:off x="37423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6" name="Freeform: Shape 1935">
                <a:extLst>
                  <a:ext uri="{FF2B5EF4-FFF2-40B4-BE49-F238E27FC236}">
                    <a16:creationId xmlns:a16="http://schemas.microsoft.com/office/drawing/2014/main" id="{A5500615-D495-48D7-A029-5F493AB7BB9B}"/>
                  </a:ext>
                </a:extLst>
              </p:cNvPr>
              <p:cNvSpPr/>
              <p:nvPr/>
            </p:nvSpPr>
            <p:spPr>
              <a:xfrm>
                <a:off x="38185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7" name="Freeform: Shape 1936">
                <a:extLst>
                  <a:ext uri="{FF2B5EF4-FFF2-40B4-BE49-F238E27FC236}">
                    <a16:creationId xmlns:a16="http://schemas.microsoft.com/office/drawing/2014/main" id="{4A84CF30-E46A-4BCC-BB02-9251BBA1D792}"/>
                  </a:ext>
                </a:extLst>
              </p:cNvPr>
              <p:cNvSpPr/>
              <p:nvPr/>
            </p:nvSpPr>
            <p:spPr>
              <a:xfrm>
                <a:off x="38947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8" name="Freeform: Shape 1937">
                <a:extLst>
                  <a:ext uri="{FF2B5EF4-FFF2-40B4-BE49-F238E27FC236}">
                    <a16:creationId xmlns:a16="http://schemas.microsoft.com/office/drawing/2014/main" id="{E355D9CE-9469-4698-B015-8B477E0E7224}"/>
                  </a:ext>
                </a:extLst>
              </p:cNvPr>
              <p:cNvSpPr/>
              <p:nvPr/>
            </p:nvSpPr>
            <p:spPr>
              <a:xfrm>
                <a:off x="38947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9" name="Freeform: Shape 1938">
                <a:extLst>
                  <a:ext uri="{FF2B5EF4-FFF2-40B4-BE49-F238E27FC236}">
                    <a16:creationId xmlns:a16="http://schemas.microsoft.com/office/drawing/2014/main" id="{B89D00EB-A224-4608-83C8-8147475EE8B5}"/>
                  </a:ext>
                </a:extLst>
              </p:cNvPr>
              <p:cNvSpPr/>
              <p:nvPr/>
            </p:nvSpPr>
            <p:spPr>
              <a:xfrm>
                <a:off x="39709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0" name="Freeform: Shape 1939">
                <a:extLst>
                  <a:ext uri="{FF2B5EF4-FFF2-40B4-BE49-F238E27FC236}">
                    <a16:creationId xmlns:a16="http://schemas.microsoft.com/office/drawing/2014/main" id="{CAD0073C-5F50-4F82-AFA2-D5491301F102}"/>
                  </a:ext>
                </a:extLst>
              </p:cNvPr>
              <p:cNvSpPr/>
              <p:nvPr/>
            </p:nvSpPr>
            <p:spPr>
              <a:xfrm>
                <a:off x="39709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1" name="Freeform: Shape 1940">
                <a:extLst>
                  <a:ext uri="{FF2B5EF4-FFF2-40B4-BE49-F238E27FC236}">
                    <a16:creationId xmlns:a16="http://schemas.microsoft.com/office/drawing/2014/main" id="{9BE305CF-3ECB-4514-BBE7-9A890B37CB4E}"/>
                  </a:ext>
                </a:extLst>
              </p:cNvPr>
              <p:cNvSpPr/>
              <p:nvPr/>
            </p:nvSpPr>
            <p:spPr>
              <a:xfrm>
                <a:off x="40469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2" name="Freeform: Shape 1941">
                <a:extLst>
                  <a:ext uri="{FF2B5EF4-FFF2-40B4-BE49-F238E27FC236}">
                    <a16:creationId xmlns:a16="http://schemas.microsoft.com/office/drawing/2014/main" id="{8512D7D3-2D1A-474A-A7E3-2576EED4EDFB}"/>
                  </a:ext>
                </a:extLst>
              </p:cNvPr>
              <p:cNvSpPr/>
              <p:nvPr/>
            </p:nvSpPr>
            <p:spPr>
              <a:xfrm>
                <a:off x="40469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3" name="Freeform: Shape 1942">
                <a:extLst>
                  <a:ext uri="{FF2B5EF4-FFF2-40B4-BE49-F238E27FC236}">
                    <a16:creationId xmlns:a16="http://schemas.microsoft.com/office/drawing/2014/main" id="{245B20DF-06CE-4785-A5CC-6344F1349F94}"/>
                  </a:ext>
                </a:extLst>
              </p:cNvPr>
              <p:cNvSpPr/>
              <p:nvPr/>
            </p:nvSpPr>
            <p:spPr>
              <a:xfrm>
                <a:off x="40469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4" name="Freeform: Shape 1943">
                <a:extLst>
                  <a:ext uri="{FF2B5EF4-FFF2-40B4-BE49-F238E27FC236}">
                    <a16:creationId xmlns:a16="http://schemas.microsoft.com/office/drawing/2014/main" id="{8540C6EB-0041-4F4E-AD79-6FDC80F8D971}"/>
                  </a:ext>
                </a:extLst>
              </p:cNvPr>
              <p:cNvSpPr/>
              <p:nvPr/>
            </p:nvSpPr>
            <p:spPr>
              <a:xfrm>
                <a:off x="40469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5" name="Freeform: Shape 1944">
                <a:extLst>
                  <a:ext uri="{FF2B5EF4-FFF2-40B4-BE49-F238E27FC236}">
                    <a16:creationId xmlns:a16="http://schemas.microsoft.com/office/drawing/2014/main" id="{BEDBC742-7D71-4A61-8633-A633A839F6C8}"/>
                  </a:ext>
                </a:extLst>
              </p:cNvPr>
              <p:cNvSpPr/>
              <p:nvPr/>
            </p:nvSpPr>
            <p:spPr>
              <a:xfrm>
                <a:off x="41231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6" name="Freeform: Shape 1945">
                <a:extLst>
                  <a:ext uri="{FF2B5EF4-FFF2-40B4-BE49-F238E27FC236}">
                    <a16:creationId xmlns:a16="http://schemas.microsoft.com/office/drawing/2014/main" id="{05E715A0-C2C8-4DAB-B5DB-41ED2271A3BE}"/>
                  </a:ext>
                </a:extLst>
              </p:cNvPr>
              <p:cNvSpPr/>
              <p:nvPr/>
            </p:nvSpPr>
            <p:spPr>
              <a:xfrm>
                <a:off x="41231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7" name="Freeform: Shape 1946">
                <a:extLst>
                  <a:ext uri="{FF2B5EF4-FFF2-40B4-BE49-F238E27FC236}">
                    <a16:creationId xmlns:a16="http://schemas.microsoft.com/office/drawing/2014/main" id="{6FB74130-72F5-4CE5-B3D0-7F209A9866F5}"/>
                  </a:ext>
                </a:extLst>
              </p:cNvPr>
              <p:cNvSpPr/>
              <p:nvPr/>
            </p:nvSpPr>
            <p:spPr>
              <a:xfrm>
                <a:off x="41231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8" name="Freeform: Shape 1947">
                <a:extLst>
                  <a:ext uri="{FF2B5EF4-FFF2-40B4-BE49-F238E27FC236}">
                    <a16:creationId xmlns:a16="http://schemas.microsoft.com/office/drawing/2014/main" id="{8ED7D358-1965-48D8-9DC3-CD631FAAD123}"/>
                  </a:ext>
                </a:extLst>
              </p:cNvPr>
              <p:cNvSpPr/>
              <p:nvPr/>
            </p:nvSpPr>
            <p:spPr>
              <a:xfrm>
                <a:off x="41231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9" name="Freeform: Shape 1948">
                <a:extLst>
                  <a:ext uri="{FF2B5EF4-FFF2-40B4-BE49-F238E27FC236}">
                    <a16:creationId xmlns:a16="http://schemas.microsoft.com/office/drawing/2014/main" id="{8B40DF27-2C55-403B-B7EB-017378715CA0}"/>
                  </a:ext>
                </a:extLst>
              </p:cNvPr>
              <p:cNvSpPr/>
              <p:nvPr/>
            </p:nvSpPr>
            <p:spPr>
              <a:xfrm>
                <a:off x="41231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0" name="Freeform: Shape 1949">
                <a:extLst>
                  <a:ext uri="{FF2B5EF4-FFF2-40B4-BE49-F238E27FC236}">
                    <a16:creationId xmlns:a16="http://schemas.microsoft.com/office/drawing/2014/main" id="{CCCF7AF8-D3DC-4D31-923F-741D0CC80C07}"/>
                  </a:ext>
                </a:extLst>
              </p:cNvPr>
              <p:cNvSpPr/>
              <p:nvPr/>
            </p:nvSpPr>
            <p:spPr>
              <a:xfrm>
                <a:off x="41231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1" name="Freeform: Shape 1950">
                <a:extLst>
                  <a:ext uri="{FF2B5EF4-FFF2-40B4-BE49-F238E27FC236}">
                    <a16:creationId xmlns:a16="http://schemas.microsoft.com/office/drawing/2014/main" id="{D1E1E861-BC3B-4879-8D73-DC7051D6E300}"/>
                  </a:ext>
                </a:extLst>
              </p:cNvPr>
              <p:cNvSpPr/>
              <p:nvPr/>
            </p:nvSpPr>
            <p:spPr>
              <a:xfrm>
                <a:off x="41994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2" name="Freeform: Shape 1951">
                <a:extLst>
                  <a:ext uri="{FF2B5EF4-FFF2-40B4-BE49-F238E27FC236}">
                    <a16:creationId xmlns:a16="http://schemas.microsoft.com/office/drawing/2014/main" id="{2359D1AD-4885-40AB-A053-1BE5C560B5B0}"/>
                  </a:ext>
                </a:extLst>
              </p:cNvPr>
              <p:cNvSpPr/>
              <p:nvPr/>
            </p:nvSpPr>
            <p:spPr>
              <a:xfrm>
                <a:off x="41994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3" name="Freeform: Shape 1952">
                <a:extLst>
                  <a:ext uri="{FF2B5EF4-FFF2-40B4-BE49-F238E27FC236}">
                    <a16:creationId xmlns:a16="http://schemas.microsoft.com/office/drawing/2014/main" id="{74483414-089F-4D45-9C7D-5F6108A5EEA5}"/>
                  </a:ext>
                </a:extLst>
              </p:cNvPr>
              <p:cNvSpPr/>
              <p:nvPr/>
            </p:nvSpPr>
            <p:spPr>
              <a:xfrm>
                <a:off x="41994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4" name="Freeform: Shape 1953">
                <a:extLst>
                  <a:ext uri="{FF2B5EF4-FFF2-40B4-BE49-F238E27FC236}">
                    <a16:creationId xmlns:a16="http://schemas.microsoft.com/office/drawing/2014/main" id="{AF374EE1-46B5-4E97-A991-776F9A275DB4}"/>
                  </a:ext>
                </a:extLst>
              </p:cNvPr>
              <p:cNvSpPr/>
              <p:nvPr/>
            </p:nvSpPr>
            <p:spPr>
              <a:xfrm>
                <a:off x="41994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5" name="Freeform: Shape 1954">
                <a:extLst>
                  <a:ext uri="{FF2B5EF4-FFF2-40B4-BE49-F238E27FC236}">
                    <a16:creationId xmlns:a16="http://schemas.microsoft.com/office/drawing/2014/main" id="{BBE69A76-8D75-46BB-A413-AFFED6C034FA}"/>
                  </a:ext>
                </a:extLst>
              </p:cNvPr>
              <p:cNvSpPr/>
              <p:nvPr/>
            </p:nvSpPr>
            <p:spPr>
              <a:xfrm>
                <a:off x="41994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6" name="Freeform: Shape 1955">
                <a:extLst>
                  <a:ext uri="{FF2B5EF4-FFF2-40B4-BE49-F238E27FC236}">
                    <a16:creationId xmlns:a16="http://schemas.microsoft.com/office/drawing/2014/main" id="{7743750A-CF85-482A-9FE1-1C48DBA939A6}"/>
                  </a:ext>
                </a:extLst>
              </p:cNvPr>
              <p:cNvSpPr/>
              <p:nvPr/>
            </p:nvSpPr>
            <p:spPr>
              <a:xfrm>
                <a:off x="41994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7" name="Freeform: Shape 1956">
                <a:extLst>
                  <a:ext uri="{FF2B5EF4-FFF2-40B4-BE49-F238E27FC236}">
                    <a16:creationId xmlns:a16="http://schemas.microsoft.com/office/drawing/2014/main" id="{EA999434-029D-4C07-A083-7A5D8AC4A9D2}"/>
                  </a:ext>
                </a:extLst>
              </p:cNvPr>
              <p:cNvSpPr/>
              <p:nvPr/>
            </p:nvSpPr>
            <p:spPr>
              <a:xfrm>
                <a:off x="41994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8" name="Freeform: Shape 1957">
                <a:extLst>
                  <a:ext uri="{FF2B5EF4-FFF2-40B4-BE49-F238E27FC236}">
                    <a16:creationId xmlns:a16="http://schemas.microsoft.com/office/drawing/2014/main" id="{D1F70DA8-8243-4108-BDF8-4D03506CF3C0}"/>
                  </a:ext>
                </a:extLst>
              </p:cNvPr>
              <p:cNvSpPr/>
              <p:nvPr/>
            </p:nvSpPr>
            <p:spPr>
              <a:xfrm>
                <a:off x="42756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9" name="Freeform: Shape 1958">
                <a:extLst>
                  <a:ext uri="{FF2B5EF4-FFF2-40B4-BE49-F238E27FC236}">
                    <a16:creationId xmlns:a16="http://schemas.microsoft.com/office/drawing/2014/main" id="{DC9A541D-F0EB-4BCB-9131-5D36E38AA251}"/>
                  </a:ext>
                </a:extLst>
              </p:cNvPr>
              <p:cNvSpPr/>
              <p:nvPr/>
            </p:nvSpPr>
            <p:spPr>
              <a:xfrm>
                <a:off x="42756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0" name="Freeform: Shape 1959">
                <a:extLst>
                  <a:ext uri="{FF2B5EF4-FFF2-40B4-BE49-F238E27FC236}">
                    <a16:creationId xmlns:a16="http://schemas.microsoft.com/office/drawing/2014/main" id="{0EFB2CA2-31A5-4E71-AE7A-DED444E1D679}"/>
                  </a:ext>
                </a:extLst>
              </p:cNvPr>
              <p:cNvSpPr/>
              <p:nvPr/>
            </p:nvSpPr>
            <p:spPr>
              <a:xfrm>
                <a:off x="42756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1" name="Freeform: Shape 1960">
                <a:extLst>
                  <a:ext uri="{FF2B5EF4-FFF2-40B4-BE49-F238E27FC236}">
                    <a16:creationId xmlns:a16="http://schemas.microsoft.com/office/drawing/2014/main" id="{0B7C5319-2DB2-4ECB-B2DB-F750BDB8BDE1}"/>
                  </a:ext>
                </a:extLst>
              </p:cNvPr>
              <p:cNvSpPr/>
              <p:nvPr/>
            </p:nvSpPr>
            <p:spPr>
              <a:xfrm>
                <a:off x="42756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2" name="Freeform: Shape 1961">
                <a:extLst>
                  <a:ext uri="{FF2B5EF4-FFF2-40B4-BE49-F238E27FC236}">
                    <a16:creationId xmlns:a16="http://schemas.microsoft.com/office/drawing/2014/main" id="{605E8A42-CFDF-46D3-9BB7-EB7EE42689DC}"/>
                  </a:ext>
                </a:extLst>
              </p:cNvPr>
              <p:cNvSpPr/>
              <p:nvPr/>
            </p:nvSpPr>
            <p:spPr>
              <a:xfrm>
                <a:off x="42756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3" name="Freeform: Shape 1962">
                <a:extLst>
                  <a:ext uri="{FF2B5EF4-FFF2-40B4-BE49-F238E27FC236}">
                    <a16:creationId xmlns:a16="http://schemas.microsoft.com/office/drawing/2014/main" id="{63702DE3-9596-4D77-9FF1-34EBB56BC126}"/>
                  </a:ext>
                </a:extLst>
              </p:cNvPr>
              <p:cNvSpPr/>
              <p:nvPr/>
            </p:nvSpPr>
            <p:spPr>
              <a:xfrm>
                <a:off x="42756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4" name="Freeform: Shape 1963">
                <a:extLst>
                  <a:ext uri="{FF2B5EF4-FFF2-40B4-BE49-F238E27FC236}">
                    <a16:creationId xmlns:a16="http://schemas.microsoft.com/office/drawing/2014/main" id="{763E3ECB-88FE-4366-8FFD-324D80A56CB8}"/>
                  </a:ext>
                </a:extLst>
              </p:cNvPr>
              <p:cNvSpPr/>
              <p:nvPr/>
            </p:nvSpPr>
            <p:spPr>
              <a:xfrm>
                <a:off x="42756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5" name="Freeform: Shape 1964">
                <a:extLst>
                  <a:ext uri="{FF2B5EF4-FFF2-40B4-BE49-F238E27FC236}">
                    <a16:creationId xmlns:a16="http://schemas.microsoft.com/office/drawing/2014/main" id="{0C681865-C8FA-4446-99FA-7314EDEA98B6}"/>
                  </a:ext>
                </a:extLst>
              </p:cNvPr>
              <p:cNvSpPr/>
              <p:nvPr/>
            </p:nvSpPr>
            <p:spPr>
              <a:xfrm>
                <a:off x="42756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6" name="Freeform: Shape 1965">
                <a:extLst>
                  <a:ext uri="{FF2B5EF4-FFF2-40B4-BE49-F238E27FC236}">
                    <a16:creationId xmlns:a16="http://schemas.microsoft.com/office/drawing/2014/main" id="{D6D8D1B4-8AFA-4DAC-BCED-ECD92C046F4D}"/>
                  </a:ext>
                </a:extLst>
              </p:cNvPr>
              <p:cNvSpPr/>
              <p:nvPr/>
            </p:nvSpPr>
            <p:spPr>
              <a:xfrm>
                <a:off x="43516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7" name="Freeform: Shape 1966">
                <a:extLst>
                  <a:ext uri="{FF2B5EF4-FFF2-40B4-BE49-F238E27FC236}">
                    <a16:creationId xmlns:a16="http://schemas.microsoft.com/office/drawing/2014/main" id="{170BABD1-83C1-47FD-A794-E39F64528F4B}"/>
                  </a:ext>
                </a:extLst>
              </p:cNvPr>
              <p:cNvSpPr/>
              <p:nvPr/>
            </p:nvSpPr>
            <p:spPr>
              <a:xfrm>
                <a:off x="44278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8" name="Freeform: Shape 1967">
                <a:extLst>
                  <a:ext uri="{FF2B5EF4-FFF2-40B4-BE49-F238E27FC236}">
                    <a16:creationId xmlns:a16="http://schemas.microsoft.com/office/drawing/2014/main" id="{CD5230F4-4441-4763-9A78-4723257D4F16}"/>
                  </a:ext>
                </a:extLst>
              </p:cNvPr>
              <p:cNvSpPr/>
              <p:nvPr/>
            </p:nvSpPr>
            <p:spPr>
              <a:xfrm>
                <a:off x="44278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9" name="Freeform: Shape 1968">
                <a:extLst>
                  <a:ext uri="{FF2B5EF4-FFF2-40B4-BE49-F238E27FC236}">
                    <a16:creationId xmlns:a16="http://schemas.microsoft.com/office/drawing/2014/main" id="{B434AC18-51CA-4B50-9BAE-067827FA82F2}"/>
                  </a:ext>
                </a:extLst>
              </p:cNvPr>
              <p:cNvSpPr/>
              <p:nvPr/>
            </p:nvSpPr>
            <p:spPr>
              <a:xfrm>
                <a:off x="44278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0" name="Freeform: Shape 1969">
                <a:extLst>
                  <a:ext uri="{FF2B5EF4-FFF2-40B4-BE49-F238E27FC236}">
                    <a16:creationId xmlns:a16="http://schemas.microsoft.com/office/drawing/2014/main" id="{5292F5D7-75F4-4CB8-A49B-83B09B68D2CD}"/>
                  </a:ext>
                </a:extLst>
              </p:cNvPr>
              <p:cNvSpPr/>
              <p:nvPr/>
            </p:nvSpPr>
            <p:spPr>
              <a:xfrm>
                <a:off x="44278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1" name="Freeform: Shape 1970">
                <a:extLst>
                  <a:ext uri="{FF2B5EF4-FFF2-40B4-BE49-F238E27FC236}">
                    <a16:creationId xmlns:a16="http://schemas.microsoft.com/office/drawing/2014/main" id="{47007806-55D3-4F6F-A8B2-83E7143ECA1F}"/>
                  </a:ext>
                </a:extLst>
              </p:cNvPr>
              <p:cNvSpPr/>
              <p:nvPr/>
            </p:nvSpPr>
            <p:spPr>
              <a:xfrm>
                <a:off x="44278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2" name="Freeform: Shape 1971">
                <a:extLst>
                  <a:ext uri="{FF2B5EF4-FFF2-40B4-BE49-F238E27FC236}">
                    <a16:creationId xmlns:a16="http://schemas.microsoft.com/office/drawing/2014/main" id="{77345D45-91C3-46E8-9012-0CE3E49421BE}"/>
                  </a:ext>
                </a:extLst>
              </p:cNvPr>
              <p:cNvSpPr/>
              <p:nvPr/>
            </p:nvSpPr>
            <p:spPr>
              <a:xfrm>
                <a:off x="44278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3" name="Freeform: Shape 1972">
                <a:extLst>
                  <a:ext uri="{FF2B5EF4-FFF2-40B4-BE49-F238E27FC236}">
                    <a16:creationId xmlns:a16="http://schemas.microsoft.com/office/drawing/2014/main" id="{FC85040E-A724-42C2-8ADF-1B29D68B978C}"/>
                  </a:ext>
                </a:extLst>
              </p:cNvPr>
              <p:cNvSpPr/>
              <p:nvPr/>
            </p:nvSpPr>
            <p:spPr>
              <a:xfrm>
                <a:off x="44278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4" name="Freeform: Shape 1973">
                <a:extLst>
                  <a:ext uri="{FF2B5EF4-FFF2-40B4-BE49-F238E27FC236}">
                    <a16:creationId xmlns:a16="http://schemas.microsoft.com/office/drawing/2014/main" id="{A74B5564-E819-40BB-B48D-D04790882F06}"/>
                  </a:ext>
                </a:extLst>
              </p:cNvPr>
              <p:cNvSpPr/>
              <p:nvPr/>
            </p:nvSpPr>
            <p:spPr>
              <a:xfrm>
                <a:off x="44278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5" name="Freeform: Shape 1974">
                <a:extLst>
                  <a:ext uri="{FF2B5EF4-FFF2-40B4-BE49-F238E27FC236}">
                    <a16:creationId xmlns:a16="http://schemas.microsoft.com/office/drawing/2014/main" id="{4E5E7E68-C2DE-4869-827E-0EC10D4A5450}"/>
                  </a:ext>
                </a:extLst>
              </p:cNvPr>
              <p:cNvSpPr/>
              <p:nvPr/>
            </p:nvSpPr>
            <p:spPr>
              <a:xfrm>
                <a:off x="4427825" y="1571400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6" name="Freeform: Shape 1975">
                <a:extLst>
                  <a:ext uri="{FF2B5EF4-FFF2-40B4-BE49-F238E27FC236}">
                    <a16:creationId xmlns:a16="http://schemas.microsoft.com/office/drawing/2014/main" id="{DDFD2F8E-45EB-444E-AA3C-BECC672DD9B2}"/>
                  </a:ext>
                </a:extLst>
              </p:cNvPr>
              <p:cNvSpPr/>
              <p:nvPr/>
            </p:nvSpPr>
            <p:spPr>
              <a:xfrm>
                <a:off x="43516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7" name="Freeform: Shape 1976">
                <a:extLst>
                  <a:ext uri="{FF2B5EF4-FFF2-40B4-BE49-F238E27FC236}">
                    <a16:creationId xmlns:a16="http://schemas.microsoft.com/office/drawing/2014/main" id="{3A1FED44-76D0-492A-82AA-F6816ABD3DA3}"/>
                  </a:ext>
                </a:extLst>
              </p:cNvPr>
              <p:cNvSpPr/>
              <p:nvPr/>
            </p:nvSpPr>
            <p:spPr>
              <a:xfrm>
                <a:off x="42756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8" name="Freeform: Shape 1977">
                <a:extLst>
                  <a:ext uri="{FF2B5EF4-FFF2-40B4-BE49-F238E27FC236}">
                    <a16:creationId xmlns:a16="http://schemas.microsoft.com/office/drawing/2014/main" id="{01A3E473-D48A-49EC-9DEE-1132DA345023}"/>
                  </a:ext>
                </a:extLst>
              </p:cNvPr>
              <p:cNvSpPr/>
              <p:nvPr/>
            </p:nvSpPr>
            <p:spPr>
              <a:xfrm>
                <a:off x="42756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9" name="Freeform: Shape 1978">
                <a:extLst>
                  <a:ext uri="{FF2B5EF4-FFF2-40B4-BE49-F238E27FC236}">
                    <a16:creationId xmlns:a16="http://schemas.microsoft.com/office/drawing/2014/main" id="{93E1EA20-7509-4AFD-8DE8-8A6B7229D4F6}"/>
                  </a:ext>
                </a:extLst>
              </p:cNvPr>
              <p:cNvSpPr/>
              <p:nvPr/>
            </p:nvSpPr>
            <p:spPr>
              <a:xfrm>
                <a:off x="41994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0" name="Freeform: Shape 1979">
                <a:extLst>
                  <a:ext uri="{FF2B5EF4-FFF2-40B4-BE49-F238E27FC236}">
                    <a16:creationId xmlns:a16="http://schemas.microsoft.com/office/drawing/2014/main" id="{C938A266-F3BF-4A51-A588-FB9C03452779}"/>
                  </a:ext>
                </a:extLst>
              </p:cNvPr>
              <p:cNvSpPr/>
              <p:nvPr/>
            </p:nvSpPr>
            <p:spPr>
              <a:xfrm>
                <a:off x="41994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1" name="Freeform: Shape 1980">
                <a:extLst>
                  <a:ext uri="{FF2B5EF4-FFF2-40B4-BE49-F238E27FC236}">
                    <a16:creationId xmlns:a16="http://schemas.microsoft.com/office/drawing/2014/main" id="{82B03C34-8009-428B-B4F8-F45FE2A0AFAC}"/>
                  </a:ext>
                </a:extLst>
              </p:cNvPr>
              <p:cNvSpPr/>
              <p:nvPr/>
            </p:nvSpPr>
            <p:spPr>
              <a:xfrm>
                <a:off x="41994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2" name="Freeform: Shape 1981">
                <a:extLst>
                  <a:ext uri="{FF2B5EF4-FFF2-40B4-BE49-F238E27FC236}">
                    <a16:creationId xmlns:a16="http://schemas.microsoft.com/office/drawing/2014/main" id="{3327E7E1-5221-4B31-9B76-94A27C4A4ED9}"/>
                  </a:ext>
                </a:extLst>
              </p:cNvPr>
              <p:cNvSpPr/>
              <p:nvPr/>
            </p:nvSpPr>
            <p:spPr>
              <a:xfrm>
                <a:off x="41994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3" name="Freeform: Shape 1982">
                <a:extLst>
                  <a:ext uri="{FF2B5EF4-FFF2-40B4-BE49-F238E27FC236}">
                    <a16:creationId xmlns:a16="http://schemas.microsoft.com/office/drawing/2014/main" id="{F29F3BD4-AB78-4E30-900B-9F43BDEC3A97}"/>
                  </a:ext>
                </a:extLst>
              </p:cNvPr>
              <p:cNvSpPr/>
              <p:nvPr/>
            </p:nvSpPr>
            <p:spPr>
              <a:xfrm>
                <a:off x="41231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4" name="Freeform: Shape 1983">
                <a:extLst>
                  <a:ext uri="{FF2B5EF4-FFF2-40B4-BE49-F238E27FC236}">
                    <a16:creationId xmlns:a16="http://schemas.microsoft.com/office/drawing/2014/main" id="{EF114634-4872-4FCE-A0DA-2B955F783CF1}"/>
                  </a:ext>
                </a:extLst>
              </p:cNvPr>
              <p:cNvSpPr/>
              <p:nvPr/>
            </p:nvSpPr>
            <p:spPr>
              <a:xfrm>
                <a:off x="41231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5" name="Freeform: Shape 1984">
                <a:extLst>
                  <a:ext uri="{FF2B5EF4-FFF2-40B4-BE49-F238E27FC236}">
                    <a16:creationId xmlns:a16="http://schemas.microsoft.com/office/drawing/2014/main" id="{A06832D9-050E-4D87-AB74-48779107DAEA}"/>
                  </a:ext>
                </a:extLst>
              </p:cNvPr>
              <p:cNvSpPr/>
              <p:nvPr/>
            </p:nvSpPr>
            <p:spPr>
              <a:xfrm>
                <a:off x="41231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6" name="Freeform: Shape 1985">
                <a:extLst>
                  <a:ext uri="{FF2B5EF4-FFF2-40B4-BE49-F238E27FC236}">
                    <a16:creationId xmlns:a16="http://schemas.microsoft.com/office/drawing/2014/main" id="{3664C120-46E2-49D4-8911-65C4AD2C9E8C}"/>
                  </a:ext>
                </a:extLst>
              </p:cNvPr>
              <p:cNvSpPr/>
              <p:nvPr/>
            </p:nvSpPr>
            <p:spPr>
              <a:xfrm>
                <a:off x="41231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7" name="Freeform: Shape 1986">
                <a:extLst>
                  <a:ext uri="{FF2B5EF4-FFF2-40B4-BE49-F238E27FC236}">
                    <a16:creationId xmlns:a16="http://schemas.microsoft.com/office/drawing/2014/main" id="{8A9C37DE-4974-4C2D-8F9B-442324B968AA}"/>
                  </a:ext>
                </a:extLst>
              </p:cNvPr>
              <p:cNvSpPr/>
              <p:nvPr/>
            </p:nvSpPr>
            <p:spPr>
              <a:xfrm>
                <a:off x="41231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8" name="Freeform: Shape 1987">
                <a:extLst>
                  <a:ext uri="{FF2B5EF4-FFF2-40B4-BE49-F238E27FC236}">
                    <a16:creationId xmlns:a16="http://schemas.microsoft.com/office/drawing/2014/main" id="{13269095-5491-4479-A1CF-3C0D5E710DD7}"/>
                  </a:ext>
                </a:extLst>
              </p:cNvPr>
              <p:cNvSpPr/>
              <p:nvPr/>
            </p:nvSpPr>
            <p:spPr>
              <a:xfrm>
                <a:off x="41231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9" name="Freeform: Shape 1988">
                <a:extLst>
                  <a:ext uri="{FF2B5EF4-FFF2-40B4-BE49-F238E27FC236}">
                    <a16:creationId xmlns:a16="http://schemas.microsoft.com/office/drawing/2014/main" id="{C497314A-9C7A-48EF-AD6C-CEF87055A068}"/>
                  </a:ext>
                </a:extLst>
              </p:cNvPr>
              <p:cNvSpPr/>
              <p:nvPr/>
            </p:nvSpPr>
            <p:spPr>
              <a:xfrm>
                <a:off x="40469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0" name="Freeform: Shape 1989">
                <a:extLst>
                  <a:ext uri="{FF2B5EF4-FFF2-40B4-BE49-F238E27FC236}">
                    <a16:creationId xmlns:a16="http://schemas.microsoft.com/office/drawing/2014/main" id="{459BBF46-BC8F-4103-AF58-84FDF5FA4EBD}"/>
                  </a:ext>
                </a:extLst>
              </p:cNvPr>
              <p:cNvSpPr/>
              <p:nvPr/>
            </p:nvSpPr>
            <p:spPr>
              <a:xfrm>
                <a:off x="40469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1" name="Freeform: Shape 1990">
                <a:extLst>
                  <a:ext uri="{FF2B5EF4-FFF2-40B4-BE49-F238E27FC236}">
                    <a16:creationId xmlns:a16="http://schemas.microsoft.com/office/drawing/2014/main" id="{9F16686E-2042-44B9-AE16-A1F5BFC7A733}"/>
                  </a:ext>
                </a:extLst>
              </p:cNvPr>
              <p:cNvSpPr/>
              <p:nvPr/>
            </p:nvSpPr>
            <p:spPr>
              <a:xfrm>
                <a:off x="40469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2" name="Freeform: Shape 1991">
                <a:extLst>
                  <a:ext uri="{FF2B5EF4-FFF2-40B4-BE49-F238E27FC236}">
                    <a16:creationId xmlns:a16="http://schemas.microsoft.com/office/drawing/2014/main" id="{FC51019A-BD57-472A-9752-370E487381E8}"/>
                  </a:ext>
                </a:extLst>
              </p:cNvPr>
              <p:cNvSpPr/>
              <p:nvPr/>
            </p:nvSpPr>
            <p:spPr>
              <a:xfrm>
                <a:off x="40469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3" name="Freeform: Shape 1992">
                <a:extLst>
                  <a:ext uri="{FF2B5EF4-FFF2-40B4-BE49-F238E27FC236}">
                    <a16:creationId xmlns:a16="http://schemas.microsoft.com/office/drawing/2014/main" id="{187C9F55-6DAD-4FB9-B46C-2462F195C7D0}"/>
                  </a:ext>
                </a:extLst>
              </p:cNvPr>
              <p:cNvSpPr/>
              <p:nvPr/>
            </p:nvSpPr>
            <p:spPr>
              <a:xfrm>
                <a:off x="40469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4" name="Freeform: Shape 1993">
                <a:extLst>
                  <a:ext uri="{FF2B5EF4-FFF2-40B4-BE49-F238E27FC236}">
                    <a16:creationId xmlns:a16="http://schemas.microsoft.com/office/drawing/2014/main" id="{4361A86F-2DF0-4589-A3B8-4AD8D7B5C7CA}"/>
                  </a:ext>
                </a:extLst>
              </p:cNvPr>
              <p:cNvSpPr/>
              <p:nvPr/>
            </p:nvSpPr>
            <p:spPr>
              <a:xfrm>
                <a:off x="40469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5" name="Freeform: Shape 1994">
                <a:extLst>
                  <a:ext uri="{FF2B5EF4-FFF2-40B4-BE49-F238E27FC236}">
                    <a16:creationId xmlns:a16="http://schemas.microsoft.com/office/drawing/2014/main" id="{98C9B283-8932-45CD-A692-62382B0D4D7F}"/>
                  </a:ext>
                </a:extLst>
              </p:cNvPr>
              <p:cNvSpPr/>
              <p:nvPr/>
            </p:nvSpPr>
            <p:spPr>
              <a:xfrm>
                <a:off x="40469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6" name="Freeform: Shape 1995">
                <a:extLst>
                  <a:ext uri="{FF2B5EF4-FFF2-40B4-BE49-F238E27FC236}">
                    <a16:creationId xmlns:a16="http://schemas.microsoft.com/office/drawing/2014/main" id="{CA06CD3C-EA9B-4D11-9740-52C450670441}"/>
                  </a:ext>
                </a:extLst>
              </p:cNvPr>
              <p:cNvSpPr/>
              <p:nvPr/>
            </p:nvSpPr>
            <p:spPr>
              <a:xfrm>
                <a:off x="40469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7" name="Freeform: Shape 1996">
                <a:extLst>
                  <a:ext uri="{FF2B5EF4-FFF2-40B4-BE49-F238E27FC236}">
                    <a16:creationId xmlns:a16="http://schemas.microsoft.com/office/drawing/2014/main" id="{CBEF61BF-B2EF-4FA4-951B-0D198B9F1D57}"/>
                  </a:ext>
                </a:extLst>
              </p:cNvPr>
              <p:cNvSpPr/>
              <p:nvPr/>
            </p:nvSpPr>
            <p:spPr>
              <a:xfrm>
                <a:off x="39709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8" name="Freeform: Shape 1997">
                <a:extLst>
                  <a:ext uri="{FF2B5EF4-FFF2-40B4-BE49-F238E27FC236}">
                    <a16:creationId xmlns:a16="http://schemas.microsoft.com/office/drawing/2014/main" id="{2BAE290B-C313-49C3-9EA2-C93863B35FB3}"/>
                  </a:ext>
                </a:extLst>
              </p:cNvPr>
              <p:cNvSpPr/>
              <p:nvPr/>
            </p:nvSpPr>
            <p:spPr>
              <a:xfrm>
                <a:off x="39709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9" name="Freeform: Shape 1998">
                <a:extLst>
                  <a:ext uri="{FF2B5EF4-FFF2-40B4-BE49-F238E27FC236}">
                    <a16:creationId xmlns:a16="http://schemas.microsoft.com/office/drawing/2014/main" id="{94AA11E7-B730-4F92-976D-BD72B36F5E93}"/>
                  </a:ext>
                </a:extLst>
              </p:cNvPr>
              <p:cNvSpPr/>
              <p:nvPr/>
            </p:nvSpPr>
            <p:spPr>
              <a:xfrm>
                <a:off x="39709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0" name="Freeform: Shape 1999">
                <a:extLst>
                  <a:ext uri="{FF2B5EF4-FFF2-40B4-BE49-F238E27FC236}">
                    <a16:creationId xmlns:a16="http://schemas.microsoft.com/office/drawing/2014/main" id="{98FA3E2E-B1EE-486F-BA47-C9C5E5A4389F}"/>
                  </a:ext>
                </a:extLst>
              </p:cNvPr>
              <p:cNvSpPr/>
              <p:nvPr/>
            </p:nvSpPr>
            <p:spPr>
              <a:xfrm>
                <a:off x="39709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1" name="Freeform: Shape 2000">
                <a:extLst>
                  <a:ext uri="{FF2B5EF4-FFF2-40B4-BE49-F238E27FC236}">
                    <a16:creationId xmlns:a16="http://schemas.microsoft.com/office/drawing/2014/main" id="{3FF65075-D379-4F6B-8D05-75465C7C7ABA}"/>
                  </a:ext>
                </a:extLst>
              </p:cNvPr>
              <p:cNvSpPr/>
              <p:nvPr/>
            </p:nvSpPr>
            <p:spPr>
              <a:xfrm>
                <a:off x="39709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2" name="Freeform: Shape 2001">
                <a:extLst>
                  <a:ext uri="{FF2B5EF4-FFF2-40B4-BE49-F238E27FC236}">
                    <a16:creationId xmlns:a16="http://schemas.microsoft.com/office/drawing/2014/main" id="{C9AA0C97-23D2-4628-87BF-7D9A78924DEA}"/>
                  </a:ext>
                </a:extLst>
              </p:cNvPr>
              <p:cNvSpPr/>
              <p:nvPr/>
            </p:nvSpPr>
            <p:spPr>
              <a:xfrm>
                <a:off x="39709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3" name="Freeform: Shape 2002">
                <a:extLst>
                  <a:ext uri="{FF2B5EF4-FFF2-40B4-BE49-F238E27FC236}">
                    <a16:creationId xmlns:a16="http://schemas.microsoft.com/office/drawing/2014/main" id="{70A3B122-50F0-4C19-8EC9-6937F9B91758}"/>
                  </a:ext>
                </a:extLst>
              </p:cNvPr>
              <p:cNvSpPr/>
              <p:nvPr/>
            </p:nvSpPr>
            <p:spPr>
              <a:xfrm>
                <a:off x="39709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4" name="Freeform: Shape 2003">
                <a:extLst>
                  <a:ext uri="{FF2B5EF4-FFF2-40B4-BE49-F238E27FC236}">
                    <a16:creationId xmlns:a16="http://schemas.microsoft.com/office/drawing/2014/main" id="{137D197D-610C-448D-A1F4-F34930AB359A}"/>
                  </a:ext>
                </a:extLst>
              </p:cNvPr>
              <p:cNvSpPr/>
              <p:nvPr/>
            </p:nvSpPr>
            <p:spPr>
              <a:xfrm>
                <a:off x="39709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5" name="Freeform: Shape 2004">
                <a:extLst>
                  <a:ext uri="{FF2B5EF4-FFF2-40B4-BE49-F238E27FC236}">
                    <a16:creationId xmlns:a16="http://schemas.microsoft.com/office/drawing/2014/main" id="{A008A4A4-07C8-4F3D-9FDC-C19454FBB08F}"/>
                  </a:ext>
                </a:extLst>
              </p:cNvPr>
              <p:cNvSpPr/>
              <p:nvPr/>
            </p:nvSpPr>
            <p:spPr>
              <a:xfrm>
                <a:off x="39709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6" name="Freeform: Shape 2005">
                <a:extLst>
                  <a:ext uri="{FF2B5EF4-FFF2-40B4-BE49-F238E27FC236}">
                    <a16:creationId xmlns:a16="http://schemas.microsoft.com/office/drawing/2014/main" id="{D612EE0D-9CEF-4BA8-B0E7-61CD2D6A91B8}"/>
                  </a:ext>
                </a:extLst>
              </p:cNvPr>
              <p:cNvSpPr/>
              <p:nvPr/>
            </p:nvSpPr>
            <p:spPr>
              <a:xfrm>
                <a:off x="38947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7" name="Freeform: Shape 2006">
                <a:extLst>
                  <a:ext uri="{FF2B5EF4-FFF2-40B4-BE49-F238E27FC236}">
                    <a16:creationId xmlns:a16="http://schemas.microsoft.com/office/drawing/2014/main" id="{EA51C721-DF0F-46FD-9CFF-B6086E771788}"/>
                  </a:ext>
                </a:extLst>
              </p:cNvPr>
              <p:cNvSpPr/>
              <p:nvPr/>
            </p:nvSpPr>
            <p:spPr>
              <a:xfrm>
                <a:off x="38947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8" name="Freeform: Shape 2007">
                <a:extLst>
                  <a:ext uri="{FF2B5EF4-FFF2-40B4-BE49-F238E27FC236}">
                    <a16:creationId xmlns:a16="http://schemas.microsoft.com/office/drawing/2014/main" id="{899D8A0C-F31C-4E9A-9035-5404691BA61E}"/>
                  </a:ext>
                </a:extLst>
              </p:cNvPr>
              <p:cNvSpPr/>
              <p:nvPr/>
            </p:nvSpPr>
            <p:spPr>
              <a:xfrm>
                <a:off x="38947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9" name="Freeform: Shape 2008">
                <a:extLst>
                  <a:ext uri="{FF2B5EF4-FFF2-40B4-BE49-F238E27FC236}">
                    <a16:creationId xmlns:a16="http://schemas.microsoft.com/office/drawing/2014/main" id="{4F812026-99AA-43C2-A9C2-32275FA7C4B0}"/>
                  </a:ext>
                </a:extLst>
              </p:cNvPr>
              <p:cNvSpPr/>
              <p:nvPr/>
            </p:nvSpPr>
            <p:spPr>
              <a:xfrm>
                <a:off x="38947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0" name="Freeform: Shape 2009">
                <a:extLst>
                  <a:ext uri="{FF2B5EF4-FFF2-40B4-BE49-F238E27FC236}">
                    <a16:creationId xmlns:a16="http://schemas.microsoft.com/office/drawing/2014/main" id="{C4997BF4-CC52-43FD-BB91-8576B8D9BF8A}"/>
                  </a:ext>
                </a:extLst>
              </p:cNvPr>
              <p:cNvSpPr/>
              <p:nvPr/>
            </p:nvSpPr>
            <p:spPr>
              <a:xfrm>
                <a:off x="38947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1" name="Freeform: Shape 2010">
                <a:extLst>
                  <a:ext uri="{FF2B5EF4-FFF2-40B4-BE49-F238E27FC236}">
                    <a16:creationId xmlns:a16="http://schemas.microsoft.com/office/drawing/2014/main" id="{E8BC1539-B7F5-43BE-8E85-E61244684CE4}"/>
                  </a:ext>
                </a:extLst>
              </p:cNvPr>
              <p:cNvSpPr/>
              <p:nvPr/>
            </p:nvSpPr>
            <p:spPr>
              <a:xfrm>
                <a:off x="3894725" y="1571400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2" name="Freeform: Shape 2011">
                <a:extLst>
                  <a:ext uri="{FF2B5EF4-FFF2-40B4-BE49-F238E27FC236}">
                    <a16:creationId xmlns:a16="http://schemas.microsoft.com/office/drawing/2014/main" id="{9BB73FBE-2C80-4758-8044-7F0BB7D8E842}"/>
                  </a:ext>
                </a:extLst>
              </p:cNvPr>
              <p:cNvSpPr/>
              <p:nvPr/>
            </p:nvSpPr>
            <p:spPr>
              <a:xfrm>
                <a:off x="38947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3" name="Freeform: Shape 2012">
                <a:extLst>
                  <a:ext uri="{FF2B5EF4-FFF2-40B4-BE49-F238E27FC236}">
                    <a16:creationId xmlns:a16="http://schemas.microsoft.com/office/drawing/2014/main" id="{53BA448C-AA00-4607-9CF9-EAAC3BA33D9C}"/>
                  </a:ext>
                </a:extLst>
              </p:cNvPr>
              <p:cNvSpPr/>
              <p:nvPr/>
            </p:nvSpPr>
            <p:spPr>
              <a:xfrm>
                <a:off x="38947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4" name="Freeform: Shape 2013">
                <a:extLst>
                  <a:ext uri="{FF2B5EF4-FFF2-40B4-BE49-F238E27FC236}">
                    <a16:creationId xmlns:a16="http://schemas.microsoft.com/office/drawing/2014/main" id="{B9E77EEA-5934-474B-B944-346B0002CBC0}"/>
                  </a:ext>
                </a:extLst>
              </p:cNvPr>
              <p:cNvSpPr/>
              <p:nvPr/>
            </p:nvSpPr>
            <p:spPr>
              <a:xfrm>
                <a:off x="38947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5" name="Freeform: Shape 2014">
                <a:extLst>
                  <a:ext uri="{FF2B5EF4-FFF2-40B4-BE49-F238E27FC236}">
                    <a16:creationId xmlns:a16="http://schemas.microsoft.com/office/drawing/2014/main" id="{55FE785E-2441-4942-A87F-06EEEC8FE5D7}"/>
                  </a:ext>
                </a:extLst>
              </p:cNvPr>
              <p:cNvSpPr/>
              <p:nvPr/>
            </p:nvSpPr>
            <p:spPr>
              <a:xfrm>
                <a:off x="38947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6" name="Freeform: Shape 2015">
                <a:extLst>
                  <a:ext uri="{FF2B5EF4-FFF2-40B4-BE49-F238E27FC236}">
                    <a16:creationId xmlns:a16="http://schemas.microsoft.com/office/drawing/2014/main" id="{16BE2640-1FAD-45DF-87F6-FA3FD56DC4A4}"/>
                  </a:ext>
                </a:extLst>
              </p:cNvPr>
              <p:cNvSpPr/>
              <p:nvPr/>
            </p:nvSpPr>
            <p:spPr>
              <a:xfrm>
                <a:off x="38185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7" name="Freeform: Shape 2016">
                <a:extLst>
                  <a:ext uri="{FF2B5EF4-FFF2-40B4-BE49-F238E27FC236}">
                    <a16:creationId xmlns:a16="http://schemas.microsoft.com/office/drawing/2014/main" id="{BC191AA6-02D3-4E12-A4D7-A35D3D392016}"/>
                  </a:ext>
                </a:extLst>
              </p:cNvPr>
              <p:cNvSpPr/>
              <p:nvPr/>
            </p:nvSpPr>
            <p:spPr>
              <a:xfrm>
                <a:off x="38185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8" name="Freeform: Shape 2017">
                <a:extLst>
                  <a:ext uri="{FF2B5EF4-FFF2-40B4-BE49-F238E27FC236}">
                    <a16:creationId xmlns:a16="http://schemas.microsoft.com/office/drawing/2014/main" id="{90394AF5-700C-40B7-8D52-2FAE645782B4}"/>
                  </a:ext>
                </a:extLst>
              </p:cNvPr>
              <p:cNvSpPr/>
              <p:nvPr/>
            </p:nvSpPr>
            <p:spPr>
              <a:xfrm>
                <a:off x="38185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9" name="Freeform: Shape 2018">
                <a:extLst>
                  <a:ext uri="{FF2B5EF4-FFF2-40B4-BE49-F238E27FC236}">
                    <a16:creationId xmlns:a16="http://schemas.microsoft.com/office/drawing/2014/main" id="{8ACC6157-75B7-4653-BD65-8D6E50DCBC17}"/>
                  </a:ext>
                </a:extLst>
              </p:cNvPr>
              <p:cNvSpPr/>
              <p:nvPr/>
            </p:nvSpPr>
            <p:spPr>
              <a:xfrm>
                <a:off x="38185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0" name="Freeform: Shape 2019">
                <a:extLst>
                  <a:ext uri="{FF2B5EF4-FFF2-40B4-BE49-F238E27FC236}">
                    <a16:creationId xmlns:a16="http://schemas.microsoft.com/office/drawing/2014/main" id="{C3A0C06C-F241-4B7A-8E0F-4C94E9DE6375}"/>
                  </a:ext>
                </a:extLst>
              </p:cNvPr>
              <p:cNvSpPr/>
              <p:nvPr/>
            </p:nvSpPr>
            <p:spPr>
              <a:xfrm>
                <a:off x="38185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1" name="Freeform: Shape 2020">
                <a:extLst>
                  <a:ext uri="{FF2B5EF4-FFF2-40B4-BE49-F238E27FC236}">
                    <a16:creationId xmlns:a16="http://schemas.microsoft.com/office/drawing/2014/main" id="{C68B197E-A5D0-4CCF-807E-CA0C4C542A5B}"/>
                  </a:ext>
                </a:extLst>
              </p:cNvPr>
              <p:cNvSpPr/>
              <p:nvPr/>
            </p:nvSpPr>
            <p:spPr>
              <a:xfrm>
                <a:off x="38185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2" name="Freeform: Shape 2021">
                <a:extLst>
                  <a:ext uri="{FF2B5EF4-FFF2-40B4-BE49-F238E27FC236}">
                    <a16:creationId xmlns:a16="http://schemas.microsoft.com/office/drawing/2014/main" id="{0C9A2812-5FBE-40BF-A57F-0942BBFF55C4}"/>
                  </a:ext>
                </a:extLst>
              </p:cNvPr>
              <p:cNvSpPr/>
              <p:nvPr/>
            </p:nvSpPr>
            <p:spPr>
              <a:xfrm>
                <a:off x="38185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3" name="Freeform: Shape 2022">
                <a:extLst>
                  <a:ext uri="{FF2B5EF4-FFF2-40B4-BE49-F238E27FC236}">
                    <a16:creationId xmlns:a16="http://schemas.microsoft.com/office/drawing/2014/main" id="{39F8EB58-CE50-40A8-83FE-010C4EFFD258}"/>
                  </a:ext>
                </a:extLst>
              </p:cNvPr>
              <p:cNvSpPr/>
              <p:nvPr/>
            </p:nvSpPr>
            <p:spPr>
              <a:xfrm>
                <a:off x="38185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4" name="Freeform: Shape 2023">
                <a:extLst>
                  <a:ext uri="{FF2B5EF4-FFF2-40B4-BE49-F238E27FC236}">
                    <a16:creationId xmlns:a16="http://schemas.microsoft.com/office/drawing/2014/main" id="{35A52CDB-1F63-49E9-A459-EE634B12AFD4}"/>
                  </a:ext>
                </a:extLst>
              </p:cNvPr>
              <p:cNvSpPr/>
              <p:nvPr/>
            </p:nvSpPr>
            <p:spPr>
              <a:xfrm>
                <a:off x="38185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5" name="Freeform: Shape 2024">
                <a:extLst>
                  <a:ext uri="{FF2B5EF4-FFF2-40B4-BE49-F238E27FC236}">
                    <a16:creationId xmlns:a16="http://schemas.microsoft.com/office/drawing/2014/main" id="{E9C51077-08A2-42FF-9F01-5A8399FC65D1}"/>
                  </a:ext>
                </a:extLst>
              </p:cNvPr>
              <p:cNvSpPr/>
              <p:nvPr/>
            </p:nvSpPr>
            <p:spPr>
              <a:xfrm>
                <a:off x="38185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6" name="Freeform: Shape 2025">
                <a:extLst>
                  <a:ext uri="{FF2B5EF4-FFF2-40B4-BE49-F238E27FC236}">
                    <a16:creationId xmlns:a16="http://schemas.microsoft.com/office/drawing/2014/main" id="{9A5583CC-B2EC-4D38-A35B-96D02B5E2842}"/>
                  </a:ext>
                </a:extLst>
              </p:cNvPr>
              <p:cNvSpPr/>
              <p:nvPr/>
            </p:nvSpPr>
            <p:spPr>
              <a:xfrm>
                <a:off x="38185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7" name="Freeform: Shape 2026">
                <a:extLst>
                  <a:ext uri="{FF2B5EF4-FFF2-40B4-BE49-F238E27FC236}">
                    <a16:creationId xmlns:a16="http://schemas.microsoft.com/office/drawing/2014/main" id="{F9B08B26-5210-48F9-BB0C-AB254920D30D}"/>
                  </a:ext>
                </a:extLst>
              </p:cNvPr>
              <p:cNvSpPr/>
              <p:nvPr/>
            </p:nvSpPr>
            <p:spPr>
              <a:xfrm>
                <a:off x="37423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8" name="Freeform: Shape 2027">
                <a:extLst>
                  <a:ext uri="{FF2B5EF4-FFF2-40B4-BE49-F238E27FC236}">
                    <a16:creationId xmlns:a16="http://schemas.microsoft.com/office/drawing/2014/main" id="{F1D3CFE4-4581-450B-8F45-9711E752B592}"/>
                  </a:ext>
                </a:extLst>
              </p:cNvPr>
              <p:cNvSpPr/>
              <p:nvPr/>
            </p:nvSpPr>
            <p:spPr>
              <a:xfrm>
                <a:off x="37423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9" name="Freeform: Shape 2028">
                <a:extLst>
                  <a:ext uri="{FF2B5EF4-FFF2-40B4-BE49-F238E27FC236}">
                    <a16:creationId xmlns:a16="http://schemas.microsoft.com/office/drawing/2014/main" id="{6F35DE88-CDB8-4BD9-AEA1-D32E2294E194}"/>
                  </a:ext>
                </a:extLst>
              </p:cNvPr>
              <p:cNvSpPr/>
              <p:nvPr/>
            </p:nvSpPr>
            <p:spPr>
              <a:xfrm>
                <a:off x="37423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5"/>
                      <a:pt x="528" y="2132"/>
                      <a:pt x="1076" y="2132"/>
                    </a:cubicBezTo>
                    <a:cubicBezTo>
                      <a:pt x="1335" y="2132"/>
                      <a:pt x="1599" y="2036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0" name="Freeform: Shape 2029">
                <a:extLst>
                  <a:ext uri="{FF2B5EF4-FFF2-40B4-BE49-F238E27FC236}">
                    <a16:creationId xmlns:a16="http://schemas.microsoft.com/office/drawing/2014/main" id="{4301E2D4-C616-4253-B8EA-FB6772220B36}"/>
                  </a:ext>
                </a:extLst>
              </p:cNvPr>
              <p:cNvSpPr/>
              <p:nvPr/>
            </p:nvSpPr>
            <p:spPr>
              <a:xfrm>
                <a:off x="37423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1" name="Freeform: Shape 2030">
                <a:extLst>
                  <a:ext uri="{FF2B5EF4-FFF2-40B4-BE49-F238E27FC236}">
                    <a16:creationId xmlns:a16="http://schemas.microsoft.com/office/drawing/2014/main" id="{29A12FB9-424F-4A8D-9FA7-3F4035EAE4B3}"/>
                  </a:ext>
                </a:extLst>
              </p:cNvPr>
              <p:cNvSpPr/>
              <p:nvPr/>
            </p:nvSpPr>
            <p:spPr>
              <a:xfrm>
                <a:off x="37423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2" name="Freeform: Shape 2031">
                <a:extLst>
                  <a:ext uri="{FF2B5EF4-FFF2-40B4-BE49-F238E27FC236}">
                    <a16:creationId xmlns:a16="http://schemas.microsoft.com/office/drawing/2014/main" id="{BD270EBF-D93C-4A24-BE38-9EC9D4E1A06C}"/>
                  </a:ext>
                </a:extLst>
              </p:cNvPr>
              <p:cNvSpPr/>
              <p:nvPr/>
            </p:nvSpPr>
            <p:spPr>
              <a:xfrm>
                <a:off x="37423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3" name="Freeform: Shape 2032">
                <a:extLst>
                  <a:ext uri="{FF2B5EF4-FFF2-40B4-BE49-F238E27FC236}">
                    <a16:creationId xmlns:a16="http://schemas.microsoft.com/office/drawing/2014/main" id="{E74DA733-CA22-4387-9A7C-4522C223068F}"/>
                  </a:ext>
                </a:extLst>
              </p:cNvPr>
              <p:cNvSpPr/>
              <p:nvPr/>
            </p:nvSpPr>
            <p:spPr>
              <a:xfrm>
                <a:off x="37423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4" name="Freeform: Shape 2033">
                <a:extLst>
                  <a:ext uri="{FF2B5EF4-FFF2-40B4-BE49-F238E27FC236}">
                    <a16:creationId xmlns:a16="http://schemas.microsoft.com/office/drawing/2014/main" id="{F9674BE0-FFF1-4FF8-96D3-27136ED8C8B0}"/>
                  </a:ext>
                </a:extLst>
              </p:cNvPr>
              <p:cNvSpPr/>
              <p:nvPr/>
            </p:nvSpPr>
            <p:spPr>
              <a:xfrm>
                <a:off x="37423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5" name="Freeform: Shape 2034">
                <a:extLst>
                  <a:ext uri="{FF2B5EF4-FFF2-40B4-BE49-F238E27FC236}">
                    <a16:creationId xmlns:a16="http://schemas.microsoft.com/office/drawing/2014/main" id="{4807BCCB-B8FE-4A07-85CD-C533273277BA}"/>
                  </a:ext>
                </a:extLst>
              </p:cNvPr>
              <p:cNvSpPr/>
              <p:nvPr/>
            </p:nvSpPr>
            <p:spPr>
              <a:xfrm>
                <a:off x="37423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6" name="Freeform: Shape 2035">
                <a:extLst>
                  <a:ext uri="{FF2B5EF4-FFF2-40B4-BE49-F238E27FC236}">
                    <a16:creationId xmlns:a16="http://schemas.microsoft.com/office/drawing/2014/main" id="{17E70C4C-7FF1-421E-B503-78B7F91A5882}"/>
                  </a:ext>
                </a:extLst>
              </p:cNvPr>
              <p:cNvSpPr/>
              <p:nvPr/>
            </p:nvSpPr>
            <p:spPr>
              <a:xfrm>
                <a:off x="36661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7" name="Freeform: Shape 2036">
                <a:extLst>
                  <a:ext uri="{FF2B5EF4-FFF2-40B4-BE49-F238E27FC236}">
                    <a16:creationId xmlns:a16="http://schemas.microsoft.com/office/drawing/2014/main" id="{4993C436-3B67-46E4-8086-93AE6E52442C}"/>
                  </a:ext>
                </a:extLst>
              </p:cNvPr>
              <p:cNvSpPr/>
              <p:nvPr/>
            </p:nvSpPr>
            <p:spPr>
              <a:xfrm>
                <a:off x="36661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8" name="Freeform: Shape 2037">
                <a:extLst>
                  <a:ext uri="{FF2B5EF4-FFF2-40B4-BE49-F238E27FC236}">
                    <a16:creationId xmlns:a16="http://schemas.microsoft.com/office/drawing/2014/main" id="{65262E10-43E2-4334-8247-586A9552B8EE}"/>
                  </a:ext>
                </a:extLst>
              </p:cNvPr>
              <p:cNvSpPr/>
              <p:nvPr/>
            </p:nvSpPr>
            <p:spPr>
              <a:xfrm>
                <a:off x="36661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9" name="Freeform: Shape 2038">
                <a:extLst>
                  <a:ext uri="{FF2B5EF4-FFF2-40B4-BE49-F238E27FC236}">
                    <a16:creationId xmlns:a16="http://schemas.microsoft.com/office/drawing/2014/main" id="{F1547C77-80BF-4363-8AFB-63E840B7BDDC}"/>
                  </a:ext>
                </a:extLst>
              </p:cNvPr>
              <p:cNvSpPr/>
              <p:nvPr/>
            </p:nvSpPr>
            <p:spPr>
              <a:xfrm>
                <a:off x="36661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0" name="Freeform: Shape 2039">
                <a:extLst>
                  <a:ext uri="{FF2B5EF4-FFF2-40B4-BE49-F238E27FC236}">
                    <a16:creationId xmlns:a16="http://schemas.microsoft.com/office/drawing/2014/main" id="{C125804D-2A90-4AE7-9FA0-897964EFED5D}"/>
                  </a:ext>
                </a:extLst>
              </p:cNvPr>
              <p:cNvSpPr/>
              <p:nvPr/>
            </p:nvSpPr>
            <p:spPr>
              <a:xfrm>
                <a:off x="366610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1" name="Freeform: Shape 2040">
                <a:extLst>
                  <a:ext uri="{FF2B5EF4-FFF2-40B4-BE49-F238E27FC236}">
                    <a16:creationId xmlns:a16="http://schemas.microsoft.com/office/drawing/2014/main" id="{D59F2AAD-7FBE-4B89-97B3-2FE36ADA8E61}"/>
                  </a:ext>
                </a:extLst>
              </p:cNvPr>
              <p:cNvSpPr/>
              <p:nvPr/>
            </p:nvSpPr>
            <p:spPr>
              <a:xfrm>
                <a:off x="35898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2" name="Freeform: Shape 2041">
                <a:extLst>
                  <a:ext uri="{FF2B5EF4-FFF2-40B4-BE49-F238E27FC236}">
                    <a16:creationId xmlns:a16="http://schemas.microsoft.com/office/drawing/2014/main" id="{DB907ED2-20A4-453A-835A-5405AF5CD847}"/>
                  </a:ext>
                </a:extLst>
              </p:cNvPr>
              <p:cNvSpPr/>
              <p:nvPr/>
            </p:nvSpPr>
            <p:spPr>
              <a:xfrm>
                <a:off x="35898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3" name="Freeform: Shape 2042">
                <a:extLst>
                  <a:ext uri="{FF2B5EF4-FFF2-40B4-BE49-F238E27FC236}">
                    <a16:creationId xmlns:a16="http://schemas.microsoft.com/office/drawing/2014/main" id="{074A40F0-F7D2-4B0C-B4AF-9F0188E7B596}"/>
                  </a:ext>
                </a:extLst>
              </p:cNvPr>
              <p:cNvSpPr/>
              <p:nvPr/>
            </p:nvSpPr>
            <p:spPr>
              <a:xfrm>
                <a:off x="35898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4" name="Freeform: Shape 2043">
                <a:extLst>
                  <a:ext uri="{FF2B5EF4-FFF2-40B4-BE49-F238E27FC236}">
                    <a16:creationId xmlns:a16="http://schemas.microsoft.com/office/drawing/2014/main" id="{CE32ED1F-5296-4899-A0F3-F408FC4AF8AB}"/>
                  </a:ext>
                </a:extLst>
              </p:cNvPr>
              <p:cNvSpPr/>
              <p:nvPr/>
            </p:nvSpPr>
            <p:spPr>
              <a:xfrm>
                <a:off x="35898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5" name="Freeform: Shape 2044">
                <a:extLst>
                  <a:ext uri="{FF2B5EF4-FFF2-40B4-BE49-F238E27FC236}">
                    <a16:creationId xmlns:a16="http://schemas.microsoft.com/office/drawing/2014/main" id="{D0E28213-2CBA-4A13-9486-9F7302F7F43E}"/>
                  </a:ext>
                </a:extLst>
              </p:cNvPr>
              <p:cNvSpPr/>
              <p:nvPr/>
            </p:nvSpPr>
            <p:spPr>
              <a:xfrm>
                <a:off x="35898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6" name="Freeform: Shape 2045">
                <a:extLst>
                  <a:ext uri="{FF2B5EF4-FFF2-40B4-BE49-F238E27FC236}">
                    <a16:creationId xmlns:a16="http://schemas.microsoft.com/office/drawing/2014/main" id="{F308DEDB-C57E-438D-BD82-E70757870AFD}"/>
                  </a:ext>
                </a:extLst>
              </p:cNvPr>
              <p:cNvSpPr/>
              <p:nvPr/>
            </p:nvSpPr>
            <p:spPr>
              <a:xfrm>
                <a:off x="35136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7" name="Freeform: Shape 2046">
                <a:extLst>
                  <a:ext uri="{FF2B5EF4-FFF2-40B4-BE49-F238E27FC236}">
                    <a16:creationId xmlns:a16="http://schemas.microsoft.com/office/drawing/2014/main" id="{98729483-D742-4F62-8CAD-44D3512521EF}"/>
                  </a:ext>
                </a:extLst>
              </p:cNvPr>
              <p:cNvSpPr/>
              <p:nvPr/>
            </p:nvSpPr>
            <p:spPr>
              <a:xfrm>
                <a:off x="35136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8" name="Freeform: Shape 2047">
                <a:extLst>
                  <a:ext uri="{FF2B5EF4-FFF2-40B4-BE49-F238E27FC236}">
                    <a16:creationId xmlns:a16="http://schemas.microsoft.com/office/drawing/2014/main" id="{4A160065-2B9D-478F-858C-B569E84C11BD}"/>
                  </a:ext>
                </a:extLst>
              </p:cNvPr>
              <p:cNvSpPr/>
              <p:nvPr/>
            </p:nvSpPr>
            <p:spPr>
              <a:xfrm>
                <a:off x="35136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9" name="Freeform: Shape 2048">
                <a:extLst>
                  <a:ext uri="{FF2B5EF4-FFF2-40B4-BE49-F238E27FC236}">
                    <a16:creationId xmlns:a16="http://schemas.microsoft.com/office/drawing/2014/main" id="{BD4C3E29-6406-4981-BE4B-90D0FAAF6DC3}"/>
                  </a:ext>
                </a:extLst>
              </p:cNvPr>
              <p:cNvSpPr/>
              <p:nvPr/>
            </p:nvSpPr>
            <p:spPr>
              <a:xfrm>
                <a:off x="35136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0" name="Freeform: Shape 2049">
                <a:extLst>
                  <a:ext uri="{FF2B5EF4-FFF2-40B4-BE49-F238E27FC236}">
                    <a16:creationId xmlns:a16="http://schemas.microsoft.com/office/drawing/2014/main" id="{E1BB4CA3-6113-4BDF-B97A-9691CE3861AB}"/>
                  </a:ext>
                </a:extLst>
              </p:cNvPr>
              <p:cNvSpPr/>
              <p:nvPr/>
            </p:nvSpPr>
            <p:spPr>
              <a:xfrm>
                <a:off x="35136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1" name="Freeform: Shape 2050">
                <a:extLst>
                  <a:ext uri="{FF2B5EF4-FFF2-40B4-BE49-F238E27FC236}">
                    <a16:creationId xmlns:a16="http://schemas.microsoft.com/office/drawing/2014/main" id="{55F6532E-98BB-4E64-A016-5C06002F18E0}"/>
                  </a:ext>
                </a:extLst>
              </p:cNvPr>
              <p:cNvSpPr/>
              <p:nvPr/>
            </p:nvSpPr>
            <p:spPr>
              <a:xfrm>
                <a:off x="35136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2" name="Freeform: Shape 2051">
                <a:extLst>
                  <a:ext uri="{FF2B5EF4-FFF2-40B4-BE49-F238E27FC236}">
                    <a16:creationId xmlns:a16="http://schemas.microsoft.com/office/drawing/2014/main" id="{CB93B6D6-F986-4E06-A6C8-B85B44F1E358}"/>
                  </a:ext>
                </a:extLst>
              </p:cNvPr>
              <p:cNvSpPr/>
              <p:nvPr/>
            </p:nvSpPr>
            <p:spPr>
              <a:xfrm>
                <a:off x="35136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3" name="Freeform: Shape 2052">
                <a:extLst>
                  <a:ext uri="{FF2B5EF4-FFF2-40B4-BE49-F238E27FC236}">
                    <a16:creationId xmlns:a16="http://schemas.microsoft.com/office/drawing/2014/main" id="{5EEC45A8-A8C9-42A5-8735-87D9AB63D89A}"/>
                  </a:ext>
                </a:extLst>
              </p:cNvPr>
              <p:cNvSpPr/>
              <p:nvPr/>
            </p:nvSpPr>
            <p:spPr>
              <a:xfrm>
                <a:off x="34374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4" name="Freeform: Shape 2053">
                <a:extLst>
                  <a:ext uri="{FF2B5EF4-FFF2-40B4-BE49-F238E27FC236}">
                    <a16:creationId xmlns:a16="http://schemas.microsoft.com/office/drawing/2014/main" id="{3BB57B4A-BD87-417E-912A-BB1C3A78EE8C}"/>
                  </a:ext>
                </a:extLst>
              </p:cNvPr>
              <p:cNvSpPr/>
              <p:nvPr/>
            </p:nvSpPr>
            <p:spPr>
              <a:xfrm>
                <a:off x="34374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5" name="Freeform: Shape 2054">
                <a:extLst>
                  <a:ext uri="{FF2B5EF4-FFF2-40B4-BE49-F238E27FC236}">
                    <a16:creationId xmlns:a16="http://schemas.microsoft.com/office/drawing/2014/main" id="{351BE898-A056-4B76-9B84-BC1D68B3682E}"/>
                  </a:ext>
                </a:extLst>
              </p:cNvPr>
              <p:cNvSpPr/>
              <p:nvPr/>
            </p:nvSpPr>
            <p:spPr>
              <a:xfrm>
                <a:off x="34374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6" name="Freeform: Shape 2055">
                <a:extLst>
                  <a:ext uri="{FF2B5EF4-FFF2-40B4-BE49-F238E27FC236}">
                    <a16:creationId xmlns:a16="http://schemas.microsoft.com/office/drawing/2014/main" id="{5BF56E00-B156-42A4-803E-7E84CC7ED117}"/>
                  </a:ext>
                </a:extLst>
              </p:cNvPr>
              <p:cNvSpPr/>
              <p:nvPr/>
            </p:nvSpPr>
            <p:spPr>
              <a:xfrm>
                <a:off x="34374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7" name="Freeform: Shape 2056">
                <a:extLst>
                  <a:ext uri="{FF2B5EF4-FFF2-40B4-BE49-F238E27FC236}">
                    <a16:creationId xmlns:a16="http://schemas.microsoft.com/office/drawing/2014/main" id="{6C5F8277-48E5-4926-B865-9EA282EDDBBF}"/>
                  </a:ext>
                </a:extLst>
              </p:cNvPr>
              <p:cNvSpPr/>
              <p:nvPr/>
            </p:nvSpPr>
            <p:spPr>
              <a:xfrm>
                <a:off x="34374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8" name="Freeform: Shape 2057">
                <a:extLst>
                  <a:ext uri="{FF2B5EF4-FFF2-40B4-BE49-F238E27FC236}">
                    <a16:creationId xmlns:a16="http://schemas.microsoft.com/office/drawing/2014/main" id="{AF1A97EB-EDBF-4592-9773-88F9F685E0E3}"/>
                  </a:ext>
                </a:extLst>
              </p:cNvPr>
              <p:cNvSpPr/>
              <p:nvPr/>
            </p:nvSpPr>
            <p:spPr>
              <a:xfrm>
                <a:off x="34374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9" name="Freeform: Shape 2058">
                <a:extLst>
                  <a:ext uri="{FF2B5EF4-FFF2-40B4-BE49-F238E27FC236}">
                    <a16:creationId xmlns:a16="http://schemas.microsoft.com/office/drawing/2014/main" id="{01D351E1-EAEE-4B03-8395-00BDDE449196}"/>
                  </a:ext>
                </a:extLst>
              </p:cNvPr>
              <p:cNvSpPr/>
              <p:nvPr/>
            </p:nvSpPr>
            <p:spPr>
              <a:xfrm>
                <a:off x="34374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0" name="Freeform: Shape 2059">
                <a:extLst>
                  <a:ext uri="{FF2B5EF4-FFF2-40B4-BE49-F238E27FC236}">
                    <a16:creationId xmlns:a16="http://schemas.microsoft.com/office/drawing/2014/main" id="{03EA2C48-BC0E-428B-9016-20311AF9C176}"/>
                  </a:ext>
                </a:extLst>
              </p:cNvPr>
              <p:cNvSpPr/>
              <p:nvPr/>
            </p:nvSpPr>
            <p:spPr>
              <a:xfrm>
                <a:off x="33614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1" name="Freeform: Shape 2060">
                <a:extLst>
                  <a:ext uri="{FF2B5EF4-FFF2-40B4-BE49-F238E27FC236}">
                    <a16:creationId xmlns:a16="http://schemas.microsoft.com/office/drawing/2014/main" id="{817B20CC-9460-4F61-8253-2A92019AA80C}"/>
                  </a:ext>
                </a:extLst>
              </p:cNvPr>
              <p:cNvSpPr/>
              <p:nvPr/>
            </p:nvSpPr>
            <p:spPr>
              <a:xfrm>
                <a:off x="33614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2" name="Freeform: Shape 2061">
                <a:extLst>
                  <a:ext uri="{FF2B5EF4-FFF2-40B4-BE49-F238E27FC236}">
                    <a16:creationId xmlns:a16="http://schemas.microsoft.com/office/drawing/2014/main" id="{1A8CAAEB-76A0-40E9-8DD3-2F926367DECF}"/>
                  </a:ext>
                </a:extLst>
              </p:cNvPr>
              <p:cNvSpPr/>
              <p:nvPr/>
            </p:nvSpPr>
            <p:spPr>
              <a:xfrm>
                <a:off x="33614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3" name="Freeform: Shape 2062">
                <a:extLst>
                  <a:ext uri="{FF2B5EF4-FFF2-40B4-BE49-F238E27FC236}">
                    <a16:creationId xmlns:a16="http://schemas.microsoft.com/office/drawing/2014/main" id="{1D4FF834-6D3B-4148-A582-41CDD33D6FDB}"/>
                  </a:ext>
                </a:extLst>
              </p:cNvPr>
              <p:cNvSpPr/>
              <p:nvPr/>
            </p:nvSpPr>
            <p:spPr>
              <a:xfrm>
                <a:off x="33614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4" name="Freeform: Shape 2063">
                <a:extLst>
                  <a:ext uri="{FF2B5EF4-FFF2-40B4-BE49-F238E27FC236}">
                    <a16:creationId xmlns:a16="http://schemas.microsoft.com/office/drawing/2014/main" id="{C438C86C-A9EF-4B49-A8CE-C650416667F4}"/>
                  </a:ext>
                </a:extLst>
              </p:cNvPr>
              <p:cNvSpPr/>
              <p:nvPr/>
            </p:nvSpPr>
            <p:spPr>
              <a:xfrm>
                <a:off x="32852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5" name="Freeform: Shape 2064">
                <a:extLst>
                  <a:ext uri="{FF2B5EF4-FFF2-40B4-BE49-F238E27FC236}">
                    <a16:creationId xmlns:a16="http://schemas.microsoft.com/office/drawing/2014/main" id="{81487009-F90F-461A-B54E-85F45D292AF2}"/>
                  </a:ext>
                </a:extLst>
              </p:cNvPr>
              <p:cNvSpPr/>
              <p:nvPr/>
            </p:nvSpPr>
            <p:spPr>
              <a:xfrm>
                <a:off x="31328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6" name="Freeform: Shape 2065">
                <a:extLst>
                  <a:ext uri="{FF2B5EF4-FFF2-40B4-BE49-F238E27FC236}">
                    <a16:creationId xmlns:a16="http://schemas.microsoft.com/office/drawing/2014/main" id="{8CE1D34A-1AA9-4EEE-ABC8-13CF8D566E2B}"/>
                  </a:ext>
                </a:extLst>
              </p:cNvPr>
              <p:cNvSpPr/>
              <p:nvPr/>
            </p:nvSpPr>
            <p:spPr>
              <a:xfrm>
                <a:off x="30568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7" name="Freeform: Shape 2066">
                <a:extLst>
                  <a:ext uri="{FF2B5EF4-FFF2-40B4-BE49-F238E27FC236}">
                    <a16:creationId xmlns:a16="http://schemas.microsoft.com/office/drawing/2014/main" id="{6D0454FD-A175-4105-AB52-909D7727EA34}"/>
                  </a:ext>
                </a:extLst>
              </p:cNvPr>
              <p:cNvSpPr/>
              <p:nvPr/>
            </p:nvSpPr>
            <p:spPr>
              <a:xfrm>
                <a:off x="3056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8" name="Freeform: Shape 2067">
                <a:extLst>
                  <a:ext uri="{FF2B5EF4-FFF2-40B4-BE49-F238E27FC236}">
                    <a16:creationId xmlns:a16="http://schemas.microsoft.com/office/drawing/2014/main" id="{C044C00B-7BC2-499E-9B09-6FAE036EA746}"/>
                  </a:ext>
                </a:extLst>
              </p:cNvPr>
              <p:cNvSpPr/>
              <p:nvPr/>
            </p:nvSpPr>
            <p:spPr>
              <a:xfrm>
                <a:off x="29805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9" name="Freeform: Shape 2068">
                <a:extLst>
                  <a:ext uri="{FF2B5EF4-FFF2-40B4-BE49-F238E27FC236}">
                    <a16:creationId xmlns:a16="http://schemas.microsoft.com/office/drawing/2014/main" id="{5F213A36-5D0C-4CBB-8424-6B39805EC367}"/>
                  </a:ext>
                </a:extLst>
              </p:cNvPr>
              <p:cNvSpPr/>
              <p:nvPr/>
            </p:nvSpPr>
            <p:spPr>
              <a:xfrm>
                <a:off x="29805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0" name="Freeform: Shape 2069">
                <a:extLst>
                  <a:ext uri="{FF2B5EF4-FFF2-40B4-BE49-F238E27FC236}">
                    <a16:creationId xmlns:a16="http://schemas.microsoft.com/office/drawing/2014/main" id="{737994C4-0828-46E4-B6F5-6423A09618A7}"/>
                  </a:ext>
                </a:extLst>
              </p:cNvPr>
              <p:cNvSpPr/>
              <p:nvPr/>
            </p:nvSpPr>
            <p:spPr>
              <a:xfrm>
                <a:off x="29805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1" name="Freeform: Shape 2070">
                <a:extLst>
                  <a:ext uri="{FF2B5EF4-FFF2-40B4-BE49-F238E27FC236}">
                    <a16:creationId xmlns:a16="http://schemas.microsoft.com/office/drawing/2014/main" id="{567C8AD9-9404-4464-B69D-4A078770D0E7}"/>
                  </a:ext>
                </a:extLst>
              </p:cNvPr>
              <p:cNvSpPr/>
              <p:nvPr/>
            </p:nvSpPr>
            <p:spPr>
              <a:xfrm>
                <a:off x="29805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2" name="Freeform: Shape 2071">
                <a:extLst>
                  <a:ext uri="{FF2B5EF4-FFF2-40B4-BE49-F238E27FC236}">
                    <a16:creationId xmlns:a16="http://schemas.microsoft.com/office/drawing/2014/main" id="{42A2DED3-AA2E-41CD-81E1-7AB849D431B8}"/>
                  </a:ext>
                </a:extLst>
              </p:cNvPr>
              <p:cNvSpPr/>
              <p:nvPr/>
            </p:nvSpPr>
            <p:spPr>
              <a:xfrm>
                <a:off x="29805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3" name="Freeform: Shape 2072">
                <a:extLst>
                  <a:ext uri="{FF2B5EF4-FFF2-40B4-BE49-F238E27FC236}">
                    <a16:creationId xmlns:a16="http://schemas.microsoft.com/office/drawing/2014/main" id="{40A11510-8E9F-42A1-B938-2A7F6EA8E66E}"/>
                  </a:ext>
                </a:extLst>
              </p:cNvPr>
              <p:cNvSpPr/>
              <p:nvPr/>
            </p:nvSpPr>
            <p:spPr>
              <a:xfrm>
                <a:off x="29805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4" name="Freeform: Shape 2073">
                <a:extLst>
                  <a:ext uri="{FF2B5EF4-FFF2-40B4-BE49-F238E27FC236}">
                    <a16:creationId xmlns:a16="http://schemas.microsoft.com/office/drawing/2014/main" id="{E970B072-6BA0-4E5D-AD5A-27096C5EE2AD}"/>
                  </a:ext>
                </a:extLst>
              </p:cNvPr>
              <p:cNvSpPr/>
              <p:nvPr/>
            </p:nvSpPr>
            <p:spPr>
              <a:xfrm>
                <a:off x="29043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5" name="Freeform: Shape 2074">
                <a:extLst>
                  <a:ext uri="{FF2B5EF4-FFF2-40B4-BE49-F238E27FC236}">
                    <a16:creationId xmlns:a16="http://schemas.microsoft.com/office/drawing/2014/main" id="{6AAEB83C-8ED5-4BA7-B576-D72061AE1EAB}"/>
                  </a:ext>
                </a:extLst>
              </p:cNvPr>
              <p:cNvSpPr/>
              <p:nvPr/>
            </p:nvSpPr>
            <p:spPr>
              <a:xfrm>
                <a:off x="29043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6" name="Freeform: Shape 2075">
                <a:extLst>
                  <a:ext uri="{FF2B5EF4-FFF2-40B4-BE49-F238E27FC236}">
                    <a16:creationId xmlns:a16="http://schemas.microsoft.com/office/drawing/2014/main" id="{1F150FFA-F071-41A4-A9E8-5141CF465AD9}"/>
                  </a:ext>
                </a:extLst>
              </p:cNvPr>
              <p:cNvSpPr/>
              <p:nvPr/>
            </p:nvSpPr>
            <p:spPr>
              <a:xfrm>
                <a:off x="29043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7" name="Freeform: Shape 2076">
                <a:extLst>
                  <a:ext uri="{FF2B5EF4-FFF2-40B4-BE49-F238E27FC236}">
                    <a16:creationId xmlns:a16="http://schemas.microsoft.com/office/drawing/2014/main" id="{315AC4AD-7C9E-44A0-91E5-844B705D0B80}"/>
                  </a:ext>
                </a:extLst>
              </p:cNvPr>
              <p:cNvSpPr/>
              <p:nvPr/>
            </p:nvSpPr>
            <p:spPr>
              <a:xfrm>
                <a:off x="29043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8" name="Freeform: Shape 2077">
                <a:extLst>
                  <a:ext uri="{FF2B5EF4-FFF2-40B4-BE49-F238E27FC236}">
                    <a16:creationId xmlns:a16="http://schemas.microsoft.com/office/drawing/2014/main" id="{3FA245B9-4433-4770-8B1B-7C8F11EF71EB}"/>
                  </a:ext>
                </a:extLst>
              </p:cNvPr>
              <p:cNvSpPr/>
              <p:nvPr/>
            </p:nvSpPr>
            <p:spPr>
              <a:xfrm>
                <a:off x="29043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9" name="Freeform: Shape 2078">
                <a:extLst>
                  <a:ext uri="{FF2B5EF4-FFF2-40B4-BE49-F238E27FC236}">
                    <a16:creationId xmlns:a16="http://schemas.microsoft.com/office/drawing/2014/main" id="{60AABBA5-B1B8-4F40-A11A-411B5F87F830}"/>
                  </a:ext>
                </a:extLst>
              </p:cNvPr>
              <p:cNvSpPr/>
              <p:nvPr/>
            </p:nvSpPr>
            <p:spPr>
              <a:xfrm>
                <a:off x="29043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0" name="Freeform: Shape 2079">
                <a:extLst>
                  <a:ext uri="{FF2B5EF4-FFF2-40B4-BE49-F238E27FC236}">
                    <a16:creationId xmlns:a16="http://schemas.microsoft.com/office/drawing/2014/main" id="{9C05389C-6490-4855-88E0-7734F9338CA7}"/>
                  </a:ext>
                </a:extLst>
              </p:cNvPr>
              <p:cNvSpPr/>
              <p:nvPr/>
            </p:nvSpPr>
            <p:spPr>
              <a:xfrm>
                <a:off x="29043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1" name="Freeform: Shape 2080">
                <a:extLst>
                  <a:ext uri="{FF2B5EF4-FFF2-40B4-BE49-F238E27FC236}">
                    <a16:creationId xmlns:a16="http://schemas.microsoft.com/office/drawing/2014/main" id="{939BB211-799A-4F37-98FE-A5CEC5FB5B73}"/>
                  </a:ext>
                </a:extLst>
              </p:cNvPr>
              <p:cNvSpPr/>
              <p:nvPr/>
            </p:nvSpPr>
            <p:spPr>
              <a:xfrm>
                <a:off x="28281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6" y="1"/>
                    </a:moveTo>
                    <a:cubicBezTo>
                      <a:pt x="1072" y="1"/>
                      <a:pt x="1069" y="1"/>
                      <a:pt x="1066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2" name="Freeform: Shape 2081">
                <a:extLst>
                  <a:ext uri="{FF2B5EF4-FFF2-40B4-BE49-F238E27FC236}">
                    <a16:creationId xmlns:a16="http://schemas.microsoft.com/office/drawing/2014/main" id="{DABC9D39-FD59-48A0-B451-F5144F303F2B}"/>
                  </a:ext>
                </a:extLst>
              </p:cNvPr>
              <p:cNvSpPr/>
              <p:nvPr/>
            </p:nvSpPr>
            <p:spPr>
              <a:xfrm>
                <a:off x="28281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3" name="Freeform: Shape 2082">
                <a:extLst>
                  <a:ext uri="{FF2B5EF4-FFF2-40B4-BE49-F238E27FC236}">
                    <a16:creationId xmlns:a16="http://schemas.microsoft.com/office/drawing/2014/main" id="{7DCB5E31-4D33-4352-8BBF-084EB9328288}"/>
                  </a:ext>
                </a:extLst>
              </p:cNvPr>
              <p:cNvSpPr/>
              <p:nvPr/>
            </p:nvSpPr>
            <p:spPr>
              <a:xfrm>
                <a:off x="28281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4" name="Freeform: Shape 2083">
                <a:extLst>
                  <a:ext uri="{FF2B5EF4-FFF2-40B4-BE49-F238E27FC236}">
                    <a16:creationId xmlns:a16="http://schemas.microsoft.com/office/drawing/2014/main" id="{DBFB0590-204A-45F2-81E6-889E519531D2}"/>
                  </a:ext>
                </a:extLst>
              </p:cNvPr>
              <p:cNvSpPr/>
              <p:nvPr/>
            </p:nvSpPr>
            <p:spPr>
              <a:xfrm>
                <a:off x="28281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5" name="Freeform: Shape 2084">
                <a:extLst>
                  <a:ext uri="{FF2B5EF4-FFF2-40B4-BE49-F238E27FC236}">
                    <a16:creationId xmlns:a16="http://schemas.microsoft.com/office/drawing/2014/main" id="{A67AB36E-B777-49BF-B833-C4DFA95EE76C}"/>
                  </a:ext>
                </a:extLst>
              </p:cNvPr>
              <p:cNvSpPr/>
              <p:nvPr/>
            </p:nvSpPr>
            <p:spPr>
              <a:xfrm>
                <a:off x="28281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6" name="Freeform: Shape 2085">
                <a:extLst>
                  <a:ext uri="{FF2B5EF4-FFF2-40B4-BE49-F238E27FC236}">
                    <a16:creationId xmlns:a16="http://schemas.microsoft.com/office/drawing/2014/main" id="{E5F42037-82BB-4D36-A957-EC02AD44FD1F}"/>
                  </a:ext>
                </a:extLst>
              </p:cNvPr>
              <p:cNvSpPr/>
              <p:nvPr/>
            </p:nvSpPr>
            <p:spPr>
              <a:xfrm>
                <a:off x="28281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7" name="Freeform: Shape 2086">
                <a:extLst>
                  <a:ext uri="{FF2B5EF4-FFF2-40B4-BE49-F238E27FC236}">
                    <a16:creationId xmlns:a16="http://schemas.microsoft.com/office/drawing/2014/main" id="{5CA8A4AB-03B7-4343-8A11-16B74C68AA59}"/>
                  </a:ext>
                </a:extLst>
              </p:cNvPr>
              <p:cNvSpPr/>
              <p:nvPr/>
            </p:nvSpPr>
            <p:spPr>
              <a:xfrm>
                <a:off x="28281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8" name="Freeform: Shape 2087">
                <a:extLst>
                  <a:ext uri="{FF2B5EF4-FFF2-40B4-BE49-F238E27FC236}">
                    <a16:creationId xmlns:a16="http://schemas.microsoft.com/office/drawing/2014/main" id="{A01A48F6-6813-4CB9-B846-DBA35C2D8BFB}"/>
                  </a:ext>
                </a:extLst>
              </p:cNvPr>
              <p:cNvSpPr/>
              <p:nvPr/>
            </p:nvSpPr>
            <p:spPr>
              <a:xfrm>
                <a:off x="282815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9" name="Freeform: Shape 2088">
                <a:extLst>
                  <a:ext uri="{FF2B5EF4-FFF2-40B4-BE49-F238E27FC236}">
                    <a16:creationId xmlns:a16="http://schemas.microsoft.com/office/drawing/2014/main" id="{AB61576B-8E23-4668-AB35-A5E5DC016509}"/>
                  </a:ext>
                </a:extLst>
              </p:cNvPr>
              <p:cNvSpPr/>
              <p:nvPr/>
            </p:nvSpPr>
            <p:spPr>
              <a:xfrm>
                <a:off x="27519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0" name="Freeform: Shape 2089">
                <a:extLst>
                  <a:ext uri="{FF2B5EF4-FFF2-40B4-BE49-F238E27FC236}">
                    <a16:creationId xmlns:a16="http://schemas.microsoft.com/office/drawing/2014/main" id="{11ABFA75-D2D3-4521-B42D-9857E1519751}"/>
                  </a:ext>
                </a:extLst>
              </p:cNvPr>
              <p:cNvSpPr/>
              <p:nvPr/>
            </p:nvSpPr>
            <p:spPr>
              <a:xfrm>
                <a:off x="27519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1" name="Freeform: Shape 2090">
                <a:extLst>
                  <a:ext uri="{FF2B5EF4-FFF2-40B4-BE49-F238E27FC236}">
                    <a16:creationId xmlns:a16="http://schemas.microsoft.com/office/drawing/2014/main" id="{E1755C44-B22C-4DE5-BF58-8D1DF54778E8}"/>
                  </a:ext>
                </a:extLst>
              </p:cNvPr>
              <p:cNvSpPr/>
              <p:nvPr/>
            </p:nvSpPr>
            <p:spPr>
              <a:xfrm>
                <a:off x="27519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2" name="Freeform: Shape 2091">
                <a:extLst>
                  <a:ext uri="{FF2B5EF4-FFF2-40B4-BE49-F238E27FC236}">
                    <a16:creationId xmlns:a16="http://schemas.microsoft.com/office/drawing/2014/main" id="{756EC070-174E-4622-B7F0-E5A701FAF356}"/>
                  </a:ext>
                </a:extLst>
              </p:cNvPr>
              <p:cNvSpPr/>
              <p:nvPr/>
            </p:nvSpPr>
            <p:spPr>
              <a:xfrm>
                <a:off x="27519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3" name="Freeform: Shape 2092">
                <a:extLst>
                  <a:ext uri="{FF2B5EF4-FFF2-40B4-BE49-F238E27FC236}">
                    <a16:creationId xmlns:a16="http://schemas.microsoft.com/office/drawing/2014/main" id="{330F6D5B-8D6B-4FBC-B3E7-C5B7B8F3AB17}"/>
                  </a:ext>
                </a:extLst>
              </p:cNvPr>
              <p:cNvSpPr/>
              <p:nvPr/>
            </p:nvSpPr>
            <p:spPr>
              <a:xfrm>
                <a:off x="27519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4" name="Freeform: Shape 2093">
                <a:extLst>
                  <a:ext uri="{FF2B5EF4-FFF2-40B4-BE49-F238E27FC236}">
                    <a16:creationId xmlns:a16="http://schemas.microsoft.com/office/drawing/2014/main" id="{72CF5B68-229B-44E9-90DA-748FE7E66862}"/>
                  </a:ext>
                </a:extLst>
              </p:cNvPr>
              <p:cNvSpPr/>
              <p:nvPr/>
            </p:nvSpPr>
            <p:spPr>
              <a:xfrm>
                <a:off x="275195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5" name="Freeform: Shape 2094">
                <a:extLst>
                  <a:ext uri="{FF2B5EF4-FFF2-40B4-BE49-F238E27FC236}">
                    <a16:creationId xmlns:a16="http://schemas.microsoft.com/office/drawing/2014/main" id="{85EE5F12-CAA1-41C5-8FE6-7CC3B90881D1}"/>
                  </a:ext>
                </a:extLst>
              </p:cNvPr>
              <p:cNvSpPr/>
              <p:nvPr/>
            </p:nvSpPr>
            <p:spPr>
              <a:xfrm>
                <a:off x="27519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6" name="Freeform: Shape 2095">
                <a:extLst>
                  <a:ext uri="{FF2B5EF4-FFF2-40B4-BE49-F238E27FC236}">
                    <a16:creationId xmlns:a16="http://schemas.microsoft.com/office/drawing/2014/main" id="{B2704EF6-3902-4DC2-AAC0-736694873118}"/>
                  </a:ext>
                </a:extLst>
              </p:cNvPr>
              <p:cNvSpPr/>
              <p:nvPr/>
            </p:nvSpPr>
            <p:spPr>
              <a:xfrm>
                <a:off x="2751950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7" name="Freeform: Shape 2096">
                <a:extLst>
                  <a:ext uri="{FF2B5EF4-FFF2-40B4-BE49-F238E27FC236}">
                    <a16:creationId xmlns:a16="http://schemas.microsoft.com/office/drawing/2014/main" id="{B6B537FD-763F-4D35-A543-8E8D3C1668E1}"/>
                  </a:ext>
                </a:extLst>
              </p:cNvPr>
              <p:cNvSpPr/>
              <p:nvPr/>
            </p:nvSpPr>
            <p:spPr>
              <a:xfrm>
                <a:off x="2675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8" name="Freeform: Shape 2097">
                <a:extLst>
                  <a:ext uri="{FF2B5EF4-FFF2-40B4-BE49-F238E27FC236}">
                    <a16:creationId xmlns:a16="http://schemas.microsoft.com/office/drawing/2014/main" id="{E03A04A5-0700-4623-A910-7E800A8539BE}"/>
                  </a:ext>
                </a:extLst>
              </p:cNvPr>
              <p:cNvSpPr/>
              <p:nvPr/>
            </p:nvSpPr>
            <p:spPr>
              <a:xfrm>
                <a:off x="2675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9" name="Freeform: Shape 2098">
                <a:extLst>
                  <a:ext uri="{FF2B5EF4-FFF2-40B4-BE49-F238E27FC236}">
                    <a16:creationId xmlns:a16="http://schemas.microsoft.com/office/drawing/2014/main" id="{4978DE66-9E01-42AD-8281-2A25C36F21C7}"/>
                  </a:ext>
                </a:extLst>
              </p:cNvPr>
              <p:cNvSpPr/>
              <p:nvPr/>
            </p:nvSpPr>
            <p:spPr>
              <a:xfrm>
                <a:off x="2675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0" name="Freeform: Shape 2099">
                <a:extLst>
                  <a:ext uri="{FF2B5EF4-FFF2-40B4-BE49-F238E27FC236}">
                    <a16:creationId xmlns:a16="http://schemas.microsoft.com/office/drawing/2014/main" id="{CF17EBDC-F0FC-4A98-A10A-9567B1E6936F}"/>
                  </a:ext>
                </a:extLst>
              </p:cNvPr>
              <p:cNvSpPr/>
              <p:nvPr/>
            </p:nvSpPr>
            <p:spPr>
              <a:xfrm>
                <a:off x="2675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1" name="Freeform: Shape 2100">
                <a:extLst>
                  <a:ext uri="{FF2B5EF4-FFF2-40B4-BE49-F238E27FC236}">
                    <a16:creationId xmlns:a16="http://schemas.microsoft.com/office/drawing/2014/main" id="{1226CF30-99BE-4EAB-9129-255670598169}"/>
                  </a:ext>
                </a:extLst>
              </p:cNvPr>
              <p:cNvSpPr/>
              <p:nvPr/>
            </p:nvSpPr>
            <p:spPr>
              <a:xfrm>
                <a:off x="26759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2" name="Freeform: Shape 2101">
                <a:extLst>
                  <a:ext uri="{FF2B5EF4-FFF2-40B4-BE49-F238E27FC236}">
                    <a16:creationId xmlns:a16="http://schemas.microsoft.com/office/drawing/2014/main" id="{AB471258-79FB-4B4B-8E7C-50D31CD10832}"/>
                  </a:ext>
                </a:extLst>
              </p:cNvPr>
              <p:cNvSpPr/>
              <p:nvPr/>
            </p:nvSpPr>
            <p:spPr>
              <a:xfrm>
                <a:off x="26759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3" name="Freeform: Shape 2102">
                <a:extLst>
                  <a:ext uri="{FF2B5EF4-FFF2-40B4-BE49-F238E27FC236}">
                    <a16:creationId xmlns:a16="http://schemas.microsoft.com/office/drawing/2014/main" id="{05F0BAD0-72FC-4EC2-9928-465C537519D9}"/>
                  </a:ext>
                </a:extLst>
              </p:cNvPr>
              <p:cNvSpPr/>
              <p:nvPr/>
            </p:nvSpPr>
            <p:spPr>
              <a:xfrm>
                <a:off x="26759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4" name="Freeform: Shape 2103">
                <a:extLst>
                  <a:ext uri="{FF2B5EF4-FFF2-40B4-BE49-F238E27FC236}">
                    <a16:creationId xmlns:a16="http://schemas.microsoft.com/office/drawing/2014/main" id="{A8D080FF-8567-4D60-903B-18A6E417AE01}"/>
                  </a:ext>
                </a:extLst>
              </p:cNvPr>
              <p:cNvSpPr/>
              <p:nvPr/>
            </p:nvSpPr>
            <p:spPr>
              <a:xfrm>
                <a:off x="26759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5" name="Freeform: Shape 2104">
                <a:extLst>
                  <a:ext uri="{FF2B5EF4-FFF2-40B4-BE49-F238E27FC236}">
                    <a16:creationId xmlns:a16="http://schemas.microsoft.com/office/drawing/2014/main" id="{39AE6DE7-26F5-4CEC-AC4D-549B92D793EF}"/>
                  </a:ext>
                </a:extLst>
              </p:cNvPr>
              <p:cNvSpPr/>
              <p:nvPr/>
            </p:nvSpPr>
            <p:spPr>
              <a:xfrm>
                <a:off x="25997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6" name="Freeform: Shape 2105">
                <a:extLst>
                  <a:ext uri="{FF2B5EF4-FFF2-40B4-BE49-F238E27FC236}">
                    <a16:creationId xmlns:a16="http://schemas.microsoft.com/office/drawing/2014/main" id="{651E69B5-9F09-425C-8B94-6F4C937247AE}"/>
                  </a:ext>
                </a:extLst>
              </p:cNvPr>
              <p:cNvSpPr/>
              <p:nvPr/>
            </p:nvSpPr>
            <p:spPr>
              <a:xfrm>
                <a:off x="25997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7" name="Freeform: Shape 2106">
                <a:extLst>
                  <a:ext uri="{FF2B5EF4-FFF2-40B4-BE49-F238E27FC236}">
                    <a16:creationId xmlns:a16="http://schemas.microsoft.com/office/drawing/2014/main" id="{251AFBD6-55F0-4004-9E7D-96BB224FC98E}"/>
                  </a:ext>
                </a:extLst>
              </p:cNvPr>
              <p:cNvSpPr/>
              <p:nvPr/>
            </p:nvSpPr>
            <p:spPr>
              <a:xfrm>
                <a:off x="25997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8" name="Freeform: Shape 2107">
                <a:extLst>
                  <a:ext uri="{FF2B5EF4-FFF2-40B4-BE49-F238E27FC236}">
                    <a16:creationId xmlns:a16="http://schemas.microsoft.com/office/drawing/2014/main" id="{C5A464A6-A470-4069-9704-1AED8338B85E}"/>
                  </a:ext>
                </a:extLst>
              </p:cNvPr>
              <p:cNvSpPr/>
              <p:nvPr/>
            </p:nvSpPr>
            <p:spPr>
              <a:xfrm>
                <a:off x="25997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9" name="Freeform: Shape 2108">
                <a:extLst>
                  <a:ext uri="{FF2B5EF4-FFF2-40B4-BE49-F238E27FC236}">
                    <a16:creationId xmlns:a16="http://schemas.microsoft.com/office/drawing/2014/main" id="{393E2390-71EF-48EA-9B4F-96558BF9CD39}"/>
                  </a:ext>
                </a:extLst>
              </p:cNvPr>
              <p:cNvSpPr/>
              <p:nvPr/>
            </p:nvSpPr>
            <p:spPr>
              <a:xfrm>
                <a:off x="25997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0" name="Freeform: Shape 2109">
                <a:extLst>
                  <a:ext uri="{FF2B5EF4-FFF2-40B4-BE49-F238E27FC236}">
                    <a16:creationId xmlns:a16="http://schemas.microsoft.com/office/drawing/2014/main" id="{BABBDF5F-218C-4680-A1C5-CD44C713A42E}"/>
                  </a:ext>
                </a:extLst>
              </p:cNvPr>
              <p:cNvSpPr/>
              <p:nvPr/>
            </p:nvSpPr>
            <p:spPr>
              <a:xfrm>
                <a:off x="25997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1" name="Freeform: Shape 2110">
                <a:extLst>
                  <a:ext uri="{FF2B5EF4-FFF2-40B4-BE49-F238E27FC236}">
                    <a16:creationId xmlns:a16="http://schemas.microsoft.com/office/drawing/2014/main" id="{4B3FDAEE-6020-4827-B0B8-7C3E5C440D02}"/>
                  </a:ext>
                </a:extLst>
              </p:cNvPr>
              <p:cNvSpPr/>
              <p:nvPr/>
            </p:nvSpPr>
            <p:spPr>
              <a:xfrm>
                <a:off x="259972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2" name="Freeform: Shape 2111">
                <a:extLst>
                  <a:ext uri="{FF2B5EF4-FFF2-40B4-BE49-F238E27FC236}">
                    <a16:creationId xmlns:a16="http://schemas.microsoft.com/office/drawing/2014/main" id="{F70AC113-EB11-44FB-87A5-CECFF3C578A4}"/>
                  </a:ext>
                </a:extLst>
              </p:cNvPr>
              <p:cNvSpPr/>
              <p:nvPr/>
            </p:nvSpPr>
            <p:spPr>
              <a:xfrm>
                <a:off x="259972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3" name="Freeform: Shape 2112">
                <a:extLst>
                  <a:ext uri="{FF2B5EF4-FFF2-40B4-BE49-F238E27FC236}">
                    <a16:creationId xmlns:a16="http://schemas.microsoft.com/office/drawing/2014/main" id="{AEAAC66D-9A26-43A4-89B2-D3B23BEADC99}"/>
                  </a:ext>
                </a:extLst>
              </p:cNvPr>
              <p:cNvSpPr/>
              <p:nvPr/>
            </p:nvSpPr>
            <p:spPr>
              <a:xfrm>
                <a:off x="259972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4" name="Freeform: Shape 2113">
                <a:extLst>
                  <a:ext uri="{FF2B5EF4-FFF2-40B4-BE49-F238E27FC236}">
                    <a16:creationId xmlns:a16="http://schemas.microsoft.com/office/drawing/2014/main" id="{F778900D-8C78-48EA-8A9C-3F24B58C7666}"/>
                  </a:ext>
                </a:extLst>
              </p:cNvPr>
              <p:cNvSpPr/>
              <p:nvPr/>
            </p:nvSpPr>
            <p:spPr>
              <a:xfrm>
                <a:off x="25235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5" name="Freeform: Shape 2114">
                <a:extLst>
                  <a:ext uri="{FF2B5EF4-FFF2-40B4-BE49-F238E27FC236}">
                    <a16:creationId xmlns:a16="http://schemas.microsoft.com/office/drawing/2014/main" id="{7BEF8544-67FB-4801-953C-483B6E6ACE23}"/>
                  </a:ext>
                </a:extLst>
              </p:cNvPr>
              <p:cNvSpPr/>
              <p:nvPr/>
            </p:nvSpPr>
            <p:spPr>
              <a:xfrm>
                <a:off x="25235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6" name="Freeform: Shape 2115">
                <a:extLst>
                  <a:ext uri="{FF2B5EF4-FFF2-40B4-BE49-F238E27FC236}">
                    <a16:creationId xmlns:a16="http://schemas.microsoft.com/office/drawing/2014/main" id="{33C40B5A-AEB6-4D6C-9307-32D4937AC83D}"/>
                  </a:ext>
                </a:extLst>
              </p:cNvPr>
              <p:cNvSpPr/>
              <p:nvPr/>
            </p:nvSpPr>
            <p:spPr>
              <a:xfrm>
                <a:off x="25235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7" name="Freeform: Shape 2116">
                <a:extLst>
                  <a:ext uri="{FF2B5EF4-FFF2-40B4-BE49-F238E27FC236}">
                    <a16:creationId xmlns:a16="http://schemas.microsoft.com/office/drawing/2014/main" id="{D7A70852-825B-49A3-8E37-C533D96D776B}"/>
                  </a:ext>
                </a:extLst>
              </p:cNvPr>
              <p:cNvSpPr/>
              <p:nvPr/>
            </p:nvSpPr>
            <p:spPr>
              <a:xfrm>
                <a:off x="2523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8" name="Freeform: Shape 2117">
                <a:extLst>
                  <a:ext uri="{FF2B5EF4-FFF2-40B4-BE49-F238E27FC236}">
                    <a16:creationId xmlns:a16="http://schemas.microsoft.com/office/drawing/2014/main" id="{1C230660-A5AF-456C-95A9-CB39A533EA81}"/>
                  </a:ext>
                </a:extLst>
              </p:cNvPr>
              <p:cNvSpPr/>
              <p:nvPr/>
            </p:nvSpPr>
            <p:spPr>
              <a:xfrm>
                <a:off x="2523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9" name="Freeform: Shape 2118">
                <a:extLst>
                  <a:ext uri="{FF2B5EF4-FFF2-40B4-BE49-F238E27FC236}">
                    <a16:creationId xmlns:a16="http://schemas.microsoft.com/office/drawing/2014/main" id="{DFA55143-1879-4FC2-BDBC-8C3C99BF39F1}"/>
                  </a:ext>
                </a:extLst>
              </p:cNvPr>
              <p:cNvSpPr/>
              <p:nvPr/>
            </p:nvSpPr>
            <p:spPr>
              <a:xfrm>
                <a:off x="25235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0" name="Freeform: Shape 2119">
                <a:extLst>
                  <a:ext uri="{FF2B5EF4-FFF2-40B4-BE49-F238E27FC236}">
                    <a16:creationId xmlns:a16="http://schemas.microsoft.com/office/drawing/2014/main" id="{08BABC54-AB3E-4335-AB0D-5934F2F30592}"/>
                  </a:ext>
                </a:extLst>
              </p:cNvPr>
              <p:cNvSpPr/>
              <p:nvPr/>
            </p:nvSpPr>
            <p:spPr>
              <a:xfrm>
                <a:off x="25235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1" name="Freeform: Shape 2120">
                <a:extLst>
                  <a:ext uri="{FF2B5EF4-FFF2-40B4-BE49-F238E27FC236}">
                    <a16:creationId xmlns:a16="http://schemas.microsoft.com/office/drawing/2014/main" id="{C1B0A49F-6E8E-4C03-BFD1-C9B0F144E3A7}"/>
                  </a:ext>
                </a:extLst>
              </p:cNvPr>
              <p:cNvSpPr/>
              <p:nvPr/>
            </p:nvSpPr>
            <p:spPr>
              <a:xfrm>
                <a:off x="2523500" y="11905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2" name="Freeform: Shape 2121">
                <a:extLst>
                  <a:ext uri="{FF2B5EF4-FFF2-40B4-BE49-F238E27FC236}">
                    <a16:creationId xmlns:a16="http://schemas.microsoft.com/office/drawing/2014/main" id="{F57098E8-1CBC-40F1-AD99-7D9E3F2970D5}"/>
                  </a:ext>
                </a:extLst>
              </p:cNvPr>
              <p:cNvSpPr/>
              <p:nvPr/>
            </p:nvSpPr>
            <p:spPr>
              <a:xfrm>
                <a:off x="25235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3" name="Freeform: Shape 2122">
                <a:extLst>
                  <a:ext uri="{FF2B5EF4-FFF2-40B4-BE49-F238E27FC236}">
                    <a16:creationId xmlns:a16="http://schemas.microsoft.com/office/drawing/2014/main" id="{B0C87D77-E7DA-46F8-9969-7A3804EAE971}"/>
                  </a:ext>
                </a:extLst>
              </p:cNvPr>
              <p:cNvSpPr/>
              <p:nvPr/>
            </p:nvSpPr>
            <p:spPr>
              <a:xfrm>
                <a:off x="25235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4" name="Freeform: Shape 2123">
                <a:extLst>
                  <a:ext uri="{FF2B5EF4-FFF2-40B4-BE49-F238E27FC236}">
                    <a16:creationId xmlns:a16="http://schemas.microsoft.com/office/drawing/2014/main" id="{34657F88-B73C-46C4-B761-19643BCBFEA4}"/>
                  </a:ext>
                </a:extLst>
              </p:cNvPr>
              <p:cNvSpPr/>
              <p:nvPr/>
            </p:nvSpPr>
            <p:spPr>
              <a:xfrm>
                <a:off x="24473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5" name="Freeform: Shape 2124">
                <a:extLst>
                  <a:ext uri="{FF2B5EF4-FFF2-40B4-BE49-F238E27FC236}">
                    <a16:creationId xmlns:a16="http://schemas.microsoft.com/office/drawing/2014/main" id="{0FC2EFCE-02BE-4D5F-8C05-D22EC7062EB1}"/>
                  </a:ext>
                </a:extLst>
              </p:cNvPr>
              <p:cNvSpPr/>
              <p:nvPr/>
            </p:nvSpPr>
            <p:spPr>
              <a:xfrm>
                <a:off x="24473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6" name="Freeform: Shape 2125">
                <a:extLst>
                  <a:ext uri="{FF2B5EF4-FFF2-40B4-BE49-F238E27FC236}">
                    <a16:creationId xmlns:a16="http://schemas.microsoft.com/office/drawing/2014/main" id="{81BF03AB-2771-4B86-9AA4-0B6E1F3C233F}"/>
                  </a:ext>
                </a:extLst>
              </p:cNvPr>
              <p:cNvSpPr/>
              <p:nvPr/>
            </p:nvSpPr>
            <p:spPr>
              <a:xfrm>
                <a:off x="24473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7" name="Freeform: Shape 2126">
                <a:extLst>
                  <a:ext uri="{FF2B5EF4-FFF2-40B4-BE49-F238E27FC236}">
                    <a16:creationId xmlns:a16="http://schemas.microsoft.com/office/drawing/2014/main" id="{660330AC-035D-426A-9E60-08590F0A856D}"/>
                  </a:ext>
                </a:extLst>
              </p:cNvPr>
              <p:cNvSpPr/>
              <p:nvPr/>
            </p:nvSpPr>
            <p:spPr>
              <a:xfrm>
                <a:off x="24473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8" name="Freeform: Shape 2127">
                <a:extLst>
                  <a:ext uri="{FF2B5EF4-FFF2-40B4-BE49-F238E27FC236}">
                    <a16:creationId xmlns:a16="http://schemas.microsoft.com/office/drawing/2014/main" id="{A7656B4C-0054-4D3B-8F23-2585E99D6B8C}"/>
                  </a:ext>
                </a:extLst>
              </p:cNvPr>
              <p:cNvSpPr/>
              <p:nvPr/>
            </p:nvSpPr>
            <p:spPr>
              <a:xfrm>
                <a:off x="24473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9" name="Freeform: Shape 2128">
                <a:extLst>
                  <a:ext uri="{FF2B5EF4-FFF2-40B4-BE49-F238E27FC236}">
                    <a16:creationId xmlns:a16="http://schemas.microsoft.com/office/drawing/2014/main" id="{6F2C2F10-A6C4-45F8-A090-49203C666908}"/>
                  </a:ext>
                </a:extLst>
              </p:cNvPr>
              <p:cNvSpPr/>
              <p:nvPr/>
            </p:nvSpPr>
            <p:spPr>
              <a:xfrm>
                <a:off x="24473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0" name="Freeform: Shape 2129">
                <a:extLst>
                  <a:ext uri="{FF2B5EF4-FFF2-40B4-BE49-F238E27FC236}">
                    <a16:creationId xmlns:a16="http://schemas.microsoft.com/office/drawing/2014/main" id="{279E34FE-F7AA-4E4B-9B20-92BFA5269A67}"/>
                  </a:ext>
                </a:extLst>
              </p:cNvPr>
              <p:cNvSpPr/>
              <p:nvPr/>
            </p:nvSpPr>
            <p:spPr>
              <a:xfrm>
                <a:off x="2447300" y="12665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1" name="Freeform: Shape 2130">
                <a:extLst>
                  <a:ext uri="{FF2B5EF4-FFF2-40B4-BE49-F238E27FC236}">
                    <a16:creationId xmlns:a16="http://schemas.microsoft.com/office/drawing/2014/main" id="{B6F9ACAB-5442-402B-B7E4-7654E906E377}"/>
                  </a:ext>
                </a:extLst>
              </p:cNvPr>
              <p:cNvSpPr/>
              <p:nvPr/>
            </p:nvSpPr>
            <p:spPr>
              <a:xfrm>
                <a:off x="24473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2" name="Freeform: Shape 2131">
                <a:extLst>
                  <a:ext uri="{FF2B5EF4-FFF2-40B4-BE49-F238E27FC236}">
                    <a16:creationId xmlns:a16="http://schemas.microsoft.com/office/drawing/2014/main" id="{A30D813A-AE70-489F-81C5-203441CF0A52}"/>
                  </a:ext>
                </a:extLst>
              </p:cNvPr>
              <p:cNvSpPr/>
              <p:nvPr/>
            </p:nvSpPr>
            <p:spPr>
              <a:xfrm>
                <a:off x="2447300" y="11143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3" name="Freeform: Shape 2132">
                <a:extLst>
                  <a:ext uri="{FF2B5EF4-FFF2-40B4-BE49-F238E27FC236}">
                    <a16:creationId xmlns:a16="http://schemas.microsoft.com/office/drawing/2014/main" id="{C5E6C038-C6E1-48BA-ADF5-93ABB16643CE}"/>
                  </a:ext>
                </a:extLst>
              </p:cNvPr>
              <p:cNvSpPr/>
              <p:nvPr/>
            </p:nvSpPr>
            <p:spPr>
              <a:xfrm>
                <a:off x="24473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4" name="Freeform: Shape 2133">
                <a:extLst>
                  <a:ext uri="{FF2B5EF4-FFF2-40B4-BE49-F238E27FC236}">
                    <a16:creationId xmlns:a16="http://schemas.microsoft.com/office/drawing/2014/main" id="{C4BC0B15-42BF-4375-9D6B-0D18363A031F}"/>
                  </a:ext>
                </a:extLst>
              </p:cNvPr>
              <p:cNvSpPr/>
              <p:nvPr/>
            </p:nvSpPr>
            <p:spPr>
              <a:xfrm>
                <a:off x="2371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5" name="Freeform: Shape 2134">
                <a:extLst>
                  <a:ext uri="{FF2B5EF4-FFF2-40B4-BE49-F238E27FC236}">
                    <a16:creationId xmlns:a16="http://schemas.microsoft.com/office/drawing/2014/main" id="{B6D043E8-6BB5-4059-BBFE-6B21DB918222}"/>
                  </a:ext>
                </a:extLst>
              </p:cNvPr>
              <p:cNvSpPr/>
              <p:nvPr/>
            </p:nvSpPr>
            <p:spPr>
              <a:xfrm>
                <a:off x="2371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6" name="Freeform: Shape 2135">
                <a:extLst>
                  <a:ext uri="{FF2B5EF4-FFF2-40B4-BE49-F238E27FC236}">
                    <a16:creationId xmlns:a16="http://schemas.microsoft.com/office/drawing/2014/main" id="{8C83C50E-0AEC-48D5-A5D7-DB5542A3D842}"/>
                  </a:ext>
                </a:extLst>
              </p:cNvPr>
              <p:cNvSpPr/>
              <p:nvPr/>
            </p:nvSpPr>
            <p:spPr>
              <a:xfrm>
                <a:off x="2371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7" name="Freeform: Shape 2136">
                <a:extLst>
                  <a:ext uri="{FF2B5EF4-FFF2-40B4-BE49-F238E27FC236}">
                    <a16:creationId xmlns:a16="http://schemas.microsoft.com/office/drawing/2014/main" id="{4A8FD413-4E91-4134-8C05-13A2870E0BF7}"/>
                  </a:ext>
                </a:extLst>
              </p:cNvPr>
              <p:cNvSpPr/>
              <p:nvPr/>
            </p:nvSpPr>
            <p:spPr>
              <a:xfrm>
                <a:off x="2371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8" name="Freeform: Shape 2137">
                <a:extLst>
                  <a:ext uri="{FF2B5EF4-FFF2-40B4-BE49-F238E27FC236}">
                    <a16:creationId xmlns:a16="http://schemas.microsoft.com/office/drawing/2014/main" id="{0D805AC9-2253-42E4-86B4-604397DC5136}"/>
                  </a:ext>
                </a:extLst>
              </p:cNvPr>
              <p:cNvSpPr/>
              <p:nvPr/>
            </p:nvSpPr>
            <p:spPr>
              <a:xfrm>
                <a:off x="2371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9" name="Freeform: Shape 2138">
                <a:extLst>
                  <a:ext uri="{FF2B5EF4-FFF2-40B4-BE49-F238E27FC236}">
                    <a16:creationId xmlns:a16="http://schemas.microsoft.com/office/drawing/2014/main" id="{2F700C53-FBAF-4F8F-9A17-32C3AD5D077C}"/>
                  </a:ext>
                </a:extLst>
              </p:cNvPr>
              <p:cNvSpPr/>
              <p:nvPr/>
            </p:nvSpPr>
            <p:spPr>
              <a:xfrm>
                <a:off x="23712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0" name="Freeform: Shape 2139">
                <a:extLst>
                  <a:ext uri="{FF2B5EF4-FFF2-40B4-BE49-F238E27FC236}">
                    <a16:creationId xmlns:a16="http://schemas.microsoft.com/office/drawing/2014/main" id="{C2083DC0-6F09-44AC-B23C-D7AFFA59BC7B}"/>
                  </a:ext>
                </a:extLst>
              </p:cNvPr>
              <p:cNvSpPr/>
              <p:nvPr/>
            </p:nvSpPr>
            <p:spPr>
              <a:xfrm>
                <a:off x="23712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1" name="Freeform: Shape 2140">
                <a:extLst>
                  <a:ext uri="{FF2B5EF4-FFF2-40B4-BE49-F238E27FC236}">
                    <a16:creationId xmlns:a16="http://schemas.microsoft.com/office/drawing/2014/main" id="{403BC535-8695-4002-837C-EC2CFB2ED6F5}"/>
                  </a:ext>
                </a:extLst>
              </p:cNvPr>
              <p:cNvSpPr/>
              <p:nvPr/>
            </p:nvSpPr>
            <p:spPr>
              <a:xfrm>
                <a:off x="23712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2" name="Freeform: Shape 2141">
                <a:extLst>
                  <a:ext uri="{FF2B5EF4-FFF2-40B4-BE49-F238E27FC236}">
                    <a16:creationId xmlns:a16="http://schemas.microsoft.com/office/drawing/2014/main" id="{A9516322-3964-4950-A009-7ED9EE57169C}"/>
                  </a:ext>
                </a:extLst>
              </p:cNvPr>
              <p:cNvSpPr/>
              <p:nvPr/>
            </p:nvSpPr>
            <p:spPr>
              <a:xfrm>
                <a:off x="237127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3" name="Freeform: Shape 2142">
                <a:extLst>
                  <a:ext uri="{FF2B5EF4-FFF2-40B4-BE49-F238E27FC236}">
                    <a16:creationId xmlns:a16="http://schemas.microsoft.com/office/drawing/2014/main" id="{D8609676-6171-40FF-B590-F3C889DC2646}"/>
                  </a:ext>
                </a:extLst>
              </p:cNvPr>
              <p:cNvSpPr/>
              <p:nvPr/>
            </p:nvSpPr>
            <p:spPr>
              <a:xfrm>
                <a:off x="22950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4" name="Freeform: Shape 2143">
                <a:extLst>
                  <a:ext uri="{FF2B5EF4-FFF2-40B4-BE49-F238E27FC236}">
                    <a16:creationId xmlns:a16="http://schemas.microsoft.com/office/drawing/2014/main" id="{824287B3-507B-474B-87E4-6D963E596C7B}"/>
                  </a:ext>
                </a:extLst>
              </p:cNvPr>
              <p:cNvSpPr/>
              <p:nvPr/>
            </p:nvSpPr>
            <p:spPr>
              <a:xfrm>
                <a:off x="22950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5" name="Freeform: Shape 2144">
                <a:extLst>
                  <a:ext uri="{FF2B5EF4-FFF2-40B4-BE49-F238E27FC236}">
                    <a16:creationId xmlns:a16="http://schemas.microsoft.com/office/drawing/2014/main" id="{494C99F7-E3AE-45C7-B314-EE2A1E27FD3F}"/>
                  </a:ext>
                </a:extLst>
              </p:cNvPr>
              <p:cNvSpPr/>
              <p:nvPr/>
            </p:nvSpPr>
            <p:spPr>
              <a:xfrm>
                <a:off x="22950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6" name="Freeform: Shape 2145">
                <a:extLst>
                  <a:ext uri="{FF2B5EF4-FFF2-40B4-BE49-F238E27FC236}">
                    <a16:creationId xmlns:a16="http://schemas.microsoft.com/office/drawing/2014/main" id="{9E87FB5C-B87D-4E82-A1F7-7478981F3ABF}"/>
                  </a:ext>
                </a:extLst>
              </p:cNvPr>
              <p:cNvSpPr/>
              <p:nvPr/>
            </p:nvSpPr>
            <p:spPr>
              <a:xfrm>
                <a:off x="22950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7" name="Freeform: Shape 2146">
                <a:extLst>
                  <a:ext uri="{FF2B5EF4-FFF2-40B4-BE49-F238E27FC236}">
                    <a16:creationId xmlns:a16="http://schemas.microsoft.com/office/drawing/2014/main" id="{DC5EAFBC-A558-41C6-A0EE-F6B9C679FDD2}"/>
                  </a:ext>
                </a:extLst>
              </p:cNvPr>
              <p:cNvSpPr/>
              <p:nvPr/>
            </p:nvSpPr>
            <p:spPr>
              <a:xfrm>
                <a:off x="22186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9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8" name="Freeform: Shape 2147">
                <a:extLst>
                  <a:ext uri="{FF2B5EF4-FFF2-40B4-BE49-F238E27FC236}">
                    <a16:creationId xmlns:a16="http://schemas.microsoft.com/office/drawing/2014/main" id="{7733F3AB-D3E2-4008-B07B-960E99F91A55}"/>
                  </a:ext>
                </a:extLst>
              </p:cNvPr>
              <p:cNvSpPr/>
              <p:nvPr/>
            </p:nvSpPr>
            <p:spPr>
              <a:xfrm>
                <a:off x="22186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9" name="Freeform: Shape 2148">
                <a:extLst>
                  <a:ext uri="{FF2B5EF4-FFF2-40B4-BE49-F238E27FC236}">
                    <a16:creationId xmlns:a16="http://schemas.microsoft.com/office/drawing/2014/main" id="{F842F171-2F63-4953-B97A-BC0C4F2E32AF}"/>
                  </a:ext>
                </a:extLst>
              </p:cNvPr>
              <p:cNvSpPr/>
              <p:nvPr/>
            </p:nvSpPr>
            <p:spPr>
              <a:xfrm>
                <a:off x="22186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0" name="Freeform: Shape 2149">
                <a:extLst>
                  <a:ext uri="{FF2B5EF4-FFF2-40B4-BE49-F238E27FC236}">
                    <a16:creationId xmlns:a16="http://schemas.microsoft.com/office/drawing/2014/main" id="{4D45EFE4-EEDC-42C3-AC87-4BD3838659D2}"/>
                  </a:ext>
                </a:extLst>
              </p:cNvPr>
              <p:cNvSpPr/>
              <p:nvPr/>
            </p:nvSpPr>
            <p:spPr>
              <a:xfrm>
                <a:off x="21424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1" name="Freeform: Shape 2150">
                <a:extLst>
                  <a:ext uri="{FF2B5EF4-FFF2-40B4-BE49-F238E27FC236}">
                    <a16:creationId xmlns:a16="http://schemas.microsoft.com/office/drawing/2014/main" id="{A15B0C50-B3D1-4A0A-B91D-5B8262DDB3AD}"/>
                  </a:ext>
                </a:extLst>
              </p:cNvPr>
              <p:cNvSpPr/>
              <p:nvPr/>
            </p:nvSpPr>
            <p:spPr>
              <a:xfrm>
                <a:off x="214242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2" name="Freeform: Shape 2151">
                <a:extLst>
                  <a:ext uri="{FF2B5EF4-FFF2-40B4-BE49-F238E27FC236}">
                    <a16:creationId xmlns:a16="http://schemas.microsoft.com/office/drawing/2014/main" id="{F945D0BF-1C0E-4CEB-8A93-9E4568A4A2BB}"/>
                  </a:ext>
                </a:extLst>
              </p:cNvPr>
              <p:cNvSpPr/>
              <p:nvPr/>
            </p:nvSpPr>
            <p:spPr>
              <a:xfrm>
                <a:off x="27519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3" name="Freeform: Shape 2152">
                <a:extLst>
                  <a:ext uri="{FF2B5EF4-FFF2-40B4-BE49-F238E27FC236}">
                    <a16:creationId xmlns:a16="http://schemas.microsoft.com/office/drawing/2014/main" id="{2C33FCA7-EF39-4441-85B3-9AFDAF5B646D}"/>
                  </a:ext>
                </a:extLst>
              </p:cNvPr>
              <p:cNvSpPr/>
              <p:nvPr/>
            </p:nvSpPr>
            <p:spPr>
              <a:xfrm>
                <a:off x="2751950" y="35519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4" y="2033"/>
                      <a:pt x="1821" y="1814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4" name="Freeform: Shape 2153">
                <a:extLst>
                  <a:ext uri="{FF2B5EF4-FFF2-40B4-BE49-F238E27FC236}">
                    <a16:creationId xmlns:a16="http://schemas.microsoft.com/office/drawing/2014/main" id="{788D03B4-3C57-41C2-BD37-57B87D98D484}"/>
                  </a:ext>
                </a:extLst>
              </p:cNvPr>
              <p:cNvSpPr/>
              <p:nvPr/>
            </p:nvSpPr>
            <p:spPr>
              <a:xfrm>
                <a:off x="2751950" y="3475725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5" name="Freeform: Shape 2154">
                <a:extLst>
                  <a:ext uri="{FF2B5EF4-FFF2-40B4-BE49-F238E27FC236}">
                    <a16:creationId xmlns:a16="http://schemas.microsoft.com/office/drawing/2014/main" id="{0784BA07-7228-431B-91B8-E2A4A9A6C87E}"/>
                  </a:ext>
                </a:extLst>
              </p:cNvPr>
              <p:cNvSpPr/>
              <p:nvPr/>
            </p:nvSpPr>
            <p:spPr>
              <a:xfrm>
                <a:off x="2675925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6" name="Freeform: Shape 2155">
                <a:extLst>
                  <a:ext uri="{FF2B5EF4-FFF2-40B4-BE49-F238E27FC236}">
                    <a16:creationId xmlns:a16="http://schemas.microsoft.com/office/drawing/2014/main" id="{FBE660AA-5099-4C47-87BA-E1A5CCD2E0D6}"/>
                  </a:ext>
                </a:extLst>
              </p:cNvPr>
              <p:cNvSpPr/>
              <p:nvPr/>
            </p:nvSpPr>
            <p:spPr>
              <a:xfrm>
                <a:off x="26757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1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7" name="Freeform: Shape 2156">
                <a:extLst>
                  <a:ext uri="{FF2B5EF4-FFF2-40B4-BE49-F238E27FC236}">
                    <a16:creationId xmlns:a16="http://schemas.microsoft.com/office/drawing/2014/main" id="{C7BC5E0D-3925-4928-886C-4D8C001E17B7}"/>
                  </a:ext>
                </a:extLst>
              </p:cNvPr>
              <p:cNvSpPr/>
              <p:nvPr/>
            </p:nvSpPr>
            <p:spPr>
              <a:xfrm>
                <a:off x="2675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8" name="Freeform: Shape 2157">
                <a:extLst>
                  <a:ext uri="{FF2B5EF4-FFF2-40B4-BE49-F238E27FC236}">
                    <a16:creationId xmlns:a16="http://schemas.microsoft.com/office/drawing/2014/main" id="{DBD86176-BD5B-402A-948A-87991F98D781}"/>
                  </a:ext>
                </a:extLst>
              </p:cNvPr>
              <p:cNvSpPr/>
              <p:nvPr/>
            </p:nvSpPr>
            <p:spPr>
              <a:xfrm>
                <a:off x="2675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9" name="Freeform: Shape 2158">
                <a:extLst>
                  <a:ext uri="{FF2B5EF4-FFF2-40B4-BE49-F238E27FC236}">
                    <a16:creationId xmlns:a16="http://schemas.microsoft.com/office/drawing/2014/main" id="{3A6DC5CA-4CD8-453C-9E91-7E89643E3163}"/>
                  </a:ext>
                </a:extLst>
              </p:cNvPr>
              <p:cNvSpPr/>
              <p:nvPr/>
            </p:nvSpPr>
            <p:spPr>
              <a:xfrm>
                <a:off x="26759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0" name="Freeform: Shape 2159">
                <a:extLst>
                  <a:ext uri="{FF2B5EF4-FFF2-40B4-BE49-F238E27FC236}">
                    <a16:creationId xmlns:a16="http://schemas.microsoft.com/office/drawing/2014/main" id="{3D3CF220-FA85-4FD8-BE24-0FC902C4AE83}"/>
                  </a:ext>
                </a:extLst>
              </p:cNvPr>
              <p:cNvSpPr/>
              <p:nvPr/>
            </p:nvSpPr>
            <p:spPr>
              <a:xfrm>
                <a:off x="26759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1" name="Freeform: Shape 2160">
                <a:extLst>
                  <a:ext uri="{FF2B5EF4-FFF2-40B4-BE49-F238E27FC236}">
                    <a16:creationId xmlns:a16="http://schemas.microsoft.com/office/drawing/2014/main" id="{CEC30C58-19BA-4B2F-B202-29C8847B267F}"/>
                  </a:ext>
                </a:extLst>
              </p:cNvPr>
              <p:cNvSpPr/>
              <p:nvPr/>
            </p:nvSpPr>
            <p:spPr>
              <a:xfrm>
                <a:off x="259972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2" name="Freeform: Shape 2161">
                <a:extLst>
                  <a:ext uri="{FF2B5EF4-FFF2-40B4-BE49-F238E27FC236}">
                    <a16:creationId xmlns:a16="http://schemas.microsoft.com/office/drawing/2014/main" id="{DDD4CFAB-182C-4245-8A40-022476F3057D}"/>
                  </a:ext>
                </a:extLst>
              </p:cNvPr>
              <p:cNvSpPr/>
              <p:nvPr/>
            </p:nvSpPr>
            <p:spPr>
              <a:xfrm>
                <a:off x="2599725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73"/>
                    </a:cubicBezTo>
                    <a:cubicBezTo>
                      <a:pt x="0" y="1715"/>
                      <a:pt x="526" y="2139"/>
                      <a:pt x="1073" y="2139"/>
                    </a:cubicBezTo>
                    <a:cubicBezTo>
                      <a:pt x="1336" y="2139"/>
                      <a:pt x="1604" y="2040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3" name="Freeform: Shape 2162">
                <a:extLst>
                  <a:ext uri="{FF2B5EF4-FFF2-40B4-BE49-F238E27FC236}">
                    <a16:creationId xmlns:a16="http://schemas.microsoft.com/office/drawing/2014/main" id="{E2349E2C-D1DC-48F6-9392-A29351B5EC9D}"/>
                  </a:ext>
                </a:extLst>
              </p:cNvPr>
              <p:cNvSpPr/>
              <p:nvPr/>
            </p:nvSpPr>
            <p:spPr>
              <a:xfrm>
                <a:off x="259972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4" name="Freeform: Shape 2163">
                <a:extLst>
                  <a:ext uri="{FF2B5EF4-FFF2-40B4-BE49-F238E27FC236}">
                    <a16:creationId xmlns:a16="http://schemas.microsoft.com/office/drawing/2014/main" id="{2ACE2EF4-4851-4419-A780-0C3F298E82E7}"/>
                  </a:ext>
                </a:extLst>
              </p:cNvPr>
              <p:cNvSpPr/>
              <p:nvPr/>
            </p:nvSpPr>
            <p:spPr>
              <a:xfrm>
                <a:off x="259972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5" name="Freeform: Shape 2164">
                <a:extLst>
                  <a:ext uri="{FF2B5EF4-FFF2-40B4-BE49-F238E27FC236}">
                    <a16:creationId xmlns:a16="http://schemas.microsoft.com/office/drawing/2014/main" id="{DC130CB7-ECC7-4107-B0CB-015992DC2D82}"/>
                  </a:ext>
                </a:extLst>
              </p:cNvPr>
              <p:cNvSpPr/>
              <p:nvPr/>
            </p:nvSpPr>
            <p:spPr>
              <a:xfrm>
                <a:off x="259972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6" name="Freeform: Shape 2165">
                <a:extLst>
                  <a:ext uri="{FF2B5EF4-FFF2-40B4-BE49-F238E27FC236}">
                    <a16:creationId xmlns:a16="http://schemas.microsoft.com/office/drawing/2014/main" id="{F33FFADB-2A4C-421F-B5CF-3798F2E0C131}"/>
                  </a:ext>
                </a:extLst>
              </p:cNvPr>
              <p:cNvSpPr/>
              <p:nvPr/>
            </p:nvSpPr>
            <p:spPr>
              <a:xfrm>
                <a:off x="259972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7" name="Freeform: Shape 2166">
                <a:extLst>
                  <a:ext uri="{FF2B5EF4-FFF2-40B4-BE49-F238E27FC236}">
                    <a16:creationId xmlns:a16="http://schemas.microsoft.com/office/drawing/2014/main" id="{38DD98EB-EC7B-452A-8D75-86A57C560A96}"/>
                  </a:ext>
                </a:extLst>
              </p:cNvPr>
              <p:cNvSpPr/>
              <p:nvPr/>
            </p:nvSpPr>
            <p:spPr>
              <a:xfrm>
                <a:off x="252350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8" name="Freeform: Shape 2167">
                <a:extLst>
                  <a:ext uri="{FF2B5EF4-FFF2-40B4-BE49-F238E27FC236}">
                    <a16:creationId xmlns:a16="http://schemas.microsoft.com/office/drawing/2014/main" id="{C20ED4CF-282A-4C6E-9EE3-298437837D0B}"/>
                  </a:ext>
                </a:extLst>
              </p:cNvPr>
              <p:cNvSpPr/>
              <p:nvPr/>
            </p:nvSpPr>
            <p:spPr>
              <a:xfrm>
                <a:off x="252350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9" name="Freeform: Shape 2168">
                <a:extLst>
                  <a:ext uri="{FF2B5EF4-FFF2-40B4-BE49-F238E27FC236}">
                    <a16:creationId xmlns:a16="http://schemas.microsoft.com/office/drawing/2014/main" id="{8DF4644B-C60A-45A2-9FC0-D92980885720}"/>
                  </a:ext>
                </a:extLst>
              </p:cNvPr>
              <p:cNvSpPr/>
              <p:nvPr/>
            </p:nvSpPr>
            <p:spPr>
              <a:xfrm>
                <a:off x="25235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0" name="Freeform: Shape 2169">
                <a:extLst>
                  <a:ext uri="{FF2B5EF4-FFF2-40B4-BE49-F238E27FC236}">
                    <a16:creationId xmlns:a16="http://schemas.microsoft.com/office/drawing/2014/main" id="{93A673CC-3CA6-4806-9656-E0F5A8611366}"/>
                  </a:ext>
                </a:extLst>
              </p:cNvPr>
              <p:cNvSpPr/>
              <p:nvPr/>
            </p:nvSpPr>
            <p:spPr>
              <a:xfrm>
                <a:off x="25235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1" name="Freeform: Shape 2170">
                <a:extLst>
                  <a:ext uri="{FF2B5EF4-FFF2-40B4-BE49-F238E27FC236}">
                    <a16:creationId xmlns:a16="http://schemas.microsoft.com/office/drawing/2014/main" id="{EB625A7E-3C17-45AA-B1E2-77C033E42D87}"/>
                  </a:ext>
                </a:extLst>
              </p:cNvPr>
              <p:cNvSpPr/>
              <p:nvPr/>
            </p:nvSpPr>
            <p:spPr>
              <a:xfrm>
                <a:off x="2523500" y="362795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8"/>
                      <a:pt x="1" y="488"/>
                      <a:pt x="1" y="1073"/>
                    </a:cubicBezTo>
                    <a:cubicBezTo>
                      <a:pt x="1" y="1715"/>
                      <a:pt x="527" y="2139"/>
                      <a:pt x="1073" y="2139"/>
                    </a:cubicBezTo>
                    <a:cubicBezTo>
                      <a:pt x="1337" y="2139"/>
                      <a:pt x="1605" y="2040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2" name="Freeform: Shape 2171">
                <a:extLst>
                  <a:ext uri="{FF2B5EF4-FFF2-40B4-BE49-F238E27FC236}">
                    <a16:creationId xmlns:a16="http://schemas.microsoft.com/office/drawing/2014/main" id="{6E02DD04-5D8B-4859-8CF1-F9F00E5E89A7}"/>
                  </a:ext>
                </a:extLst>
              </p:cNvPr>
              <p:cNvSpPr/>
              <p:nvPr/>
            </p:nvSpPr>
            <p:spPr>
              <a:xfrm>
                <a:off x="25235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3" name="Freeform: Shape 2172">
                <a:extLst>
                  <a:ext uri="{FF2B5EF4-FFF2-40B4-BE49-F238E27FC236}">
                    <a16:creationId xmlns:a16="http://schemas.microsoft.com/office/drawing/2014/main" id="{1050DFC5-92C1-46EB-B5E5-D42CCE46A2F5}"/>
                  </a:ext>
                </a:extLst>
              </p:cNvPr>
              <p:cNvSpPr/>
              <p:nvPr/>
            </p:nvSpPr>
            <p:spPr>
              <a:xfrm>
                <a:off x="25235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4" name="Freeform: Shape 2173">
                <a:extLst>
                  <a:ext uri="{FF2B5EF4-FFF2-40B4-BE49-F238E27FC236}">
                    <a16:creationId xmlns:a16="http://schemas.microsoft.com/office/drawing/2014/main" id="{B07ADDCF-802E-427C-BA74-B55DE629C863}"/>
                  </a:ext>
                </a:extLst>
              </p:cNvPr>
              <p:cNvSpPr/>
              <p:nvPr/>
            </p:nvSpPr>
            <p:spPr>
              <a:xfrm>
                <a:off x="25235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5" name="Freeform: Shape 2174">
                <a:extLst>
                  <a:ext uri="{FF2B5EF4-FFF2-40B4-BE49-F238E27FC236}">
                    <a16:creationId xmlns:a16="http://schemas.microsoft.com/office/drawing/2014/main" id="{0BC1A644-ED94-4BCB-A117-49243513A9A9}"/>
                  </a:ext>
                </a:extLst>
              </p:cNvPr>
              <p:cNvSpPr/>
              <p:nvPr/>
            </p:nvSpPr>
            <p:spPr>
              <a:xfrm>
                <a:off x="2447300" y="40852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6" name="Freeform: Shape 2175">
                <a:extLst>
                  <a:ext uri="{FF2B5EF4-FFF2-40B4-BE49-F238E27FC236}">
                    <a16:creationId xmlns:a16="http://schemas.microsoft.com/office/drawing/2014/main" id="{EA1DC578-C4F4-450B-8BB5-0DC51963F64E}"/>
                  </a:ext>
                </a:extLst>
              </p:cNvPr>
              <p:cNvSpPr/>
              <p:nvPr/>
            </p:nvSpPr>
            <p:spPr>
              <a:xfrm>
                <a:off x="2447300" y="4009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39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7" name="Freeform: Shape 2176">
                <a:extLst>
                  <a:ext uri="{FF2B5EF4-FFF2-40B4-BE49-F238E27FC236}">
                    <a16:creationId xmlns:a16="http://schemas.microsoft.com/office/drawing/2014/main" id="{F695D571-AF8B-472E-B590-13B71190FD72}"/>
                  </a:ext>
                </a:extLst>
              </p:cNvPr>
              <p:cNvSpPr/>
              <p:nvPr/>
            </p:nvSpPr>
            <p:spPr>
              <a:xfrm>
                <a:off x="2447300" y="3932800"/>
                <a:ext cx="622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4" y="2041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8" name="Freeform: Shape 2177">
                <a:extLst>
                  <a:ext uri="{FF2B5EF4-FFF2-40B4-BE49-F238E27FC236}">
                    <a16:creationId xmlns:a16="http://schemas.microsoft.com/office/drawing/2014/main" id="{1F02B0EA-C682-4805-A7E9-60E2B516A249}"/>
                  </a:ext>
                </a:extLst>
              </p:cNvPr>
              <p:cNvSpPr/>
              <p:nvPr/>
            </p:nvSpPr>
            <p:spPr>
              <a:xfrm>
                <a:off x="2447300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9" name="Freeform: Shape 2178">
                <a:extLst>
                  <a:ext uri="{FF2B5EF4-FFF2-40B4-BE49-F238E27FC236}">
                    <a16:creationId xmlns:a16="http://schemas.microsoft.com/office/drawing/2014/main" id="{4D7A982C-EB13-4DF0-8ADC-2E092BF48B74}"/>
                  </a:ext>
                </a:extLst>
              </p:cNvPr>
              <p:cNvSpPr/>
              <p:nvPr/>
            </p:nvSpPr>
            <p:spPr>
              <a:xfrm>
                <a:off x="2447300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29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0" name="Freeform: Shape 2179">
                <a:extLst>
                  <a:ext uri="{FF2B5EF4-FFF2-40B4-BE49-F238E27FC236}">
                    <a16:creationId xmlns:a16="http://schemas.microsoft.com/office/drawing/2014/main" id="{ACEC60DA-C971-4891-BA57-33A2020F6D9D}"/>
                  </a:ext>
                </a:extLst>
              </p:cNvPr>
              <p:cNvSpPr/>
              <p:nvPr/>
            </p:nvSpPr>
            <p:spPr>
              <a:xfrm>
                <a:off x="2447300" y="37041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1" name="Freeform: Shape 2180">
                <a:extLst>
                  <a:ext uri="{FF2B5EF4-FFF2-40B4-BE49-F238E27FC236}">
                    <a16:creationId xmlns:a16="http://schemas.microsoft.com/office/drawing/2014/main" id="{58F90B18-517C-41AC-9420-C020535C59BD}"/>
                  </a:ext>
                </a:extLst>
              </p:cNvPr>
              <p:cNvSpPr/>
              <p:nvPr/>
            </p:nvSpPr>
            <p:spPr>
              <a:xfrm>
                <a:off x="2447300" y="36279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8" y="2137"/>
                      <a:pt x="1076" y="2137"/>
                    </a:cubicBezTo>
                    <a:cubicBezTo>
                      <a:pt x="1339" y="2137"/>
                      <a:pt x="1605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2" name="Freeform: Shape 2181">
                <a:extLst>
                  <a:ext uri="{FF2B5EF4-FFF2-40B4-BE49-F238E27FC236}">
                    <a16:creationId xmlns:a16="http://schemas.microsoft.com/office/drawing/2014/main" id="{A13C8F9D-2738-484A-8C88-AA8BE08F831F}"/>
                  </a:ext>
                </a:extLst>
              </p:cNvPr>
              <p:cNvSpPr/>
              <p:nvPr/>
            </p:nvSpPr>
            <p:spPr>
              <a:xfrm>
                <a:off x="2447300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3" name="Freeform: Shape 2182">
                <a:extLst>
                  <a:ext uri="{FF2B5EF4-FFF2-40B4-BE49-F238E27FC236}">
                    <a16:creationId xmlns:a16="http://schemas.microsoft.com/office/drawing/2014/main" id="{4992615B-E00E-4C04-BDD1-776DBB874DC9}"/>
                  </a:ext>
                </a:extLst>
              </p:cNvPr>
              <p:cNvSpPr/>
              <p:nvPr/>
            </p:nvSpPr>
            <p:spPr>
              <a:xfrm>
                <a:off x="2447300" y="34757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4" name="Freeform: Shape 2183">
                <a:extLst>
                  <a:ext uri="{FF2B5EF4-FFF2-40B4-BE49-F238E27FC236}">
                    <a16:creationId xmlns:a16="http://schemas.microsoft.com/office/drawing/2014/main" id="{65F84F10-7D9B-4B60-8240-CD170CE43D7E}"/>
                  </a:ext>
                </a:extLst>
              </p:cNvPr>
              <p:cNvSpPr/>
              <p:nvPr/>
            </p:nvSpPr>
            <p:spPr>
              <a:xfrm>
                <a:off x="2447300" y="33995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5" name="Freeform: Shape 2184">
                <a:extLst>
                  <a:ext uri="{FF2B5EF4-FFF2-40B4-BE49-F238E27FC236}">
                    <a16:creationId xmlns:a16="http://schemas.microsoft.com/office/drawing/2014/main" id="{2A325B2D-41D6-428C-9F0C-314B8EB4A046}"/>
                  </a:ext>
                </a:extLst>
              </p:cNvPr>
              <p:cNvSpPr/>
              <p:nvPr/>
            </p:nvSpPr>
            <p:spPr>
              <a:xfrm>
                <a:off x="2447300" y="332330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6" name="Freeform: Shape 2185">
                <a:extLst>
                  <a:ext uri="{FF2B5EF4-FFF2-40B4-BE49-F238E27FC236}">
                    <a16:creationId xmlns:a16="http://schemas.microsoft.com/office/drawing/2014/main" id="{0C44E054-AE53-4175-BF73-6FC0EF6C55A3}"/>
                  </a:ext>
                </a:extLst>
              </p:cNvPr>
              <p:cNvSpPr/>
              <p:nvPr/>
            </p:nvSpPr>
            <p:spPr>
              <a:xfrm>
                <a:off x="237127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7" name="Freeform: Shape 2186">
                <a:extLst>
                  <a:ext uri="{FF2B5EF4-FFF2-40B4-BE49-F238E27FC236}">
                    <a16:creationId xmlns:a16="http://schemas.microsoft.com/office/drawing/2014/main" id="{16A9FC0D-48D9-4EF5-B2F9-63C97CFE86E5}"/>
                  </a:ext>
                </a:extLst>
              </p:cNvPr>
              <p:cNvSpPr/>
              <p:nvPr/>
            </p:nvSpPr>
            <p:spPr>
              <a:xfrm>
                <a:off x="237127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8" name="Freeform: Shape 2187">
                <a:extLst>
                  <a:ext uri="{FF2B5EF4-FFF2-40B4-BE49-F238E27FC236}">
                    <a16:creationId xmlns:a16="http://schemas.microsoft.com/office/drawing/2014/main" id="{92AB4087-6F9C-413D-9C3D-F0CB3438CA5D}"/>
                  </a:ext>
                </a:extLst>
              </p:cNvPr>
              <p:cNvSpPr/>
              <p:nvPr/>
            </p:nvSpPr>
            <p:spPr>
              <a:xfrm>
                <a:off x="2371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9" name="Freeform: Shape 2188">
                <a:extLst>
                  <a:ext uri="{FF2B5EF4-FFF2-40B4-BE49-F238E27FC236}">
                    <a16:creationId xmlns:a16="http://schemas.microsoft.com/office/drawing/2014/main" id="{A798EB18-E511-45AC-925E-A3BCD4384A69}"/>
                  </a:ext>
                </a:extLst>
              </p:cNvPr>
              <p:cNvSpPr/>
              <p:nvPr/>
            </p:nvSpPr>
            <p:spPr>
              <a:xfrm>
                <a:off x="2371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0" name="Freeform: Shape 2189">
                <a:extLst>
                  <a:ext uri="{FF2B5EF4-FFF2-40B4-BE49-F238E27FC236}">
                    <a16:creationId xmlns:a16="http://schemas.microsoft.com/office/drawing/2014/main" id="{E7E520CA-4CBE-47BA-8506-E767924BDC6F}"/>
                  </a:ext>
                </a:extLst>
              </p:cNvPr>
              <p:cNvSpPr/>
              <p:nvPr/>
            </p:nvSpPr>
            <p:spPr>
              <a:xfrm>
                <a:off x="237107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1" name="Freeform: Shape 2190">
                <a:extLst>
                  <a:ext uri="{FF2B5EF4-FFF2-40B4-BE49-F238E27FC236}">
                    <a16:creationId xmlns:a16="http://schemas.microsoft.com/office/drawing/2014/main" id="{8F36BB4E-08E9-4EB8-9606-6010E5DFBD94}"/>
                  </a:ext>
                </a:extLst>
              </p:cNvPr>
              <p:cNvSpPr/>
              <p:nvPr/>
            </p:nvSpPr>
            <p:spPr>
              <a:xfrm>
                <a:off x="237107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2" name="Freeform: Shape 2191">
                <a:extLst>
                  <a:ext uri="{FF2B5EF4-FFF2-40B4-BE49-F238E27FC236}">
                    <a16:creationId xmlns:a16="http://schemas.microsoft.com/office/drawing/2014/main" id="{1D85FCB7-CAA0-44A6-93BA-5B777D0BC3FE}"/>
                  </a:ext>
                </a:extLst>
              </p:cNvPr>
              <p:cNvSpPr/>
              <p:nvPr/>
            </p:nvSpPr>
            <p:spPr>
              <a:xfrm>
                <a:off x="237107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3" name="Freeform: Shape 2192">
                <a:extLst>
                  <a:ext uri="{FF2B5EF4-FFF2-40B4-BE49-F238E27FC236}">
                    <a16:creationId xmlns:a16="http://schemas.microsoft.com/office/drawing/2014/main" id="{CD095EA1-09F4-4140-9B9D-3A71304EB865}"/>
                  </a:ext>
                </a:extLst>
              </p:cNvPr>
              <p:cNvSpPr/>
              <p:nvPr/>
            </p:nvSpPr>
            <p:spPr>
              <a:xfrm>
                <a:off x="237127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4" name="Freeform: Shape 2193">
                <a:extLst>
                  <a:ext uri="{FF2B5EF4-FFF2-40B4-BE49-F238E27FC236}">
                    <a16:creationId xmlns:a16="http://schemas.microsoft.com/office/drawing/2014/main" id="{54AE44E5-B4A5-4EC8-8E45-4292179F4515}"/>
                  </a:ext>
                </a:extLst>
              </p:cNvPr>
              <p:cNvSpPr/>
              <p:nvPr/>
            </p:nvSpPr>
            <p:spPr>
              <a:xfrm>
                <a:off x="237127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5" name="Freeform: Shape 2194">
                <a:extLst>
                  <a:ext uri="{FF2B5EF4-FFF2-40B4-BE49-F238E27FC236}">
                    <a16:creationId xmlns:a16="http://schemas.microsoft.com/office/drawing/2014/main" id="{11D0224D-BD74-4B27-BEC8-14EA99510A80}"/>
                  </a:ext>
                </a:extLst>
              </p:cNvPr>
              <p:cNvSpPr/>
              <p:nvPr/>
            </p:nvSpPr>
            <p:spPr>
              <a:xfrm>
                <a:off x="237107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6" name="Freeform: Shape 2195">
                <a:extLst>
                  <a:ext uri="{FF2B5EF4-FFF2-40B4-BE49-F238E27FC236}">
                    <a16:creationId xmlns:a16="http://schemas.microsoft.com/office/drawing/2014/main" id="{63ECB5B8-2FA1-468A-BD87-9B643771439E}"/>
                  </a:ext>
                </a:extLst>
              </p:cNvPr>
              <p:cNvSpPr/>
              <p:nvPr/>
            </p:nvSpPr>
            <p:spPr>
              <a:xfrm>
                <a:off x="23710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7" name="Freeform: Shape 2196">
                <a:extLst>
                  <a:ext uri="{FF2B5EF4-FFF2-40B4-BE49-F238E27FC236}">
                    <a16:creationId xmlns:a16="http://schemas.microsoft.com/office/drawing/2014/main" id="{40899D92-9887-4C32-8F6F-8A7DD930C66D}"/>
                  </a:ext>
                </a:extLst>
              </p:cNvPr>
              <p:cNvSpPr/>
              <p:nvPr/>
            </p:nvSpPr>
            <p:spPr>
              <a:xfrm>
                <a:off x="23710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8" name="Freeform: Shape 2197">
                <a:extLst>
                  <a:ext uri="{FF2B5EF4-FFF2-40B4-BE49-F238E27FC236}">
                    <a16:creationId xmlns:a16="http://schemas.microsoft.com/office/drawing/2014/main" id="{56338555-9726-4D91-B0D7-B90074C79AF0}"/>
                  </a:ext>
                </a:extLst>
              </p:cNvPr>
              <p:cNvSpPr/>
              <p:nvPr/>
            </p:nvSpPr>
            <p:spPr>
              <a:xfrm>
                <a:off x="23710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9" name="Freeform: Shape 2198">
                <a:extLst>
                  <a:ext uri="{FF2B5EF4-FFF2-40B4-BE49-F238E27FC236}">
                    <a16:creationId xmlns:a16="http://schemas.microsoft.com/office/drawing/2014/main" id="{456C4E32-5CF5-4E1C-A925-1020D5CD5970}"/>
                  </a:ext>
                </a:extLst>
              </p:cNvPr>
              <p:cNvSpPr/>
              <p:nvPr/>
            </p:nvSpPr>
            <p:spPr>
              <a:xfrm>
                <a:off x="23710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0" name="Freeform: Shape 2199">
                <a:extLst>
                  <a:ext uri="{FF2B5EF4-FFF2-40B4-BE49-F238E27FC236}">
                    <a16:creationId xmlns:a16="http://schemas.microsoft.com/office/drawing/2014/main" id="{19D6380C-CBC7-4DFF-B338-63B3015FDDFB}"/>
                  </a:ext>
                </a:extLst>
              </p:cNvPr>
              <p:cNvSpPr/>
              <p:nvPr/>
            </p:nvSpPr>
            <p:spPr>
              <a:xfrm>
                <a:off x="2295075" y="43136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1" name="Freeform: Shape 2200">
                <a:extLst>
                  <a:ext uri="{FF2B5EF4-FFF2-40B4-BE49-F238E27FC236}">
                    <a16:creationId xmlns:a16="http://schemas.microsoft.com/office/drawing/2014/main" id="{4A75C762-CC3B-4183-9D9A-C23E2783ED29}"/>
                  </a:ext>
                </a:extLst>
              </p:cNvPr>
              <p:cNvSpPr/>
              <p:nvPr/>
            </p:nvSpPr>
            <p:spPr>
              <a:xfrm>
                <a:off x="2295075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2" name="Freeform: Shape 2201">
                <a:extLst>
                  <a:ext uri="{FF2B5EF4-FFF2-40B4-BE49-F238E27FC236}">
                    <a16:creationId xmlns:a16="http://schemas.microsoft.com/office/drawing/2014/main" id="{C45F1BB4-F02F-4A00-90AA-A767C0078078}"/>
                  </a:ext>
                </a:extLst>
              </p:cNvPr>
              <p:cNvSpPr/>
              <p:nvPr/>
            </p:nvSpPr>
            <p:spPr>
              <a:xfrm>
                <a:off x="2295075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3" name="Freeform: Shape 2202">
                <a:extLst>
                  <a:ext uri="{FF2B5EF4-FFF2-40B4-BE49-F238E27FC236}">
                    <a16:creationId xmlns:a16="http://schemas.microsoft.com/office/drawing/2014/main" id="{6CB96C06-8D91-42F6-A793-767A06E60BB4}"/>
                  </a:ext>
                </a:extLst>
              </p:cNvPr>
              <p:cNvSpPr/>
              <p:nvPr/>
            </p:nvSpPr>
            <p:spPr>
              <a:xfrm>
                <a:off x="2295075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4" name="Freeform: Shape 2203">
                <a:extLst>
                  <a:ext uri="{FF2B5EF4-FFF2-40B4-BE49-F238E27FC236}">
                    <a16:creationId xmlns:a16="http://schemas.microsoft.com/office/drawing/2014/main" id="{2E822433-4ED3-4EA0-ADC0-963C82CA4CB3}"/>
                  </a:ext>
                </a:extLst>
              </p:cNvPr>
              <p:cNvSpPr/>
              <p:nvPr/>
            </p:nvSpPr>
            <p:spPr>
              <a:xfrm>
                <a:off x="2295075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5" name="Freeform: Shape 2204">
                <a:extLst>
                  <a:ext uri="{FF2B5EF4-FFF2-40B4-BE49-F238E27FC236}">
                    <a16:creationId xmlns:a16="http://schemas.microsoft.com/office/drawing/2014/main" id="{47F637B1-A3B8-4AE3-B1EC-E65E5C7B751D}"/>
                  </a:ext>
                </a:extLst>
              </p:cNvPr>
              <p:cNvSpPr/>
              <p:nvPr/>
            </p:nvSpPr>
            <p:spPr>
              <a:xfrm>
                <a:off x="229485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1" y="2139"/>
                      <a:pt x="1078" y="2139"/>
                    </a:cubicBezTo>
                    <a:cubicBezTo>
                      <a:pt x="1342" y="2139"/>
                      <a:pt x="1611" y="2041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6" name="Freeform: Shape 2205">
                <a:extLst>
                  <a:ext uri="{FF2B5EF4-FFF2-40B4-BE49-F238E27FC236}">
                    <a16:creationId xmlns:a16="http://schemas.microsoft.com/office/drawing/2014/main" id="{9D13CF78-C4D6-4FED-B9A9-FD2006EEF401}"/>
                  </a:ext>
                </a:extLst>
              </p:cNvPr>
              <p:cNvSpPr/>
              <p:nvPr/>
            </p:nvSpPr>
            <p:spPr>
              <a:xfrm>
                <a:off x="229507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7" name="Freeform: Shape 2206">
                <a:extLst>
                  <a:ext uri="{FF2B5EF4-FFF2-40B4-BE49-F238E27FC236}">
                    <a16:creationId xmlns:a16="http://schemas.microsoft.com/office/drawing/2014/main" id="{98CE160C-74F7-4F04-9734-572C67595F35}"/>
                  </a:ext>
                </a:extLst>
              </p:cNvPr>
              <p:cNvSpPr/>
              <p:nvPr/>
            </p:nvSpPr>
            <p:spPr>
              <a:xfrm>
                <a:off x="2294850" y="3780375"/>
                <a:ext cx="626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505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2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505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8" name="Freeform: Shape 2207">
                <a:extLst>
                  <a:ext uri="{FF2B5EF4-FFF2-40B4-BE49-F238E27FC236}">
                    <a16:creationId xmlns:a16="http://schemas.microsoft.com/office/drawing/2014/main" id="{71322005-E1C0-4330-86BC-52D4FEC9113F}"/>
                  </a:ext>
                </a:extLst>
              </p:cNvPr>
              <p:cNvSpPr/>
              <p:nvPr/>
            </p:nvSpPr>
            <p:spPr>
              <a:xfrm>
                <a:off x="229507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9" name="Freeform: Shape 2208">
                <a:extLst>
                  <a:ext uri="{FF2B5EF4-FFF2-40B4-BE49-F238E27FC236}">
                    <a16:creationId xmlns:a16="http://schemas.microsoft.com/office/drawing/2014/main" id="{CF06743F-ADAE-41D7-B523-84CC5A3FC6DD}"/>
                  </a:ext>
                </a:extLst>
              </p:cNvPr>
              <p:cNvSpPr/>
              <p:nvPr/>
            </p:nvSpPr>
            <p:spPr>
              <a:xfrm>
                <a:off x="229507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0" name="Freeform: Shape 2209">
                <a:extLst>
                  <a:ext uri="{FF2B5EF4-FFF2-40B4-BE49-F238E27FC236}">
                    <a16:creationId xmlns:a16="http://schemas.microsoft.com/office/drawing/2014/main" id="{96097A08-5160-4E8F-8988-B3F9BA2651E2}"/>
                  </a:ext>
                </a:extLst>
              </p:cNvPr>
              <p:cNvSpPr/>
              <p:nvPr/>
            </p:nvSpPr>
            <p:spPr>
              <a:xfrm>
                <a:off x="229507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1" name="Freeform: Shape 2210">
                <a:extLst>
                  <a:ext uri="{FF2B5EF4-FFF2-40B4-BE49-F238E27FC236}">
                    <a16:creationId xmlns:a16="http://schemas.microsoft.com/office/drawing/2014/main" id="{AF56236E-6F9E-4C3E-8273-96DA31D8B1D9}"/>
                  </a:ext>
                </a:extLst>
              </p:cNvPr>
              <p:cNvSpPr/>
              <p:nvPr/>
            </p:nvSpPr>
            <p:spPr>
              <a:xfrm>
                <a:off x="229507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2" name="Freeform: Shape 2211">
                <a:extLst>
                  <a:ext uri="{FF2B5EF4-FFF2-40B4-BE49-F238E27FC236}">
                    <a16:creationId xmlns:a16="http://schemas.microsoft.com/office/drawing/2014/main" id="{8A3C486E-0589-4313-8E13-12AF5DC87D60}"/>
                  </a:ext>
                </a:extLst>
              </p:cNvPr>
              <p:cNvSpPr/>
              <p:nvPr/>
            </p:nvSpPr>
            <p:spPr>
              <a:xfrm>
                <a:off x="2295075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3" name="Freeform: Shape 2212">
                <a:extLst>
                  <a:ext uri="{FF2B5EF4-FFF2-40B4-BE49-F238E27FC236}">
                    <a16:creationId xmlns:a16="http://schemas.microsoft.com/office/drawing/2014/main" id="{61A3FFB8-BDCE-49E6-8318-2B9D246050AD}"/>
                  </a:ext>
                </a:extLst>
              </p:cNvPr>
              <p:cNvSpPr/>
              <p:nvPr/>
            </p:nvSpPr>
            <p:spPr>
              <a:xfrm>
                <a:off x="22949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4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4" name="Freeform: Shape 2213">
                <a:extLst>
                  <a:ext uri="{FF2B5EF4-FFF2-40B4-BE49-F238E27FC236}">
                    <a16:creationId xmlns:a16="http://schemas.microsoft.com/office/drawing/2014/main" id="{EE56A9EC-2BC4-499C-A408-059CE11D9870}"/>
                  </a:ext>
                </a:extLst>
              </p:cNvPr>
              <p:cNvSpPr/>
              <p:nvPr/>
            </p:nvSpPr>
            <p:spPr>
              <a:xfrm>
                <a:off x="229492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5" name="Freeform: Shape 2214">
                <a:extLst>
                  <a:ext uri="{FF2B5EF4-FFF2-40B4-BE49-F238E27FC236}">
                    <a16:creationId xmlns:a16="http://schemas.microsoft.com/office/drawing/2014/main" id="{D7EB449F-45A1-4C68-ABE2-A01FFDC61FBA}"/>
                  </a:ext>
                </a:extLst>
              </p:cNvPr>
              <p:cNvSpPr/>
              <p:nvPr/>
            </p:nvSpPr>
            <p:spPr>
              <a:xfrm>
                <a:off x="2295075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6" name="Freeform: Shape 2215">
                <a:extLst>
                  <a:ext uri="{FF2B5EF4-FFF2-40B4-BE49-F238E27FC236}">
                    <a16:creationId xmlns:a16="http://schemas.microsoft.com/office/drawing/2014/main" id="{F6F69804-7BE6-44A2-8C79-E8AA77E1585B}"/>
                  </a:ext>
                </a:extLst>
              </p:cNvPr>
              <p:cNvSpPr/>
              <p:nvPr/>
            </p:nvSpPr>
            <p:spPr>
              <a:xfrm>
                <a:off x="22950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7" name="Freeform: Shape 2216">
                <a:extLst>
                  <a:ext uri="{FF2B5EF4-FFF2-40B4-BE49-F238E27FC236}">
                    <a16:creationId xmlns:a16="http://schemas.microsoft.com/office/drawing/2014/main" id="{FDC18228-8C53-4587-9453-E526E5361094}"/>
                  </a:ext>
                </a:extLst>
              </p:cNvPr>
              <p:cNvSpPr/>
              <p:nvPr/>
            </p:nvSpPr>
            <p:spPr>
              <a:xfrm>
                <a:off x="22186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8" name="Freeform: Shape 2217">
                <a:extLst>
                  <a:ext uri="{FF2B5EF4-FFF2-40B4-BE49-F238E27FC236}">
                    <a16:creationId xmlns:a16="http://schemas.microsoft.com/office/drawing/2014/main" id="{B2E79FCC-9577-4022-ABFD-2B91A501BBE3}"/>
                  </a:ext>
                </a:extLst>
              </p:cNvPr>
              <p:cNvSpPr/>
              <p:nvPr/>
            </p:nvSpPr>
            <p:spPr>
              <a:xfrm>
                <a:off x="2218650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9" name="Freeform: Shape 2218">
                <a:extLst>
                  <a:ext uri="{FF2B5EF4-FFF2-40B4-BE49-F238E27FC236}">
                    <a16:creationId xmlns:a16="http://schemas.microsoft.com/office/drawing/2014/main" id="{EAE7DE56-90FB-4490-A25B-1915E5D32356}"/>
                  </a:ext>
                </a:extLst>
              </p:cNvPr>
              <p:cNvSpPr/>
              <p:nvPr/>
            </p:nvSpPr>
            <p:spPr>
              <a:xfrm>
                <a:off x="2218650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0" name="Freeform: Shape 2219">
                <a:extLst>
                  <a:ext uri="{FF2B5EF4-FFF2-40B4-BE49-F238E27FC236}">
                    <a16:creationId xmlns:a16="http://schemas.microsoft.com/office/drawing/2014/main" id="{451CE2A2-015C-4F61-B3A0-591AF33472E8}"/>
                  </a:ext>
                </a:extLst>
              </p:cNvPr>
              <p:cNvSpPr/>
              <p:nvPr/>
            </p:nvSpPr>
            <p:spPr>
              <a:xfrm>
                <a:off x="2218650" y="41614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1" name="Freeform: Shape 2220">
                <a:extLst>
                  <a:ext uri="{FF2B5EF4-FFF2-40B4-BE49-F238E27FC236}">
                    <a16:creationId xmlns:a16="http://schemas.microsoft.com/office/drawing/2014/main" id="{91945724-5099-488B-9093-F9A941FA059C}"/>
                  </a:ext>
                </a:extLst>
              </p:cNvPr>
              <p:cNvSpPr/>
              <p:nvPr/>
            </p:nvSpPr>
            <p:spPr>
              <a:xfrm>
                <a:off x="22186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2" name="Freeform: Shape 2221">
                <a:extLst>
                  <a:ext uri="{FF2B5EF4-FFF2-40B4-BE49-F238E27FC236}">
                    <a16:creationId xmlns:a16="http://schemas.microsoft.com/office/drawing/2014/main" id="{52568C39-F720-4FC7-9E48-5E2F12853E18}"/>
                  </a:ext>
                </a:extLst>
              </p:cNvPr>
              <p:cNvSpPr/>
              <p:nvPr/>
            </p:nvSpPr>
            <p:spPr>
              <a:xfrm>
                <a:off x="22186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3" name="Freeform: Shape 2222">
                <a:extLst>
                  <a:ext uri="{FF2B5EF4-FFF2-40B4-BE49-F238E27FC236}">
                    <a16:creationId xmlns:a16="http://schemas.microsoft.com/office/drawing/2014/main" id="{24B25ACF-B646-4700-9030-F451DE03953F}"/>
                  </a:ext>
                </a:extLst>
              </p:cNvPr>
              <p:cNvSpPr/>
              <p:nvPr/>
            </p:nvSpPr>
            <p:spPr>
              <a:xfrm>
                <a:off x="221865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1" y="1821"/>
                    </a:cubicBezTo>
                    <a:cubicBezTo>
                      <a:pt x="2488" y="1146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4" name="Freeform: Shape 2223">
                <a:extLst>
                  <a:ext uri="{FF2B5EF4-FFF2-40B4-BE49-F238E27FC236}">
                    <a16:creationId xmlns:a16="http://schemas.microsoft.com/office/drawing/2014/main" id="{BC850E7E-82CC-4689-9DC5-9E7B7B00F70E}"/>
                  </a:ext>
                </a:extLst>
              </p:cNvPr>
              <p:cNvSpPr/>
              <p:nvPr/>
            </p:nvSpPr>
            <p:spPr>
              <a:xfrm>
                <a:off x="221865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5" name="Freeform: Shape 2224">
                <a:extLst>
                  <a:ext uri="{FF2B5EF4-FFF2-40B4-BE49-F238E27FC236}">
                    <a16:creationId xmlns:a16="http://schemas.microsoft.com/office/drawing/2014/main" id="{C34EC062-88C2-443E-B19F-AFC7406535BF}"/>
                  </a:ext>
                </a:extLst>
              </p:cNvPr>
              <p:cNvSpPr/>
              <p:nvPr/>
            </p:nvSpPr>
            <p:spPr>
              <a:xfrm>
                <a:off x="221865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6" name="Freeform: Shape 2225">
                <a:extLst>
                  <a:ext uri="{FF2B5EF4-FFF2-40B4-BE49-F238E27FC236}">
                    <a16:creationId xmlns:a16="http://schemas.microsoft.com/office/drawing/2014/main" id="{29D107FE-7F9E-4FDF-A72C-E6AD7031C062}"/>
                  </a:ext>
                </a:extLst>
              </p:cNvPr>
              <p:cNvSpPr/>
              <p:nvPr/>
            </p:nvSpPr>
            <p:spPr>
              <a:xfrm>
                <a:off x="22186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7" name="Freeform: Shape 2226">
                <a:extLst>
                  <a:ext uri="{FF2B5EF4-FFF2-40B4-BE49-F238E27FC236}">
                    <a16:creationId xmlns:a16="http://schemas.microsoft.com/office/drawing/2014/main" id="{E788A790-ED72-4AB7-AB9B-5DC5A7A8FD23}"/>
                  </a:ext>
                </a:extLst>
              </p:cNvPr>
              <p:cNvSpPr/>
              <p:nvPr/>
            </p:nvSpPr>
            <p:spPr>
              <a:xfrm>
                <a:off x="22186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8" name="Freeform: Shape 2227">
                <a:extLst>
                  <a:ext uri="{FF2B5EF4-FFF2-40B4-BE49-F238E27FC236}">
                    <a16:creationId xmlns:a16="http://schemas.microsoft.com/office/drawing/2014/main" id="{F2F2F9D0-79FE-4E6E-B9FC-9DD3EA60AD10}"/>
                  </a:ext>
                </a:extLst>
              </p:cNvPr>
              <p:cNvSpPr/>
              <p:nvPr/>
            </p:nvSpPr>
            <p:spPr>
              <a:xfrm>
                <a:off x="221865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9" name="Freeform: Shape 2228">
                <a:extLst>
                  <a:ext uri="{FF2B5EF4-FFF2-40B4-BE49-F238E27FC236}">
                    <a16:creationId xmlns:a16="http://schemas.microsoft.com/office/drawing/2014/main" id="{815DDD6B-BD79-4886-84B1-90FAD6962F04}"/>
                  </a:ext>
                </a:extLst>
              </p:cNvPr>
              <p:cNvSpPr/>
              <p:nvPr/>
            </p:nvSpPr>
            <p:spPr>
              <a:xfrm>
                <a:off x="22186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0" name="Freeform: Shape 2229">
                <a:extLst>
                  <a:ext uri="{FF2B5EF4-FFF2-40B4-BE49-F238E27FC236}">
                    <a16:creationId xmlns:a16="http://schemas.microsoft.com/office/drawing/2014/main" id="{5439F405-0F0D-48B3-981E-4B5B44734D20}"/>
                  </a:ext>
                </a:extLst>
              </p:cNvPr>
              <p:cNvSpPr/>
              <p:nvPr/>
            </p:nvSpPr>
            <p:spPr>
              <a:xfrm>
                <a:off x="22186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1" name="Freeform: Shape 2230">
                <a:extLst>
                  <a:ext uri="{FF2B5EF4-FFF2-40B4-BE49-F238E27FC236}">
                    <a16:creationId xmlns:a16="http://schemas.microsoft.com/office/drawing/2014/main" id="{E84D2D35-F2F9-46C2-AC94-A28B0779B321}"/>
                  </a:ext>
                </a:extLst>
              </p:cNvPr>
              <p:cNvSpPr/>
              <p:nvPr/>
            </p:nvSpPr>
            <p:spPr>
              <a:xfrm>
                <a:off x="22186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2" name="Freeform: Shape 2231">
                <a:extLst>
                  <a:ext uri="{FF2B5EF4-FFF2-40B4-BE49-F238E27FC236}">
                    <a16:creationId xmlns:a16="http://schemas.microsoft.com/office/drawing/2014/main" id="{E0C103AA-2F94-457D-909C-D65142E573CD}"/>
                  </a:ext>
                </a:extLst>
              </p:cNvPr>
              <p:cNvSpPr/>
              <p:nvPr/>
            </p:nvSpPr>
            <p:spPr>
              <a:xfrm>
                <a:off x="2218650" y="3247075"/>
                <a:ext cx="62425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40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11"/>
                      <a:pt x="529" y="2140"/>
                      <a:pt x="1079" y="2140"/>
                    </a:cubicBezTo>
                    <a:cubicBezTo>
                      <a:pt x="1339" y="2140"/>
                      <a:pt x="1605" y="2044"/>
                      <a:pt x="1821" y="1830"/>
                    </a:cubicBezTo>
                    <a:cubicBezTo>
                      <a:pt x="2496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3" name="Freeform: Shape 2232">
                <a:extLst>
                  <a:ext uri="{FF2B5EF4-FFF2-40B4-BE49-F238E27FC236}">
                    <a16:creationId xmlns:a16="http://schemas.microsoft.com/office/drawing/2014/main" id="{6C4A3E9F-71EB-4241-98C3-F5886B112DDE}"/>
                  </a:ext>
                </a:extLst>
              </p:cNvPr>
              <p:cNvSpPr/>
              <p:nvPr/>
            </p:nvSpPr>
            <p:spPr>
              <a:xfrm>
                <a:off x="221865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5"/>
                      <a:pt x="528" y="2131"/>
                      <a:pt x="1078" y="2131"/>
                    </a:cubicBezTo>
                    <a:cubicBezTo>
                      <a:pt x="1339" y="2131"/>
                      <a:pt x="1604" y="2036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4" name="Freeform: Shape 2233">
                <a:extLst>
                  <a:ext uri="{FF2B5EF4-FFF2-40B4-BE49-F238E27FC236}">
                    <a16:creationId xmlns:a16="http://schemas.microsoft.com/office/drawing/2014/main" id="{C6961760-C31E-4A88-8EAA-6162FCC00CAC}"/>
                  </a:ext>
                </a:extLst>
              </p:cNvPr>
              <p:cNvSpPr/>
              <p:nvPr/>
            </p:nvSpPr>
            <p:spPr>
              <a:xfrm>
                <a:off x="22186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5" name="Freeform: Shape 2234">
                <a:extLst>
                  <a:ext uri="{FF2B5EF4-FFF2-40B4-BE49-F238E27FC236}">
                    <a16:creationId xmlns:a16="http://schemas.microsoft.com/office/drawing/2014/main" id="{56512D8D-D2A0-4957-9015-5B236A58C77B}"/>
                  </a:ext>
                </a:extLst>
              </p:cNvPr>
              <p:cNvSpPr/>
              <p:nvPr/>
            </p:nvSpPr>
            <p:spPr>
              <a:xfrm>
                <a:off x="22186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6" name="Freeform: Shape 2235">
                <a:extLst>
                  <a:ext uri="{FF2B5EF4-FFF2-40B4-BE49-F238E27FC236}">
                    <a16:creationId xmlns:a16="http://schemas.microsoft.com/office/drawing/2014/main" id="{CF5E8FB1-333C-407B-B1F4-7357D6133686}"/>
                  </a:ext>
                </a:extLst>
              </p:cNvPr>
              <p:cNvSpPr/>
              <p:nvPr/>
            </p:nvSpPr>
            <p:spPr>
              <a:xfrm>
                <a:off x="22186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7" name="Freeform: Shape 2236">
                <a:extLst>
                  <a:ext uri="{FF2B5EF4-FFF2-40B4-BE49-F238E27FC236}">
                    <a16:creationId xmlns:a16="http://schemas.microsoft.com/office/drawing/2014/main" id="{105465D6-BEB7-455B-B375-81B47801578E}"/>
                  </a:ext>
                </a:extLst>
              </p:cNvPr>
              <p:cNvSpPr/>
              <p:nvPr/>
            </p:nvSpPr>
            <p:spPr>
              <a:xfrm>
                <a:off x="2142425" y="46183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8" name="Freeform: Shape 2237">
                <a:extLst>
                  <a:ext uri="{FF2B5EF4-FFF2-40B4-BE49-F238E27FC236}">
                    <a16:creationId xmlns:a16="http://schemas.microsoft.com/office/drawing/2014/main" id="{AD142C42-4BC9-4448-AF52-EEC8D62EFCB8}"/>
                  </a:ext>
                </a:extLst>
              </p:cNvPr>
              <p:cNvSpPr/>
              <p:nvPr/>
            </p:nvSpPr>
            <p:spPr>
              <a:xfrm>
                <a:off x="214242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9" name="Freeform: Shape 2238">
                <a:extLst>
                  <a:ext uri="{FF2B5EF4-FFF2-40B4-BE49-F238E27FC236}">
                    <a16:creationId xmlns:a16="http://schemas.microsoft.com/office/drawing/2014/main" id="{F6D6932F-E446-4FEC-A63C-B2F1551F3002}"/>
                  </a:ext>
                </a:extLst>
              </p:cNvPr>
              <p:cNvSpPr/>
              <p:nvPr/>
            </p:nvSpPr>
            <p:spPr>
              <a:xfrm>
                <a:off x="2142425" y="43136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0" name="Freeform: Shape 2239">
                <a:extLst>
                  <a:ext uri="{FF2B5EF4-FFF2-40B4-BE49-F238E27FC236}">
                    <a16:creationId xmlns:a16="http://schemas.microsoft.com/office/drawing/2014/main" id="{1FBF6B27-7EC2-4C55-B493-173E7C6A5FC2}"/>
                  </a:ext>
                </a:extLst>
              </p:cNvPr>
              <p:cNvSpPr/>
              <p:nvPr/>
            </p:nvSpPr>
            <p:spPr>
              <a:xfrm>
                <a:off x="214242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1" name="Freeform: Shape 2240">
                <a:extLst>
                  <a:ext uri="{FF2B5EF4-FFF2-40B4-BE49-F238E27FC236}">
                    <a16:creationId xmlns:a16="http://schemas.microsoft.com/office/drawing/2014/main" id="{0210E09B-7041-441C-95B4-68BE7CF21B06}"/>
                  </a:ext>
                </a:extLst>
              </p:cNvPr>
              <p:cNvSpPr/>
              <p:nvPr/>
            </p:nvSpPr>
            <p:spPr>
              <a:xfrm>
                <a:off x="2142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2" name="Freeform: Shape 2241">
                <a:extLst>
                  <a:ext uri="{FF2B5EF4-FFF2-40B4-BE49-F238E27FC236}">
                    <a16:creationId xmlns:a16="http://schemas.microsoft.com/office/drawing/2014/main" id="{945FB099-C7D2-47E5-AF8D-5122105DB65C}"/>
                  </a:ext>
                </a:extLst>
              </p:cNvPr>
              <p:cNvSpPr/>
              <p:nvPr/>
            </p:nvSpPr>
            <p:spPr>
              <a:xfrm>
                <a:off x="2142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3" name="Freeform: Shape 2242">
                <a:extLst>
                  <a:ext uri="{FF2B5EF4-FFF2-40B4-BE49-F238E27FC236}">
                    <a16:creationId xmlns:a16="http://schemas.microsoft.com/office/drawing/2014/main" id="{E8EFF4A3-3F0D-4329-81BB-1D4B2621A445}"/>
                  </a:ext>
                </a:extLst>
              </p:cNvPr>
              <p:cNvSpPr/>
              <p:nvPr/>
            </p:nvSpPr>
            <p:spPr>
              <a:xfrm>
                <a:off x="2142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4" name="Freeform: Shape 2243">
                <a:extLst>
                  <a:ext uri="{FF2B5EF4-FFF2-40B4-BE49-F238E27FC236}">
                    <a16:creationId xmlns:a16="http://schemas.microsoft.com/office/drawing/2014/main" id="{D00BD69D-E495-458F-8402-2AE91771422C}"/>
                  </a:ext>
                </a:extLst>
              </p:cNvPr>
              <p:cNvSpPr/>
              <p:nvPr/>
            </p:nvSpPr>
            <p:spPr>
              <a:xfrm>
                <a:off x="214242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5" name="Freeform: Shape 2244">
                <a:extLst>
                  <a:ext uri="{FF2B5EF4-FFF2-40B4-BE49-F238E27FC236}">
                    <a16:creationId xmlns:a16="http://schemas.microsoft.com/office/drawing/2014/main" id="{BC8598AB-F7FE-4865-B124-84D486FA2730}"/>
                  </a:ext>
                </a:extLst>
              </p:cNvPr>
              <p:cNvSpPr/>
              <p:nvPr/>
            </p:nvSpPr>
            <p:spPr>
              <a:xfrm>
                <a:off x="214242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6" name="Freeform: Shape 2245">
                <a:extLst>
                  <a:ext uri="{FF2B5EF4-FFF2-40B4-BE49-F238E27FC236}">
                    <a16:creationId xmlns:a16="http://schemas.microsoft.com/office/drawing/2014/main" id="{51BE0F6E-D293-4A44-B947-73539152318F}"/>
                  </a:ext>
                </a:extLst>
              </p:cNvPr>
              <p:cNvSpPr/>
              <p:nvPr/>
            </p:nvSpPr>
            <p:spPr>
              <a:xfrm>
                <a:off x="21424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7" name="Freeform: Shape 2246">
                <a:extLst>
                  <a:ext uri="{FF2B5EF4-FFF2-40B4-BE49-F238E27FC236}">
                    <a16:creationId xmlns:a16="http://schemas.microsoft.com/office/drawing/2014/main" id="{EE69C6E9-1BA3-4402-BBB0-64B227EF1566}"/>
                  </a:ext>
                </a:extLst>
              </p:cNvPr>
              <p:cNvSpPr/>
              <p:nvPr/>
            </p:nvSpPr>
            <p:spPr>
              <a:xfrm>
                <a:off x="214242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8" name="Freeform: Shape 2247">
                <a:extLst>
                  <a:ext uri="{FF2B5EF4-FFF2-40B4-BE49-F238E27FC236}">
                    <a16:creationId xmlns:a16="http://schemas.microsoft.com/office/drawing/2014/main" id="{B90FAAC7-4F2F-49D8-B789-86D0E67B7823}"/>
                  </a:ext>
                </a:extLst>
              </p:cNvPr>
              <p:cNvSpPr/>
              <p:nvPr/>
            </p:nvSpPr>
            <p:spPr>
              <a:xfrm>
                <a:off x="21424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9" name="Freeform: Shape 2248">
                <a:extLst>
                  <a:ext uri="{FF2B5EF4-FFF2-40B4-BE49-F238E27FC236}">
                    <a16:creationId xmlns:a16="http://schemas.microsoft.com/office/drawing/2014/main" id="{E277A38D-53A7-45FE-8AD2-CC3874E202FB}"/>
                  </a:ext>
                </a:extLst>
              </p:cNvPr>
              <p:cNvSpPr/>
              <p:nvPr/>
            </p:nvSpPr>
            <p:spPr>
              <a:xfrm>
                <a:off x="214242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0" name="Freeform: Shape 2249">
                <a:extLst>
                  <a:ext uri="{FF2B5EF4-FFF2-40B4-BE49-F238E27FC236}">
                    <a16:creationId xmlns:a16="http://schemas.microsoft.com/office/drawing/2014/main" id="{F254A1BE-F8A8-4160-B116-39902A195942}"/>
                  </a:ext>
                </a:extLst>
              </p:cNvPr>
              <p:cNvSpPr/>
              <p:nvPr/>
            </p:nvSpPr>
            <p:spPr>
              <a:xfrm>
                <a:off x="214242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1" name="Freeform: Shape 2250">
                <a:extLst>
                  <a:ext uri="{FF2B5EF4-FFF2-40B4-BE49-F238E27FC236}">
                    <a16:creationId xmlns:a16="http://schemas.microsoft.com/office/drawing/2014/main" id="{513E9A6F-2370-4861-9205-B5745BAFFB8F}"/>
                  </a:ext>
                </a:extLst>
              </p:cNvPr>
              <p:cNvSpPr/>
              <p:nvPr/>
            </p:nvSpPr>
            <p:spPr>
              <a:xfrm>
                <a:off x="214242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2" name="Freeform: Shape 2251">
                <a:extLst>
                  <a:ext uri="{FF2B5EF4-FFF2-40B4-BE49-F238E27FC236}">
                    <a16:creationId xmlns:a16="http://schemas.microsoft.com/office/drawing/2014/main" id="{BADB0A70-D45B-4069-954E-A51F3DA855AB}"/>
                  </a:ext>
                </a:extLst>
              </p:cNvPr>
              <p:cNvSpPr/>
              <p:nvPr/>
            </p:nvSpPr>
            <p:spPr>
              <a:xfrm>
                <a:off x="21424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3" name="Freeform: Shape 2252">
                <a:extLst>
                  <a:ext uri="{FF2B5EF4-FFF2-40B4-BE49-F238E27FC236}">
                    <a16:creationId xmlns:a16="http://schemas.microsoft.com/office/drawing/2014/main" id="{95599846-A290-4D1A-8E73-F6D6B629431A}"/>
                  </a:ext>
                </a:extLst>
              </p:cNvPr>
              <p:cNvSpPr/>
              <p:nvPr/>
            </p:nvSpPr>
            <p:spPr>
              <a:xfrm>
                <a:off x="21424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4" name="Freeform: Shape 2253">
                <a:extLst>
                  <a:ext uri="{FF2B5EF4-FFF2-40B4-BE49-F238E27FC236}">
                    <a16:creationId xmlns:a16="http://schemas.microsoft.com/office/drawing/2014/main" id="{574D7407-2043-402E-BE36-55A6F6060203}"/>
                  </a:ext>
                </a:extLst>
              </p:cNvPr>
              <p:cNvSpPr/>
              <p:nvPr/>
            </p:nvSpPr>
            <p:spPr>
              <a:xfrm>
                <a:off x="21424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5" name="Freeform: Shape 2254">
                <a:extLst>
                  <a:ext uri="{FF2B5EF4-FFF2-40B4-BE49-F238E27FC236}">
                    <a16:creationId xmlns:a16="http://schemas.microsoft.com/office/drawing/2014/main" id="{1FCAAF6B-2122-45A8-A878-4CC5DA722E38}"/>
                  </a:ext>
                </a:extLst>
              </p:cNvPr>
              <p:cNvSpPr/>
              <p:nvPr/>
            </p:nvSpPr>
            <p:spPr>
              <a:xfrm>
                <a:off x="21424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6" name="Freeform: Shape 2255">
                <a:extLst>
                  <a:ext uri="{FF2B5EF4-FFF2-40B4-BE49-F238E27FC236}">
                    <a16:creationId xmlns:a16="http://schemas.microsoft.com/office/drawing/2014/main" id="{1E8FC706-0DF6-489B-970F-5BA0E13398EA}"/>
                  </a:ext>
                </a:extLst>
              </p:cNvPr>
              <p:cNvSpPr/>
              <p:nvPr/>
            </p:nvSpPr>
            <p:spPr>
              <a:xfrm>
                <a:off x="21424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7" name="Freeform: Shape 2256">
                <a:extLst>
                  <a:ext uri="{FF2B5EF4-FFF2-40B4-BE49-F238E27FC236}">
                    <a16:creationId xmlns:a16="http://schemas.microsoft.com/office/drawing/2014/main" id="{59EB1895-AF43-47FF-B306-1A2FC1D85799}"/>
                  </a:ext>
                </a:extLst>
              </p:cNvPr>
              <p:cNvSpPr/>
              <p:nvPr/>
            </p:nvSpPr>
            <p:spPr>
              <a:xfrm>
                <a:off x="21424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8" name="Freeform: Shape 2257">
                <a:extLst>
                  <a:ext uri="{FF2B5EF4-FFF2-40B4-BE49-F238E27FC236}">
                    <a16:creationId xmlns:a16="http://schemas.microsoft.com/office/drawing/2014/main" id="{BAD270AC-DE07-4A5D-9DC4-31BDD7DDB4F2}"/>
                  </a:ext>
                </a:extLst>
              </p:cNvPr>
              <p:cNvSpPr/>
              <p:nvPr/>
            </p:nvSpPr>
            <p:spPr>
              <a:xfrm>
                <a:off x="21424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9" name="Freeform: Shape 2258">
                <a:extLst>
                  <a:ext uri="{FF2B5EF4-FFF2-40B4-BE49-F238E27FC236}">
                    <a16:creationId xmlns:a16="http://schemas.microsoft.com/office/drawing/2014/main" id="{B026464E-F093-4B5C-9599-CE26280D324C}"/>
                  </a:ext>
                </a:extLst>
              </p:cNvPr>
              <p:cNvSpPr/>
              <p:nvPr/>
            </p:nvSpPr>
            <p:spPr>
              <a:xfrm>
                <a:off x="21424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0" name="Freeform: Shape 2259">
                <a:extLst>
                  <a:ext uri="{FF2B5EF4-FFF2-40B4-BE49-F238E27FC236}">
                    <a16:creationId xmlns:a16="http://schemas.microsoft.com/office/drawing/2014/main" id="{4755FAE1-53AD-4624-9CFF-0F3CAD873ACE}"/>
                  </a:ext>
                </a:extLst>
              </p:cNvPr>
              <p:cNvSpPr/>
              <p:nvPr/>
            </p:nvSpPr>
            <p:spPr>
              <a:xfrm>
                <a:off x="21424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1" name="Freeform: Shape 2260">
                <a:extLst>
                  <a:ext uri="{FF2B5EF4-FFF2-40B4-BE49-F238E27FC236}">
                    <a16:creationId xmlns:a16="http://schemas.microsoft.com/office/drawing/2014/main" id="{BC76EE2B-BA49-456A-A8C5-0E82091DB629}"/>
                  </a:ext>
                </a:extLst>
              </p:cNvPr>
              <p:cNvSpPr/>
              <p:nvPr/>
            </p:nvSpPr>
            <p:spPr>
              <a:xfrm>
                <a:off x="21424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2" name="Freeform: Shape 2261">
                <a:extLst>
                  <a:ext uri="{FF2B5EF4-FFF2-40B4-BE49-F238E27FC236}">
                    <a16:creationId xmlns:a16="http://schemas.microsoft.com/office/drawing/2014/main" id="{95B2A5C4-11A0-4B64-B65F-966E16F5B4EE}"/>
                  </a:ext>
                </a:extLst>
              </p:cNvPr>
              <p:cNvSpPr/>
              <p:nvPr/>
            </p:nvSpPr>
            <p:spPr>
              <a:xfrm>
                <a:off x="2142425" y="1038125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3" name="Freeform: Shape 2262">
                <a:extLst>
                  <a:ext uri="{FF2B5EF4-FFF2-40B4-BE49-F238E27FC236}">
                    <a16:creationId xmlns:a16="http://schemas.microsoft.com/office/drawing/2014/main" id="{6A2BFC2B-7565-4130-8AE6-03B6F0E6DC59}"/>
                  </a:ext>
                </a:extLst>
              </p:cNvPr>
              <p:cNvSpPr/>
              <p:nvPr/>
            </p:nvSpPr>
            <p:spPr>
              <a:xfrm>
                <a:off x="2066425" y="46183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4" name="Freeform: Shape 2263">
                <a:extLst>
                  <a:ext uri="{FF2B5EF4-FFF2-40B4-BE49-F238E27FC236}">
                    <a16:creationId xmlns:a16="http://schemas.microsoft.com/office/drawing/2014/main" id="{ECBB636E-ED24-4E74-9023-995F48623C2D}"/>
                  </a:ext>
                </a:extLst>
              </p:cNvPr>
              <p:cNvSpPr/>
              <p:nvPr/>
            </p:nvSpPr>
            <p:spPr>
              <a:xfrm>
                <a:off x="2066425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5" name="Freeform: Shape 2264">
                <a:extLst>
                  <a:ext uri="{FF2B5EF4-FFF2-40B4-BE49-F238E27FC236}">
                    <a16:creationId xmlns:a16="http://schemas.microsoft.com/office/drawing/2014/main" id="{E0B2885D-2488-4D58-9603-A9B2691AE3A1}"/>
                  </a:ext>
                </a:extLst>
              </p:cNvPr>
              <p:cNvSpPr/>
              <p:nvPr/>
            </p:nvSpPr>
            <p:spPr>
              <a:xfrm>
                <a:off x="2066425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6" name="Freeform: Shape 2265">
                <a:extLst>
                  <a:ext uri="{FF2B5EF4-FFF2-40B4-BE49-F238E27FC236}">
                    <a16:creationId xmlns:a16="http://schemas.microsoft.com/office/drawing/2014/main" id="{43746A30-9279-4845-BB85-CE8E6AD5A009}"/>
                  </a:ext>
                </a:extLst>
              </p:cNvPr>
              <p:cNvSpPr/>
              <p:nvPr/>
            </p:nvSpPr>
            <p:spPr>
              <a:xfrm>
                <a:off x="2066425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7" name="Freeform: Shape 2266">
                <a:extLst>
                  <a:ext uri="{FF2B5EF4-FFF2-40B4-BE49-F238E27FC236}">
                    <a16:creationId xmlns:a16="http://schemas.microsoft.com/office/drawing/2014/main" id="{AC9D573D-7911-48A6-A624-E0E1F5BADAC1}"/>
                  </a:ext>
                </a:extLst>
              </p:cNvPr>
              <p:cNvSpPr/>
              <p:nvPr/>
            </p:nvSpPr>
            <p:spPr>
              <a:xfrm>
                <a:off x="2066425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8" name="Freeform: Shape 2267">
                <a:extLst>
                  <a:ext uri="{FF2B5EF4-FFF2-40B4-BE49-F238E27FC236}">
                    <a16:creationId xmlns:a16="http://schemas.microsoft.com/office/drawing/2014/main" id="{4E20607A-07DE-4A42-89EE-4CC01DCA6CF9}"/>
                  </a:ext>
                </a:extLst>
              </p:cNvPr>
              <p:cNvSpPr/>
              <p:nvPr/>
            </p:nvSpPr>
            <p:spPr>
              <a:xfrm>
                <a:off x="206642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9" name="Freeform: Shape 2268">
                <a:extLst>
                  <a:ext uri="{FF2B5EF4-FFF2-40B4-BE49-F238E27FC236}">
                    <a16:creationId xmlns:a16="http://schemas.microsoft.com/office/drawing/2014/main" id="{35A64B76-4636-41B5-B014-49E0B4AB6DC4}"/>
                  </a:ext>
                </a:extLst>
              </p:cNvPr>
              <p:cNvSpPr/>
              <p:nvPr/>
            </p:nvSpPr>
            <p:spPr>
              <a:xfrm>
                <a:off x="206642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0" name="Freeform: Shape 2269">
                <a:extLst>
                  <a:ext uri="{FF2B5EF4-FFF2-40B4-BE49-F238E27FC236}">
                    <a16:creationId xmlns:a16="http://schemas.microsoft.com/office/drawing/2014/main" id="{008F10EA-B0CD-415A-999D-B266DDDF04B1}"/>
                  </a:ext>
                </a:extLst>
              </p:cNvPr>
              <p:cNvSpPr/>
              <p:nvPr/>
            </p:nvSpPr>
            <p:spPr>
              <a:xfrm>
                <a:off x="20664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1" name="Freeform: Shape 2270">
                <a:extLst>
                  <a:ext uri="{FF2B5EF4-FFF2-40B4-BE49-F238E27FC236}">
                    <a16:creationId xmlns:a16="http://schemas.microsoft.com/office/drawing/2014/main" id="{5C417BDA-9CA8-4E04-B163-05E000F49720}"/>
                  </a:ext>
                </a:extLst>
              </p:cNvPr>
              <p:cNvSpPr/>
              <p:nvPr/>
            </p:nvSpPr>
            <p:spPr>
              <a:xfrm>
                <a:off x="20664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2" name="Freeform: Shape 2271">
                <a:extLst>
                  <a:ext uri="{FF2B5EF4-FFF2-40B4-BE49-F238E27FC236}">
                    <a16:creationId xmlns:a16="http://schemas.microsoft.com/office/drawing/2014/main" id="{C2AF56A0-B187-40CE-92DE-5EB41A69F494}"/>
                  </a:ext>
                </a:extLst>
              </p:cNvPr>
              <p:cNvSpPr/>
              <p:nvPr/>
            </p:nvSpPr>
            <p:spPr>
              <a:xfrm>
                <a:off x="20664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3" name="Freeform: Shape 2272">
                <a:extLst>
                  <a:ext uri="{FF2B5EF4-FFF2-40B4-BE49-F238E27FC236}">
                    <a16:creationId xmlns:a16="http://schemas.microsoft.com/office/drawing/2014/main" id="{9DFC6B15-9E6C-4C80-A422-5D9B014F3D33}"/>
                  </a:ext>
                </a:extLst>
              </p:cNvPr>
              <p:cNvSpPr/>
              <p:nvPr/>
            </p:nvSpPr>
            <p:spPr>
              <a:xfrm>
                <a:off x="20664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4" name="Freeform: Shape 2273">
                <a:extLst>
                  <a:ext uri="{FF2B5EF4-FFF2-40B4-BE49-F238E27FC236}">
                    <a16:creationId xmlns:a16="http://schemas.microsoft.com/office/drawing/2014/main" id="{819DC657-CE5F-42E6-B1BC-A77CAC2B8F63}"/>
                  </a:ext>
                </a:extLst>
              </p:cNvPr>
              <p:cNvSpPr/>
              <p:nvPr/>
            </p:nvSpPr>
            <p:spPr>
              <a:xfrm>
                <a:off x="2066275" y="3399500"/>
                <a:ext cx="6237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4" extrusionOk="0">
                    <a:moveTo>
                      <a:pt x="1071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47"/>
                      <a:pt x="2014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5" name="Freeform: Shape 2274">
                <a:extLst>
                  <a:ext uri="{FF2B5EF4-FFF2-40B4-BE49-F238E27FC236}">
                    <a16:creationId xmlns:a16="http://schemas.microsoft.com/office/drawing/2014/main" id="{CF4149C0-28D6-4F71-A585-04BBA718BBDC}"/>
                  </a:ext>
                </a:extLst>
              </p:cNvPr>
              <p:cNvSpPr/>
              <p:nvPr/>
            </p:nvSpPr>
            <p:spPr>
              <a:xfrm>
                <a:off x="2066275" y="332330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3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6" name="Freeform: Shape 2275">
                <a:extLst>
                  <a:ext uri="{FF2B5EF4-FFF2-40B4-BE49-F238E27FC236}">
                    <a16:creationId xmlns:a16="http://schemas.microsoft.com/office/drawing/2014/main" id="{8449D93F-B00A-4A73-B3C1-0313A491F9AF}"/>
                  </a:ext>
                </a:extLst>
              </p:cNvPr>
              <p:cNvSpPr/>
              <p:nvPr/>
            </p:nvSpPr>
            <p:spPr>
              <a:xfrm>
                <a:off x="2066275" y="3247075"/>
                <a:ext cx="6237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3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7" name="Freeform: Shape 2276">
                <a:extLst>
                  <a:ext uri="{FF2B5EF4-FFF2-40B4-BE49-F238E27FC236}">
                    <a16:creationId xmlns:a16="http://schemas.microsoft.com/office/drawing/2014/main" id="{3D0FAC03-C949-4EB1-BCDA-DF34B2B415BC}"/>
                  </a:ext>
                </a:extLst>
              </p:cNvPr>
              <p:cNvSpPr/>
              <p:nvPr/>
            </p:nvSpPr>
            <p:spPr>
              <a:xfrm>
                <a:off x="20664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8" name="Freeform: Shape 2277">
                <a:extLst>
                  <a:ext uri="{FF2B5EF4-FFF2-40B4-BE49-F238E27FC236}">
                    <a16:creationId xmlns:a16="http://schemas.microsoft.com/office/drawing/2014/main" id="{FC13A1B9-F136-4B5D-A1EA-2A8AA875E7FA}"/>
                  </a:ext>
                </a:extLst>
              </p:cNvPr>
              <p:cNvSpPr/>
              <p:nvPr/>
            </p:nvSpPr>
            <p:spPr>
              <a:xfrm>
                <a:off x="20664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9" name="Freeform: Shape 2278">
                <a:extLst>
                  <a:ext uri="{FF2B5EF4-FFF2-40B4-BE49-F238E27FC236}">
                    <a16:creationId xmlns:a16="http://schemas.microsoft.com/office/drawing/2014/main" id="{C3DB6028-102A-4DFD-B8C0-FCE7E12B0366}"/>
                  </a:ext>
                </a:extLst>
              </p:cNvPr>
              <p:cNvSpPr/>
              <p:nvPr/>
            </p:nvSpPr>
            <p:spPr>
              <a:xfrm>
                <a:off x="20664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0" name="Freeform: Shape 2279">
                <a:extLst>
                  <a:ext uri="{FF2B5EF4-FFF2-40B4-BE49-F238E27FC236}">
                    <a16:creationId xmlns:a16="http://schemas.microsoft.com/office/drawing/2014/main" id="{51013D00-E61A-4890-ABD0-F0E7CBDCF05A}"/>
                  </a:ext>
                </a:extLst>
              </p:cNvPr>
              <p:cNvSpPr/>
              <p:nvPr/>
            </p:nvSpPr>
            <p:spPr>
              <a:xfrm>
                <a:off x="20664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1" name="Freeform: Shape 2280">
                <a:extLst>
                  <a:ext uri="{FF2B5EF4-FFF2-40B4-BE49-F238E27FC236}">
                    <a16:creationId xmlns:a16="http://schemas.microsoft.com/office/drawing/2014/main" id="{65F0A680-1635-43A8-82F2-5B8E6A933C67}"/>
                  </a:ext>
                </a:extLst>
              </p:cNvPr>
              <p:cNvSpPr/>
              <p:nvPr/>
            </p:nvSpPr>
            <p:spPr>
              <a:xfrm>
                <a:off x="20664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2" name="Freeform: Shape 2281">
                <a:extLst>
                  <a:ext uri="{FF2B5EF4-FFF2-40B4-BE49-F238E27FC236}">
                    <a16:creationId xmlns:a16="http://schemas.microsoft.com/office/drawing/2014/main" id="{09D706BB-9C90-432F-ABF4-E2F166923542}"/>
                  </a:ext>
                </a:extLst>
              </p:cNvPr>
              <p:cNvSpPr/>
              <p:nvPr/>
            </p:nvSpPr>
            <p:spPr>
              <a:xfrm>
                <a:off x="20664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3" name="Freeform: Shape 2282">
                <a:extLst>
                  <a:ext uri="{FF2B5EF4-FFF2-40B4-BE49-F238E27FC236}">
                    <a16:creationId xmlns:a16="http://schemas.microsoft.com/office/drawing/2014/main" id="{96887138-D1CD-48F1-A76C-761FAF17D40B}"/>
                  </a:ext>
                </a:extLst>
              </p:cNvPr>
              <p:cNvSpPr/>
              <p:nvPr/>
            </p:nvSpPr>
            <p:spPr>
              <a:xfrm>
                <a:off x="20664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4" name="Freeform: Shape 2283">
                <a:extLst>
                  <a:ext uri="{FF2B5EF4-FFF2-40B4-BE49-F238E27FC236}">
                    <a16:creationId xmlns:a16="http://schemas.microsoft.com/office/drawing/2014/main" id="{018970EE-1C66-45CF-BE77-506043C1E3EE}"/>
                  </a:ext>
                </a:extLst>
              </p:cNvPr>
              <p:cNvSpPr/>
              <p:nvPr/>
            </p:nvSpPr>
            <p:spPr>
              <a:xfrm>
                <a:off x="20664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5" name="Freeform: Shape 2284">
                <a:extLst>
                  <a:ext uri="{FF2B5EF4-FFF2-40B4-BE49-F238E27FC236}">
                    <a16:creationId xmlns:a16="http://schemas.microsoft.com/office/drawing/2014/main" id="{A3F7B532-9853-4995-AA8A-977A3153464B}"/>
                  </a:ext>
                </a:extLst>
              </p:cNvPr>
              <p:cNvSpPr/>
              <p:nvPr/>
            </p:nvSpPr>
            <p:spPr>
              <a:xfrm>
                <a:off x="20664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6" name="Freeform: Shape 2285">
                <a:extLst>
                  <a:ext uri="{FF2B5EF4-FFF2-40B4-BE49-F238E27FC236}">
                    <a16:creationId xmlns:a16="http://schemas.microsoft.com/office/drawing/2014/main" id="{C32C032A-BF4A-4988-8E18-C5F79A230CBB}"/>
                  </a:ext>
                </a:extLst>
              </p:cNvPr>
              <p:cNvSpPr/>
              <p:nvPr/>
            </p:nvSpPr>
            <p:spPr>
              <a:xfrm>
                <a:off x="20664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7" name="Freeform: Shape 2286">
                <a:extLst>
                  <a:ext uri="{FF2B5EF4-FFF2-40B4-BE49-F238E27FC236}">
                    <a16:creationId xmlns:a16="http://schemas.microsoft.com/office/drawing/2014/main" id="{FE27C820-F4FF-429C-8EF5-087B97B5CDCE}"/>
                  </a:ext>
                </a:extLst>
              </p:cNvPr>
              <p:cNvSpPr/>
              <p:nvPr/>
            </p:nvSpPr>
            <p:spPr>
              <a:xfrm>
                <a:off x="20664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8" name="Freeform: Shape 2287">
                <a:extLst>
                  <a:ext uri="{FF2B5EF4-FFF2-40B4-BE49-F238E27FC236}">
                    <a16:creationId xmlns:a16="http://schemas.microsoft.com/office/drawing/2014/main" id="{444914CC-7B26-4079-87C5-217A276A1F04}"/>
                  </a:ext>
                </a:extLst>
              </p:cNvPr>
              <p:cNvSpPr/>
              <p:nvPr/>
            </p:nvSpPr>
            <p:spPr>
              <a:xfrm>
                <a:off x="20664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9" name="Freeform: Shape 2288">
                <a:extLst>
                  <a:ext uri="{FF2B5EF4-FFF2-40B4-BE49-F238E27FC236}">
                    <a16:creationId xmlns:a16="http://schemas.microsoft.com/office/drawing/2014/main" id="{D1D3B338-1394-47CC-9E96-AEBF55F3F7C3}"/>
                  </a:ext>
                </a:extLst>
              </p:cNvPr>
              <p:cNvSpPr/>
              <p:nvPr/>
            </p:nvSpPr>
            <p:spPr>
              <a:xfrm>
                <a:off x="20664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0" name="Freeform: Shape 2289">
                <a:extLst>
                  <a:ext uri="{FF2B5EF4-FFF2-40B4-BE49-F238E27FC236}">
                    <a16:creationId xmlns:a16="http://schemas.microsoft.com/office/drawing/2014/main" id="{E02FF1C0-5D2A-4DC0-983C-0A0CE478BE6F}"/>
                  </a:ext>
                </a:extLst>
              </p:cNvPr>
              <p:cNvSpPr/>
              <p:nvPr/>
            </p:nvSpPr>
            <p:spPr>
              <a:xfrm>
                <a:off x="20664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1" name="Freeform: Shape 2290">
                <a:extLst>
                  <a:ext uri="{FF2B5EF4-FFF2-40B4-BE49-F238E27FC236}">
                    <a16:creationId xmlns:a16="http://schemas.microsoft.com/office/drawing/2014/main" id="{7C60F605-2D3B-4995-BDD3-DFE5822AD27D}"/>
                  </a:ext>
                </a:extLst>
              </p:cNvPr>
              <p:cNvSpPr/>
              <p:nvPr/>
            </p:nvSpPr>
            <p:spPr>
              <a:xfrm>
                <a:off x="1990200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2" name="Freeform: Shape 2291">
                <a:extLst>
                  <a:ext uri="{FF2B5EF4-FFF2-40B4-BE49-F238E27FC236}">
                    <a16:creationId xmlns:a16="http://schemas.microsoft.com/office/drawing/2014/main" id="{F6B4252D-8182-41A3-A3C8-F6638B239657}"/>
                  </a:ext>
                </a:extLst>
              </p:cNvPr>
              <p:cNvSpPr/>
              <p:nvPr/>
            </p:nvSpPr>
            <p:spPr>
              <a:xfrm>
                <a:off x="1990200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3" name="Freeform: Shape 2292">
                <a:extLst>
                  <a:ext uri="{FF2B5EF4-FFF2-40B4-BE49-F238E27FC236}">
                    <a16:creationId xmlns:a16="http://schemas.microsoft.com/office/drawing/2014/main" id="{2509F6D0-930C-42B3-B1EF-84D8FE0BE6C1}"/>
                  </a:ext>
                </a:extLst>
              </p:cNvPr>
              <p:cNvSpPr/>
              <p:nvPr/>
            </p:nvSpPr>
            <p:spPr>
              <a:xfrm>
                <a:off x="199020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4" name="Freeform: Shape 2293">
                <a:extLst>
                  <a:ext uri="{FF2B5EF4-FFF2-40B4-BE49-F238E27FC236}">
                    <a16:creationId xmlns:a16="http://schemas.microsoft.com/office/drawing/2014/main" id="{DE3D2964-7D8F-4AF8-B846-BCDEA5477DDD}"/>
                  </a:ext>
                </a:extLst>
              </p:cNvPr>
              <p:cNvSpPr/>
              <p:nvPr/>
            </p:nvSpPr>
            <p:spPr>
              <a:xfrm>
                <a:off x="19902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5" name="Freeform: Shape 2294">
                <a:extLst>
                  <a:ext uri="{FF2B5EF4-FFF2-40B4-BE49-F238E27FC236}">
                    <a16:creationId xmlns:a16="http://schemas.microsoft.com/office/drawing/2014/main" id="{F3975BB0-71F9-44E8-8DA2-758137BD7B52}"/>
                  </a:ext>
                </a:extLst>
              </p:cNvPr>
              <p:cNvSpPr/>
              <p:nvPr/>
            </p:nvSpPr>
            <p:spPr>
              <a:xfrm>
                <a:off x="19902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6" name="Freeform: Shape 2295">
                <a:extLst>
                  <a:ext uri="{FF2B5EF4-FFF2-40B4-BE49-F238E27FC236}">
                    <a16:creationId xmlns:a16="http://schemas.microsoft.com/office/drawing/2014/main" id="{5D993A81-DCF9-4D69-9677-6FE1424F2D18}"/>
                  </a:ext>
                </a:extLst>
              </p:cNvPr>
              <p:cNvSpPr/>
              <p:nvPr/>
            </p:nvSpPr>
            <p:spPr>
              <a:xfrm>
                <a:off x="19902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7" name="Freeform: Shape 2296">
                <a:extLst>
                  <a:ext uri="{FF2B5EF4-FFF2-40B4-BE49-F238E27FC236}">
                    <a16:creationId xmlns:a16="http://schemas.microsoft.com/office/drawing/2014/main" id="{7B8E4103-1DA7-4FDA-BCD5-15AF766A8084}"/>
                  </a:ext>
                </a:extLst>
              </p:cNvPr>
              <p:cNvSpPr/>
              <p:nvPr/>
            </p:nvSpPr>
            <p:spPr>
              <a:xfrm>
                <a:off x="19902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8" name="Freeform: Shape 2297">
                <a:extLst>
                  <a:ext uri="{FF2B5EF4-FFF2-40B4-BE49-F238E27FC236}">
                    <a16:creationId xmlns:a16="http://schemas.microsoft.com/office/drawing/2014/main" id="{53701F5D-307B-4FD2-AEFE-77DE4D2FD3BD}"/>
                  </a:ext>
                </a:extLst>
              </p:cNvPr>
              <p:cNvSpPr/>
              <p:nvPr/>
            </p:nvSpPr>
            <p:spPr>
              <a:xfrm>
                <a:off x="19900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9" name="Freeform: Shape 2298">
                <a:extLst>
                  <a:ext uri="{FF2B5EF4-FFF2-40B4-BE49-F238E27FC236}">
                    <a16:creationId xmlns:a16="http://schemas.microsoft.com/office/drawing/2014/main" id="{2C8CC114-D4CC-4348-B98F-5796C6239B14}"/>
                  </a:ext>
                </a:extLst>
              </p:cNvPr>
              <p:cNvSpPr/>
              <p:nvPr/>
            </p:nvSpPr>
            <p:spPr>
              <a:xfrm>
                <a:off x="199007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0" name="Freeform: Shape 2299">
                <a:extLst>
                  <a:ext uri="{FF2B5EF4-FFF2-40B4-BE49-F238E27FC236}">
                    <a16:creationId xmlns:a16="http://schemas.microsoft.com/office/drawing/2014/main" id="{60C3CD3C-476E-4C0E-9B8A-52914B6D324E}"/>
                  </a:ext>
                </a:extLst>
              </p:cNvPr>
              <p:cNvSpPr/>
              <p:nvPr/>
            </p:nvSpPr>
            <p:spPr>
              <a:xfrm>
                <a:off x="19902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1" name="Freeform: Shape 2300">
                <a:extLst>
                  <a:ext uri="{FF2B5EF4-FFF2-40B4-BE49-F238E27FC236}">
                    <a16:creationId xmlns:a16="http://schemas.microsoft.com/office/drawing/2014/main" id="{559DA2E5-2F7F-4CA4-A76F-4C2A9A5F7CAE}"/>
                  </a:ext>
                </a:extLst>
              </p:cNvPr>
              <p:cNvSpPr/>
              <p:nvPr/>
            </p:nvSpPr>
            <p:spPr>
              <a:xfrm>
                <a:off x="19902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2" name="Freeform: Shape 2301">
                <a:extLst>
                  <a:ext uri="{FF2B5EF4-FFF2-40B4-BE49-F238E27FC236}">
                    <a16:creationId xmlns:a16="http://schemas.microsoft.com/office/drawing/2014/main" id="{CDF3405A-0C8D-4997-A484-6E409D987BB1}"/>
                  </a:ext>
                </a:extLst>
              </p:cNvPr>
              <p:cNvSpPr/>
              <p:nvPr/>
            </p:nvSpPr>
            <p:spPr>
              <a:xfrm>
                <a:off x="19902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3" name="Freeform: Shape 2302">
                <a:extLst>
                  <a:ext uri="{FF2B5EF4-FFF2-40B4-BE49-F238E27FC236}">
                    <a16:creationId xmlns:a16="http://schemas.microsoft.com/office/drawing/2014/main" id="{8C198008-C47D-462B-A609-2675214CE4E4}"/>
                  </a:ext>
                </a:extLst>
              </p:cNvPr>
              <p:cNvSpPr/>
              <p:nvPr/>
            </p:nvSpPr>
            <p:spPr>
              <a:xfrm>
                <a:off x="19902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4" name="Freeform: Shape 2303">
                <a:extLst>
                  <a:ext uri="{FF2B5EF4-FFF2-40B4-BE49-F238E27FC236}">
                    <a16:creationId xmlns:a16="http://schemas.microsoft.com/office/drawing/2014/main" id="{CB31AE7D-E972-4030-87E4-236D523486BE}"/>
                  </a:ext>
                </a:extLst>
              </p:cNvPr>
              <p:cNvSpPr/>
              <p:nvPr/>
            </p:nvSpPr>
            <p:spPr>
              <a:xfrm>
                <a:off x="19902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5" name="Freeform: Shape 2304">
                <a:extLst>
                  <a:ext uri="{FF2B5EF4-FFF2-40B4-BE49-F238E27FC236}">
                    <a16:creationId xmlns:a16="http://schemas.microsoft.com/office/drawing/2014/main" id="{C6598067-0B3F-465E-B701-DCCA4063F47C}"/>
                  </a:ext>
                </a:extLst>
              </p:cNvPr>
              <p:cNvSpPr/>
              <p:nvPr/>
            </p:nvSpPr>
            <p:spPr>
              <a:xfrm>
                <a:off x="19902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6" name="Freeform: Shape 2305">
                <a:extLst>
                  <a:ext uri="{FF2B5EF4-FFF2-40B4-BE49-F238E27FC236}">
                    <a16:creationId xmlns:a16="http://schemas.microsoft.com/office/drawing/2014/main" id="{FB270395-1ADE-43E0-BC00-512BA6E78D11}"/>
                  </a:ext>
                </a:extLst>
              </p:cNvPr>
              <p:cNvSpPr/>
              <p:nvPr/>
            </p:nvSpPr>
            <p:spPr>
              <a:xfrm>
                <a:off x="19902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7" name="Freeform: Shape 2306">
                <a:extLst>
                  <a:ext uri="{FF2B5EF4-FFF2-40B4-BE49-F238E27FC236}">
                    <a16:creationId xmlns:a16="http://schemas.microsoft.com/office/drawing/2014/main" id="{E5F33B3C-14E1-452F-BC4F-2408F553DB08}"/>
                  </a:ext>
                </a:extLst>
              </p:cNvPr>
              <p:cNvSpPr/>
              <p:nvPr/>
            </p:nvSpPr>
            <p:spPr>
              <a:xfrm>
                <a:off x="19902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8" name="Freeform: Shape 2307">
                <a:extLst>
                  <a:ext uri="{FF2B5EF4-FFF2-40B4-BE49-F238E27FC236}">
                    <a16:creationId xmlns:a16="http://schemas.microsoft.com/office/drawing/2014/main" id="{4FDD6D86-F88D-485B-B7D3-A236EC027689}"/>
                  </a:ext>
                </a:extLst>
              </p:cNvPr>
              <p:cNvSpPr/>
              <p:nvPr/>
            </p:nvSpPr>
            <p:spPr>
              <a:xfrm>
                <a:off x="19902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9" name="Freeform: Shape 2308">
                <a:extLst>
                  <a:ext uri="{FF2B5EF4-FFF2-40B4-BE49-F238E27FC236}">
                    <a16:creationId xmlns:a16="http://schemas.microsoft.com/office/drawing/2014/main" id="{3EBEE459-5BCF-466D-94B1-53EE599B6DBC}"/>
                  </a:ext>
                </a:extLst>
              </p:cNvPr>
              <p:cNvSpPr/>
              <p:nvPr/>
            </p:nvSpPr>
            <p:spPr>
              <a:xfrm>
                <a:off x="19902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0" name="Freeform: Shape 2309">
                <a:extLst>
                  <a:ext uri="{FF2B5EF4-FFF2-40B4-BE49-F238E27FC236}">
                    <a16:creationId xmlns:a16="http://schemas.microsoft.com/office/drawing/2014/main" id="{29CEC1B8-5995-4DB6-9471-CA63B9B6EF0F}"/>
                  </a:ext>
                </a:extLst>
              </p:cNvPr>
              <p:cNvSpPr/>
              <p:nvPr/>
            </p:nvSpPr>
            <p:spPr>
              <a:xfrm>
                <a:off x="19902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1" name="Freeform: Shape 2310">
                <a:extLst>
                  <a:ext uri="{FF2B5EF4-FFF2-40B4-BE49-F238E27FC236}">
                    <a16:creationId xmlns:a16="http://schemas.microsoft.com/office/drawing/2014/main" id="{A7552B18-A70E-4251-A86B-F20A9954D076}"/>
                  </a:ext>
                </a:extLst>
              </p:cNvPr>
              <p:cNvSpPr/>
              <p:nvPr/>
            </p:nvSpPr>
            <p:spPr>
              <a:xfrm>
                <a:off x="19902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2" name="Freeform: Shape 2311">
                <a:extLst>
                  <a:ext uri="{FF2B5EF4-FFF2-40B4-BE49-F238E27FC236}">
                    <a16:creationId xmlns:a16="http://schemas.microsoft.com/office/drawing/2014/main" id="{9915F7DC-6FEE-47B7-A039-34DC7401A0A9}"/>
                  </a:ext>
                </a:extLst>
              </p:cNvPr>
              <p:cNvSpPr/>
              <p:nvPr/>
            </p:nvSpPr>
            <p:spPr>
              <a:xfrm>
                <a:off x="19902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3" name="Freeform: Shape 2312">
                <a:extLst>
                  <a:ext uri="{FF2B5EF4-FFF2-40B4-BE49-F238E27FC236}">
                    <a16:creationId xmlns:a16="http://schemas.microsoft.com/office/drawing/2014/main" id="{11F0BB5D-C5E7-4E79-9C36-C20C50CFFEBA}"/>
                  </a:ext>
                </a:extLst>
              </p:cNvPr>
              <p:cNvSpPr/>
              <p:nvPr/>
            </p:nvSpPr>
            <p:spPr>
              <a:xfrm>
                <a:off x="19902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4" name="Freeform: Shape 2313">
                <a:extLst>
                  <a:ext uri="{FF2B5EF4-FFF2-40B4-BE49-F238E27FC236}">
                    <a16:creationId xmlns:a16="http://schemas.microsoft.com/office/drawing/2014/main" id="{26E0957F-ECF3-4A1C-AACE-BB66D1921008}"/>
                  </a:ext>
                </a:extLst>
              </p:cNvPr>
              <p:cNvSpPr/>
              <p:nvPr/>
            </p:nvSpPr>
            <p:spPr>
              <a:xfrm>
                <a:off x="19902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5" name="Freeform: Shape 2314">
                <a:extLst>
                  <a:ext uri="{FF2B5EF4-FFF2-40B4-BE49-F238E27FC236}">
                    <a16:creationId xmlns:a16="http://schemas.microsoft.com/office/drawing/2014/main" id="{0901CFF1-C09F-47D1-8E57-212BD03FE0A3}"/>
                  </a:ext>
                </a:extLst>
              </p:cNvPr>
              <p:cNvSpPr/>
              <p:nvPr/>
            </p:nvSpPr>
            <p:spPr>
              <a:xfrm>
                <a:off x="19902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6" name="Freeform: Shape 2315">
                <a:extLst>
                  <a:ext uri="{FF2B5EF4-FFF2-40B4-BE49-F238E27FC236}">
                    <a16:creationId xmlns:a16="http://schemas.microsoft.com/office/drawing/2014/main" id="{997E90E7-E447-45D1-A260-C71C4A3B2AE5}"/>
                  </a:ext>
                </a:extLst>
              </p:cNvPr>
              <p:cNvSpPr/>
              <p:nvPr/>
            </p:nvSpPr>
            <p:spPr>
              <a:xfrm>
                <a:off x="19902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7" name="Freeform: Shape 2316">
                <a:extLst>
                  <a:ext uri="{FF2B5EF4-FFF2-40B4-BE49-F238E27FC236}">
                    <a16:creationId xmlns:a16="http://schemas.microsoft.com/office/drawing/2014/main" id="{0166597A-D9AF-4736-B53E-4B88E02FE71A}"/>
                  </a:ext>
                </a:extLst>
              </p:cNvPr>
              <p:cNvSpPr/>
              <p:nvPr/>
            </p:nvSpPr>
            <p:spPr>
              <a:xfrm>
                <a:off x="19140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8" name="Freeform: Shape 2317">
                <a:extLst>
                  <a:ext uri="{FF2B5EF4-FFF2-40B4-BE49-F238E27FC236}">
                    <a16:creationId xmlns:a16="http://schemas.microsoft.com/office/drawing/2014/main" id="{44F95B6C-5BD9-4304-9793-256F47BCB3D2}"/>
                  </a:ext>
                </a:extLst>
              </p:cNvPr>
              <p:cNvSpPr/>
              <p:nvPr/>
            </p:nvSpPr>
            <p:spPr>
              <a:xfrm>
                <a:off x="1914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9" name="Freeform: Shape 2318">
                <a:extLst>
                  <a:ext uri="{FF2B5EF4-FFF2-40B4-BE49-F238E27FC236}">
                    <a16:creationId xmlns:a16="http://schemas.microsoft.com/office/drawing/2014/main" id="{594ACFEF-B402-464F-AB58-EFAD774F7070}"/>
                  </a:ext>
                </a:extLst>
              </p:cNvPr>
              <p:cNvSpPr/>
              <p:nvPr/>
            </p:nvSpPr>
            <p:spPr>
              <a:xfrm>
                <a:off x="19140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0" name="Freeform: Shape 2319">
                <a:extLst>
                  <a:ext uri="{FF2B5EF4-FFF2-40B4-BE49-F238E27FC236}">
                    <a16:creationId xmlns:a16="http://schemas.microsoft.com/office/drawing/2014/main" id="{C3036766-3A4A-4904-AEB3-970A2882B9C5}"/>
                  </a:ext>
                </a:extLst>
              </p:cNvPr>
              <p:cNvSpPr/>
              <p:nvPr/>
            </p:nvSpPr>
            <p:spPr>
              <a:xfrm>
                <a:off x="191400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1" name="Freeform: Shape 2320">
                <a:extLst>
                  <a:ext uri="{FF2B5EF4-FFF2-40B4-BE49-F238E27FC236}">
                    <a16:creationId xmlns:a16="http://schemas.microsoft.com/office/drawing/2014/main" id="{FF9A103F-FB9D-4E71-B5C3-C5E207812858}"/>
                  </a:ext>
                </a:extLst>
              </p:cNvPr>
              <p:cNvSpPr/>
              <p:nvPr/>
            </p:nvSpPr>
            <p:spPr>
              <a:xfrm>
                <a:off x="19140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2" name="Freeform: Shape 2321">
                <a:extLst>
                  <a:ext uri="{FF2B5EF4-FFF2-40B4-BE49-F238E27FC236}">
                    <a16:creationId xmlns:a16="http://schemas.microsoft.com/office/drawing/2014/main" id="{49A48CCC-2E6D-483E-9054-FCD36BCBD447}"/>
                  </a:ext>
                </a:extLst>
              </p:cNvPr>
              <p:cNvSpPr/>
              <p:nvPr/>
            </p:nvSpPr>
            <p:spPr>
              <a:xfrm>
                <a:off x="19140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3" name="Freeform: Shape 2322">
                <a:extLst>
                  <a:ext uri="{FF2B5EF4-FFF2-40B4-BE49-F238E27FC236}">
                    <a16:creationId xmlns:a16="http://schemas.microsoft.com/office/drawing/2014/main" id="{23A2E54F-3C1E-4920-B350-F25734FFBCAB}"/>
                  </a:ext>
                </a:extLst>
              </p:cNvPr>
              <p:cNvSpPr/>
              <p:nvPr/>
            </p:nvSpPr>
            <p:spPr>
              <a:xfrm>
                <a:off x="19140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4" name="Freeform: Shape 2323">
                <a:extLst>
                  <a:ext uri="{FF2B5EF4-FFF2-40B4-BE49-F238E27FC236}">
                    <a16:creationId xmlns:a16="http://schemas.microsoft.com/office/drawing/2014/main" id="{1C8FEC33-2FFE-436A-832D-1BD511B105E2}"/>
                  </a:ext>
                </a:extLst>
              </p:cNvPr>
              <p:cNvSpPr/>
              <p:nvPr/>
            </p:nvSpPr>
            <p:spPr>
              <a:xfrm>
                <a:off x="19140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5" name="Freeform: Shape 2324">
                <a:extLst>
                  <a:ext uri="{FF2B5EF4-FFF2-40B4-BE49-F238E27FC236}">
                    <a16:creationId xmlns:a16="http://schemas.microsoft.com/office/drawing/2014/main" id="{6B9961BD-8EE8-4E76-8E66-44BB6F264E9F}"/>
                  </a:ext>
                </a:extLst>
              </p:cNvPr>
              <p:cNvSpPr/>
              <p:nvPr/>
            </p:nvSpPr>
            <p:spPr>
              <a:xfrm>
                <a:off x="19140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6" name="Freeform: Shape 2325">
                <a:extLst>
                  <a:ext uri="{FF2B5EF4-FFF2-40B4-BE49-F238E27FC236}">
                    <a16:creationId xmlns:a16="http://schemas.microsoft.com/office/drawing/2014/main" id="{9B9BC6BC-B71A-4E78-8835-ED5F77C054FD}"/>
                  </a:ext>
                </a:extLst>
              </p:cNvPr>
              <p:cNvSpPr/>
              <p:nvPr/>
            </p:nvSpPr>
            <p:spPr>
              <a:xfrm>
                <a:off x="19140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7" name="Freeform: Shape 2326">
                <a:extLst>
                  <a:ext uri="{FF2B5EF4-FFF2-40B4-BE49-F238E27FC236}">
                    <a16:creationId xmlns:a16="http://schemas.microsoft.com/office/drawing/2014/main" id="{FA4CC462-A709-4A8D-8B5C-7D4298A1A17E}"/>
                  </a:ext>
                </a:extLst>
              </p:cNvPr>
              <p:cNvSpPr/>
              <p:nvPr/>
            </p:nvSpPr>
            <p:spPr>
              <a:xfrm>
                <a:off x="19140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8" name="Freeform: Shape 2327">
                <a:extLst>
                  <a:ext uri="{FF2B5EF4-FFF2-40B4-BE49-F238E27FC236}">
                    <a16:creationId xmlns:a16="http://schemas.microsoft.com/office/drawing/2014/main" id="{52F0D2D9-83E6-41EA-988A-5A79C0167A77}"/>
                  </a:ext>
                </a:extLst>
              </p:cNvPr>
              <p:cNvSpPr/>
              <p:nvPr/>
            </p:nvSpPr>
            <p:spPr>
              <a:xfrm>
                <a:off x="19140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9" name="Freeform: Shape 2328">
                <a:extLst>
                  <a:ext uri="{FF2B5EF4-FFF2-40B4-BE49-F238E27FC236}">
                    <a16:creationId xmlns:a16="http://schemas.microsoft.com/office/drawing/2014/main" id="{98C9FE70-1290-41CE-9BE1-FB138E05F9C0}"/>
                  </a:ext>
                </a:extLst>
              </p:cNvPr>
              <p:cNvSpPr/>
              <p:nvPr/>
            </p:nvSpPr>
            <p:spPr>
              <a:xfrm>
                <a:off x="19140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0" name="Freeform: Shape 2329">
                <a:extLst>
                  <a:ext uri="{FF2B5EF4-FFF2-40B4-BE49-F238E27FC236}">
                    <a16:creationId xmlns:a16="http://schemas.microsoft.com/office/drawing/2014/main" id="{2043D0BD-0613-4082-8CC5-398715862994}"/>
                  </a:ext>
                </a:extLst>
              </p:cNvPr>
              <p:cNvSpPr/>
              <p:nvPr/>
            </p:nvSpPr>
            <p:spPr>
              <a:xfrm>
                <a:off x="19140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1" name="Freeform: Shape 2330">
                <a:extLst>
                  <a:ext uri="{FF2B5EF4-FFF2-40B4-BE49-F238E27FC236}">
                    <a16:creationId xmlns:a16="http://schemas.microsoft.com/office/drawing/2014/main" id="{2B373AB5-24D7-42CA-B792-CC4D44DEAF3E}"/>
                  </a:ext>
                </a:extLst>
              </p:cNvPr>
              <p:cNvSpPr/>
              <p:nvPr/>
            </p:nvSpPr>
            <p:spPr>
              <a:xfrm>
                <a:off x="1914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2" name="Freeform: Shape 2331">
                <a:extLst>
                  <a:ext uri="{FF2B5EF4-FFF2-40B4-BE49-F238E27FC236}">
                    <a16:creationId xmlns:a16="http://schemas.microsoft.com/office/drawing/2014/main" id="{B075A3BA-A91B-47F9-91CB-5BDE09388629}"/>
                  </a:ext>
                </a:extLst>
              </p:cNvPr>
              <p:cNvSpPr/>
              <p:nvPr/>
            </p:nvSpPr>
            <p:spPr>
              <a:xfrm>
                <a:off x="1914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3" name="Freeform: Shape 2332">
                <a:extLst>
                  <a:ext uri="{FF2B5EF4-FFF2-40B4-BE49-F238E27FC236}">
                    <a16:creationId xmlns:a16="http://schemas.microsoft.com/office/drawing/2014/main" id="{12DB2330-B455-4270-99E9-97943F831478}"/>
                  </a:ext>
                </a:extLst>
              </p:cNvPr>
              <p:cNvSpPr/>
              <p:nvPr/>
            </p:nvSpPr>
            <p:spPr>
              <a:xfrm>
                <a:off x="19140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4" name="Freeform: Shape 2333">
                <a:extLst>
                  <a:ext uri="{FF2B5EF4-FFF2-40B4-BE49-F238E27FC236}">
                    <a16:creationId xmlns:a16="http://schemas.microsoft.com/office/drawing/2014/main" id="{8532C0D6-1165-4D69-94C5-D67FCA10AFEB}"/>
                  </a:ext>
                </a:extLst>
              </p:cNvPr>
              <p:cNvSpPr/>
              <p:nvPr/>
            </p:nvSpPr>
            <p:spPr>
              <a:xfrm>
                <a:off x="19140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5" name="Freeform: Shape 2334">
                <a:extLst>
                  <a:ext uri="{FF2B5EF4-FFF2-40B4-BE49-F238E27FC236}">
                    <a16:creationId xmlns:a16="http://schemas.microsoft.com/office/drawing/2014/main" id="{8FF63190-0A6B-4489-B5D1-E5C9E0D9A6F0}"/>
                  </a:ext>
                </a:extLst>
              </p:cNvPr>
              <p:cNvSpPr/>
              <p:nvPr/>
            </p:nvSpPr>
            <p:spPr>
              <a:xfrm>
                <a:off x="18377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6" name="Freeform: Shape 2335">
                <a:extLst>
                  <a:ext uri="{FF2B5EF4-FFF2-40B4-BE49-F238E27FC236}">
                    <a16:creationId xmlns:a16="http://schemas.microsoft.com/office/drawing/2014/main" id="{9B1A2365-F279-4740-91EF-1792BD4C7A6D}"/>
                  </a:ext>
                </a:extLst>
              </p:cNvPr>
              <p:cNvSpPr/>
              <p:nvPr/>
            </p:nvSpPr>
            <p:spPr>
              <a:xfrm>
                <a:off x="18377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7" name="Freeform: Shape 2336">
                <a:extLst>
                  <a:ext uri="{FF2B5EF4-FFF2-40B4-BE49-F238E27FC236}">
                    <a16:creationId xmlns:a16="http://schemas.microsoft.com/office/drawing/2014/main" id="{C0BE95D2-6980-445F-AE8B-4CFC0FC3DDEF}"/>
                  </a:ext>
                </a:extLst>
              </p:cNvPr>
              <p:cNvSpPr/>
              <p:nvPr/>
            </p:nvSpPr>
            <p:spPr>
              <a:xfrm>
                <a:off x="18377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8" name="Freeform: Shape 2337">
                <a:extLst>
                  <a:ext uri="{FF2B5EF4-FFF2-40B4-BE49-F238E27FC236}">
                    <a16:creationId xmlns:a16="http://schemas.microsoft.com/office/drawing/2014/main" id="{B4387F3B-DDB9-473B-9C4D-B7B36BCA27E6}"/>
                  </a:ext>
                </a:extLst>
              </p:cNvPr>
              <p:cNvSpPr/>
              <p:nvPr/>
            </p:nvSpPr>
            <p:spPr>
              <a:xfrm>
                <a:off x="18377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9" name="Freeform: Shape 2338">
                <a:extLst>
                  <a:ext uri="{FF2B5EF4-FFF2-40B4-BE49-F238E27FC236}">
                    <a16:creationId xmlns:a16="http://schemas.microsoft.com/office/drawing/2014/main" id="{7B8F5CC8-89AF-4D70-87C5-A7BA001C8274}"/>
                  </a:ext>
                </a:extLst>
              </p:cNvPr>
              <p:cNvSpPr/>
              <p:nvPr/>
            </p:nvSpPr>
            <p:spPr>
              <a:xfrm>
                <a:off x="18377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0" name="Freeform: Shape 2339">
                <a:extLst>
                  <a:ext uri="{FF2B5EF4-FFF2-40B4-BE49-F238E27FC236}">
                    <a16:creationId xmlns:a16="http://schemas.microsoft.com/office/drawing/2014/main" id="{49000B71-88D4-4607-9147-44FAD1E0F7E9}"/>
                  </a:ext>
                </a:extLst>
              </p:cNvPr>
              <p:cNvSpPr/>
              <p:nvPr/>
            </p:nvSpPr>
            <p:spPr>
              <a:xfrm>
                <a:off x="18377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1" name="Freeform: Shape 2340">
                <a:extLst>
                  <a:ext uri="{FF2B5EF4-FFF2-40B4-BE49-F238E27FC236}">
                    <a16:creationId xmlns:a16="http://schemas.microsoft.com/office/drawing/2014/main" id="{E9B68AB5-768F-472A-930F-26B0E89AAE08}"/>
                  </a:ext>
                </a:extLst>
              </p:cNvPr>
              <p:cNvSpPr/>
              <p:nvPr/>
            </p:nvSpPr>
            <p:spPr>
              <a:xfrm>
                <a:off x="18377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2" name="Freeform: Shape 2341">
                <a:extLst>
                  <a:ext uri="{FF2B5EF4-FFF2-40B4-BE49-F238E27FC236}">
                    <a16:creationId xmlns:a16="http://schemas.microsoft.com/office/drawing/2014/main" id="{41CE604C-92A5-439A-868B-0E3E58AC3044}"/>
                  </a:ext>
                </a:extLst>
              </p:cNvPr>
              <p:cNvSpPr/>
              <p:nvPr/>
            </p:nvSpPr>
            <p:spPr>
              <a:xfrm>
                <a:off x="18377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3" name="Freeform: Shape 2342">
                <a:extLst>
                  <a:ext uri="{FF2B5EF4-FFF2-40B4-BE49-F238E27FC236}">
                    <a16:creationId xmlns:a16="http://schemas.microsoft.com/office/drawing/2014/main" id="{ACA473E8-1F5E-473D-8190-4CBE9B86EAA0}"/>
                  </a:ext>
                </a:extLst>
              </p:cNvPr>
              <p:cNvSpPr/>
              <p:nvPr/>
            </p:nvSpPr>
            <p:spPr>
              <a:xfrm>
                <a:off x="18377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4" name="Freeform: Shape 2343">
                <a:extLst>
                  <a:ext uri="{FF2B5EF4-FFF2-40B4-BE49-F238E27FC236}">
                    <a16:creationId xmlns:a16="http://schemas.microsoft.com/office/drawing/2014/main" id="{0E16327C-F564-4DE5-BCB1-F707B6EEABE0}"/>
                  </a:ext>
                </a:extLst>
              </p:cNvPr>
              <p:cNvSpPr/>
              <p:nvPr/>
            </p:nvSpPr>
            <p:spPr>
              <a:xfrm>
                <a:off x="18377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5" name="Freeform: Shape 2344">
                <a:extLst>
                  <a:ext uri="{FF2B5EF4-FFF2-40B4-BE49-F238E27FC236}">
                    <a16:creationId xmlns:a16="http://schemas.microsoft.com/office/drawing/2014/main" id="{F12FDE70-742B-4094-A2F5-03086FE4DA68}"/>
                  </a:ext>
                </a:extLst>
              </p:cNvPr>
              <p:cNvSpPr/>
              <p:nvPr/>
            </p:nvSpPr>
            <p:spPr>
              <a:xfrm>
                <a:off x="18377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6" name="Freeform: Shape 2345">
                <a:extLst>
                  <a:ext uri="{FF2B5EF4-FFF2-40B4-BE49-F238E27FC236}">
                    <a16:creationId xmlns:a16="http://schemas.microsoft.com/office/drawing/2014/main" id="{D0B4C86D-5BCE-4B43-99A4-05E855ABA9AF}"/>
                  </a:ext>
                </a:extLst>
              </p:cNvPr>
              <p:cNvSpPr/>
              <p:nvPr/>
            </p:nvSpPr>
            <p:spPr>
              <a:xfrm>
                <a:off x="18377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7" name="Freeform: Shape 2346">
                <a:extLst>
                  <a:ext uri="{FF2B5EF4-FFF2-40B4-BE49-F238E27FC236}">
                    <a16:creationId xmlns:a16="http://schemas.microsoft.com/office/drawing/2014/main" id="{41ED8FC3-8162-4276-8E25-48E48021B8A4}"/>
                  </a:ext>
                </a:extLst>
              </p:cNvPr>
              <p:cNvSpPr/>
              <p:nvPr/>
            </p:nvSpPr>
            <p:spPr>
              <a:xfrm>
                <a:off x="18377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8" name="Freeform: Shape 2347">
                <a:extLst>
                  <a:ext uri="{FF2B5EF4-FFF2-40B4-BE49-F238E27FC236}">
                    <a16:creationId xmlns:a16="http://schemas.microsoft.com/office/drawing/2014/main" id="{DFB575EB-49A1-415D-B289-76441CD02F35}"/>
                  </a:ext>
                </a:extLst>
              </p:cNvPr>
              <p:cNvSpPr/>
              <p:nvPr/>
            </p:nvSpPr>
            <p:spPr>
              <a:xfrm>
                <a:off x="18377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9" name="Freeform: Shape 2348">
                <a:extLst>
                  <a:ext uri="{FF2B5EF4-FFF2-40B4-BE49-F238E27FC236}">
                    <a16:creationId xmlns:a16="http://schemas.microsoft.com/office/drawing/2014/main" id="{001CBC11-2605-425B-9C9D-BC9181F355CD}"/>
                  </a:ext>
                </a:extLst>
              </p:cNvPr>
              <p:cNvSpPr/>
              <p:nvPr/>
            </p:nvSpPr>
            <p:spPr>
              <a:xfrm>
                <a:off x="18377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0" name="Freeform: Shape 2349">
                <a:extLst>
                  <a:ext uri="{FF2B5EF4-FFF2-40B4-BE49-F238E27FC236}">
                    <a16:creationId xmlns:a16="http://schemas.microsoft.com/office/drawing/2014/main" id="{2AE4E77C-CB33-40F2-B74E-A2CCB9535256}"/>
                  </a:ext>
                </a:extLst>
              </p:cNvPr>
              <p:cNvSpPr/>
              <p:nvPr/>
            </p:nvSpPr>
            <p:spPr>
              <a:xfrm>
                <a:off x="18377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1" name="Freeform: Shape 2350">
                <a:extLst>
                  <a:ext uri="{FF2B5EF4-FFF2-40B4-BE49-F238E27FC236}">
                    <a16:creationId xmlns:a16="http://schemas.microsoft.com/office/drawing/2014/main" id="{E8399E68-0E47-43C6-B327-1C68519020A5}"/>
                  </a:ext>
                </a:extLst>
              </p:cNvPr>
              <p:cNvSpPr/>
              <p:nvPr/>
            </p:nvSpPr>
            <p:spPr>
              <a:xfrm>
                <a:off x="18377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2" name="Freeform: Shape 2351">
                <a:extLst>
                  <a:ext uri="{FF2B5EF4-FFF2-40B4-BE49-F238E27FC236}">
                    <a16:creationId xmlns:a16="http://schemas.microsoft.com/office/drawing/2014/main" id="{D456EBC5-2F1C-4E1F-A580-5DC53454E4DB}"/>
                  </a:ext>
                </a:extLst>
              </p:cNvPr>
              <p:cNvSpPr/>
              <p:nvPr/>
            </p:nvSpPr>
            <p:spPr>
              <a:xfrm>
                <a:off x="1837775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3" name="Freeform: Shape 2352">
                <a:extLst>
                  <a:ext uri="{FF2B5EF4-FFF2-40B4-BE49-F238E27FC236}">
                    <a16:creationId xmlns:a16="http://schemas.microsoft.com/office/drawing/2014/main" id="{EEA43739-6B04-43D8-8B54-C459765F66B8}"/>
                  </a:ext>
                </a:extLst>
              </p:cNvPr>
              <p:cNvSpPr/>
              <p:nvPr/>
            </p:nvSpPr>
            <p:spPr>
              <a:xfrm>
                <a:off x="17617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4" name="Freeform: Shape 2353">
                <a:extLst>
                  <a:ext uri="{FF2B5EF4-FFF2-40B4-BE49-F238E27FC236}">
                    <a16:creationId xmlns:a16="http://schemas.microsoft.com/office/drawing/2014/main" id="{7F9C6ADA-C47F-4D9E-A4C4-415A397DB7A7}"/>
                  </a:ext>
                </a:extLst>
              </p:cNvPr>
              <p:cNvSpPr/>
              <p:nvPr/>
            </p:nvSpPr>
            <p:spPr>
              <a:xfrm>
                <a:off x="17617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5" name="Freeform: Shape 2354">
                <a:extLst>
                  <a:ext uri="{FF2B5EF4-FFF2-40B4-BE49-F238E27FC236}">
                    <a16:creationId xmlns:a16="http://schemas.microsoft.com/office/drawing/2014/main" id="{5F92F7A4-5D43-4597-8EB8-028C8DEE5F92}"/>
                  </a:ext>
                </a:extLst>
              </p:cNvPr>
              <p:cNvSpPr/>
              <p:nvPr/>
            </p:nvSpPr>
            <p:spPr>
              <a:xfrm>
                <a:off x="17617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6" name="Freeform: Shape 2355">
                <a:extLst>
                  <a:ext uri="{FF2B5EF4-FFF2-40B4-BE49-F238E27FC236}">
                    <a16:creationId xmlns:a16="http://schemas.microsoft.com/office/drawing/2014/main" id="{18504E0B-BA32-4484-90A1-266BD6B621A7}"/>
                  </a:ext>
                </a:extLst>
              </p:cNvPr>
              <p:cNvSpPr/>
              <p:nvPr/>
            </p:nvSpPr>
            <p:spPr>
              <a:xfrm>
                <a:off x="17617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7" name="Freeform: Shape 2356">
                <a:extLst>
                  <a:ext uri="{FF2B5EF4-FFF2-40B4-BE49-F238E27FC236}">
                    <a16:creationId xmlns:a16="http://schemas.microsoft.com/office/drawing/2014/main" id="{5D9FFF11-0D72-4049-9C07-CC0A9B1405ED}"/>
                  </a:ext>
                </a:extLst>
              </p:cNvPr>
              <p:cNvSpPr/>
              <p:nvPr/>
            </p:nvSpPr>
            <p:spPr>
              <a:xfrm>
                <a:off x="17617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8" name="Freeform: Shape 2357">
                <a:extLst>
                  <a:ext uri="{FF2B5EF4-FFF2-40B4-BE49-F238E27FC236}">
                    <a16:creationId xmlns:a16="http://schemas.microsoft.com/office/drawing/2014/main" id="{C2E1D1BD-2B83-42BA-9DC4-65BF40A94256}"/>
                  </a:ext>
                </a:extLst>
              </p:cNvPr>
              <p:cNvSpPr/>
              <p:nvPr/>
            </p:nvSpPr>
            <p:spPr>
              <a:xfrm>
                <a:off x="17617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9" name="Freeform: Shape 2358">
                <a:extLst>
                  <a:ext uri="{FF2B5EF4-FFF2-40B4-BE49-F238E27FC236}">
                    <a16:creationId xmlns:a16="http://schemas.microsoft.com/office/drawing/2014/main" id="{700161E3-6F0D-4168-9B17-18173985D618}"/>
                  </a:ext>
                </a:extLst>
              </p:cNvPr>
              <p:cNvSpPr/>
              <p:nvPr/>
            </p:nvSpPr>
            <p:spPr>
              <a:xfrm>
                <a:off x="17617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0" name="Freeform: Shape 2359">
                <a:extLst>
                  <a:ext uri="{FF2B5EF4-FFF2-40B4-BE49-F238E27FC236}">
                    <a16:creationId xmlns:a16="http://schemas.microsoft.com/office/drawing/2014/main" id="{F3D1DC81-F85A-438A-B315-63E04F474FF4}"/>
                  </a:ext>
                </a:extLst>
              </p:cNvPr>
              <p:cNvSpPr/>
              <p:nvPr/>
            </p:nvSpPr>
            <p:spPr>
              <a:xfrm>
                <a:off x="17617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1" name="Freeform: Shape 2360">
                <a:extLst>
                  <a:ext uri="{FF2B5EF4-FFF2-40B4-BE49-F238E27FC236}">
                    <a16:creationId xmlns:a16="http://schemas.microsoft.com/office/drawing/2014/main" id="{54B02D3B-8F08-4BC1-AD54-ADD16264A2F1}"/>
                  </a:ext>
                </a:extLst>
              </p:cNvPr>
              <p:cNvSpPr/>
              <p:nvPr/>
            </p:nvSpPr>
            <p:spPr>
              <a:xfrm>
                <a:off x="17617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2" name="Freeform: Shape 2361">
                <a:extLst>
                  <a:ext uri="{FF2B5EF4-FFF2-40B4-BE49-F238E27FC236}">
                    <a16:creationId xmlns:a16="http://schemas.microsoft.com/office/drawing/2014/main" id="{31ADF384-458E-477B-9E40-B16871FB8B11}"/>
                  </a:ext>
                </a:extLst>
              </p:cNvPr>
              <p:cNvSpPr/>
              <p:nvPr/>
            </p:nvSpPr>
            <p:spPr>
              <a:xfrm>
                <a:off x="17617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3" name="Freeform: Shape 2362">
                <a:extLst>
                  <a:ext uri="{FF2B5EF4-FFF2-40B4-BE49-F238E27FC236}">
                    <a16:creationId xmlns:a16="http://schemas.microsoft.com/office/drawing/2014/main" id="{254AA0C7-FBE4-41A6-9E9F-494EF226ABB5}"/>
                  </a:ext>
                </a:extLst>
              </p:cNvPr>
              <p:cNvSpPr/>
              <p:nvPr/>
            </p:nvSpPr>
            <p:spPr>
              <a:xfrm>
                <a:off x="17617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4" name="Freeform: Shape 2363">
                <a:extLst>
                  <a:ext uri="{FF2B5EF4-FFF2-40B4-BE49-F238E27FC236}">
                    <a16:creationId xmlns:a16="http://schemas.microsoft.com/office/drawing/2014/main" id="{C6FD8F7C-BB43-4AEB-B545-D19EEEE68091}"/>
                  </a:ext>
                </a:extLst>
              </p:cNvPr>
              <p:cNvSpPr/>
              <p:nvPr/>
            </p:nvSpPr>
            <p:spPr>
              <a:xfrm>
                <a:off x="17617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5" name="Freeform: Shape 2364">
                <a:extLst>
                  <a:ext uri="{FF2B5EF4-FFF2-40B4-BE49-F238E27FC236}">
                    <a16:creationId xmlns:a16="http://schemas.microsoft.com/office/drawing/2014/main" id="{23171AE3-B5C0-49DC-9A44-07C5ECACF36A}"/>
                  </a:ext>
                </a:extLst>
              </p:cNvPr>
              <p:cNvSpPr/>
              <p:nvPr/>
            </p:nvSpPr>
            <p:spPr>
              <a:xfrm>
                <a:off x="17617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6" name="Freeform: Shape 2365">
                <a:extLst>
                  <a:ext uri="{FF2B5EF4-FFF2-40B4-BE49-F238E27FC236}">
                    <a16:creationId xmlns:a16="http://schemas.microsoft.com/office/drawing/2014/main" id="{A93DD530-378F-4AF8-9D92-3C74970AD710}"/>
                  </a:ext>
                </a:extLst>
              </p:cNvPr>
              <p:cNvSpPr/>
              <p:nvPr/>
            </p:nvSpPr>
            <p:spPr>
              <a:xfrm>
                <a:off x="17617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7" name="Freeform: Shape 2366">
                <a:extLst>
                  <a:ext uri="{FF2B5EF4-FFF2-40B4-BE49-F238E27FC236}">
                    <a16:creationId xmlns:a16="http://schemas.microsoft.com/office/drawing/2014/main" id="{D4F0DAA4-07D1-432B-9E46-543056D46D9D}"/>
                  </a:ext>
                </a:extLst>
              </p:cNvPr>
              <p:cNvSpPr/>
              <p:nvPr/>
            </p:nvSpPr>
            <p:spPr>
              <a:xfrm>
                <a:off x="17617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8" name="Freeform: Shape 2367">
                <a:extLst>
                  <a:ext uri="{FF2B5EF4-FFF2-40B4-BE49-F238E27FC236}">
                    <a16:creationId xmlns:a16="http://schemas.microsoft.com/office/drawing/2014/main" id="{817A22E6-8304-4F10-80D9-4921B2E4D61E}"/>
                  </a:ext>
                </a:extLst>
              </p:cNvPr>
              <p:cNvSpPr/>
              <p:nvPr/>
            </p:nvSpPr>
            <p:spPr>
              <a:xfrm>
                <a:off x="17617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9" name="Freeform: Shape 2368">
                <a:extLst>
                  <a:ext uri="{FF2B5EF4-FFF2-40B4-BE49-F238E27FC236}">
                    <a16:creationId xmlns:a16="http://schemas.microsoft.com/office/drawing/2014/main" id="{18A20048-AF2B-4AEA-957A-CF00B719DDD1}"/>
                  </a:ext>
                </a:extLst>
              </p:cNvPr>
              <p:cNvSpPr/>
              <p:nvPr/>
            </p:nvSpPr>
            <p:spPr>
              <a:xfrm>
                <a:off x="16855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0" name="Freeform: Shape 2369">
                <a:extLst>
                  <a:ext uri="{FF2B5EF4-FFF2-40B4-BE49-F238E27FC236}">
                    <a16:creationId xmlns:a16="http://schemas.microsoft.com/office/drawing/2014/main" id="{482B53D2-043F-4935-B06F-89022EBA2750}"/>
                  </a:ext>
                </a:extLst>
              </p:cNvPr>
              <p:cNvSpPr/>
              <p:nvPr/>
            </p:nvSpPr>
            <p:spPr>
              <a:xfrm>
                <a:off x="16855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1" name="Freeform: Shape 2370">
                <a:extLst>
                  <a:ext uri="{FF2B5EF4-FFF2-40B4-BE49-F238E27FC236}">
                    <a16:creationId xmlns:a16="http://schemas.microsoft.com/office/drawing/2014/main" id="{F4D73AD1-FE90-4F0A-BBC9-272F708D3E5A}"/>
                  </a:ext>
                </a:extLst>
              </p:cNvPr>
              <p:cNvSpPr/>
              <p:nvPr/>
            </p:nvSpPr>
            <p:spPr>
              <a:xfrm>
                <a:off x="16855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2" name="Freeform: Shape 2371">
                <a:extLst>
                  <a:ext uri="{FF2B5EF4-FFF2-40B4-BE49-F238E27FC236}">
                    <a16:creationId xmlns:a16="http://schemas.microsoft.com/office/drawing/2014/main" id="{DAC99DB1-E7AA-4187-B42E-3A1BCDEE99E0}"/>
                  </a:ext>
                </a:extLst>
              </p:cNvPr>
              <p:cNvSpPr/>
              <p:nvPr/>
            </p:nvSpPr>
            <p:spPr>
              <a:xfrm>
                <a:off x="1685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3" name="Freeform: Shape 2372">
                <a:extLst>
                  <a:ext uri="{FF2B5EF4-FFF2-40B4-BE49-F238E27FC236}">
                    <a16:creationId xmlns:a16="http://schemas.microsoft.com/office/drawing/2014/main" id="{0429D443-A561-41EF-A1D6-FEE7F2A730CA}"/>
                  </a:ext>
                </a:extLst>
              </p:cNvPr>
              <p:cNvSpPr/>
              <p:nvPr/>
            </p:nvSpPr>
            <p:spPr>
              <a:xfrm>
                <a:off x="16855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4" name="Freeform: Shape 2373">
                <a:extLst>
                  <a:ext uri="{FF2B5EF4-FFF2-40B4-BE49-F238E27FC236}">
                    <a16:creationId xmlns:a16="http://schemas.microsoft.com/office/drawing/2014/main" id="{D42452FF-9573-430A-BA77-F3999206BD11}"/>
                  </a:ext>
                </a:extLst>
              </p:cNvPr>
              <p:cNvSpPr/>
              <p:nvPr/>
            </p:nvSpPr>
            <p:spPr>
              <a:xfrm>
                <a:off x="1685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5" name="Freeform: Shape 2374">
                <a:extLst>
                  <a:ext uri="{FF2B5EF4-FFF2-40B4-BE49-F238E27FC236}">
                    <a16:creationId xmlns:a16="http://schemas.microsoft.com/office/drawing/2014/main" id="{5942AD30-1AEB-4A8A-BA54-D3696174F4B2}"/>
                  </a:ext>
                </a:extLst>
              </p:cNvPr>
              <p:cNvSpPr/>
              <p:nvPr/>
            </p:nvSpPr>
            <p:spPr>
              <a:xfrm>
                <a:off x="16855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6" name="Freeform: Shape 2375">
                <a:extLst>
                  <a:ext uri="{FF2B5EF4-FFF2-40B4-BE49-F238E27FC236}">
                    <a16:creationId xmlns:a16="http://schemas.microsoft.com/office/drawing/2014/main" id="{E0589D4F-E35A-468E-9B1D-C960C3C98628}"/>
                  </a:ext>
                </a:extLst>
              </p:cNvPr>
              <p:cNvSpPr/>
              <p:nvPr/>
            </p:nvSpPr>
            <p:spPr>
              <a:xfrm>
                <a:off x="168555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7" name="Freeform: Shape 2376">
                <a:extLst>
                  <a:ext uri="{FF2B5EF4-FFF2-40B4-BE49-F238E27FC236}">
                    <a16:creationId xmlns:a16="http://schemas.microsoft.com/office/drawing/2014/main" id="{022A0D57-6F4C-45E2-B880-1F3D12003E8A}"/>
                  </a:ext>
                </a:extLst>
              </p:cNvPr>
              <p:cNvSpPr/>
              <p:nvPr/>
            </p:nvSpPr>
            <p:spPr>
              <a:xfrm>
                <a:off x="1685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8" name="Freeform: Shape 2377">
                <a:extLst>
                  <a:ext uri="{FF2B5EF4-FFF2-40B4-BE49-F238E27FC236}">
                    <a16:creationId xmlns:a16="http://schemas.microsoft.com/office/drawing/2014/main" id="{3039C75E-EE6A-47FE-AC7F-D181C7F3C401}"/>
                  </a:ext>
                </a:extLst>
              </p:cNvPr>
              <p:cNvSpPr/>
              <p:nvPr/>
            </p:nvSpPr>
            <p:spPr>
              <a:xfrm>
                <a:off x="1685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9" name="Freeform: Shape 2378">
                <a:extLst>
                  <a:ext uri="{FF2B5EF4-FFF2-40B4-BE49-F238E27FC236}">
                    <a16:creationId xmlns:a16="http://schemas.microsoft.com/office/drawing/2014/main" id="{E6799028-EF88-4A40-A8CB-C2CB7481B8A2}"/>
                  </a:ext>
                </a:extLst>
              </p:cNvPr>
              <p:cNvSpPr/>
              <p:nvPr/>
            </p:nvSpPr>
            <p:spPr>
              <a:xfrm>
                <a:off x="16855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0" name="Freeform: Shape 2379">
                <a:extLst>
                  <a:ext uri="{FF2B5EF4-FFF2-40B4-BE49-F238E27FC236}">
                    <a16:creationId xmlns:a16="http://schemas.microsoft.com/office/drawing/2014/main" id="{95F5EFDD-B74C-42A0-BB1C-946D1CC9E184}"/>
                  </a:ext>
                </a:extLst>
              </p:cNvPr>
              <p:cNvSpPr/>
              <p:nvPr/>
            </p:nvSpPr>
            <p:spPr>
              <a:xfrm>
                <a:off x="1685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1" name="Freeform: Shape 2380">
                <a:extLst>
                  <a:ext uri="{FF2B5EF4-FFF2-40B4-BE49-F238E27FC236}">
                    <a16:creationId xmlns:a16="http://schemas.microsoft.com/office/drawing/2014/main" id="{0F1DF71E-63BA-4969-8077-E1E52FCCDD07}"/>
                  </a:ext>
                </a:extLst>
              </p:cNvPr>
              <p:cNvSpPr/>
              <p:nvPr/>
            </p:nvSpPr>
            <p:spPr>
              <a:xfrm>
                <a:off x="16855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2" name="Freeform: Shape 2381">
                <a:extLst>
                  <a:ext uri="{FF2B5EF4-FFF2-40B4-BE49-F238E27FC236}">
                    <a16:creationId xmlns:a16="http://schemas.microsoft.com/office/drawing/2014/main" id="{E71402EF-BFC8-4FD3-8F01-3805502887D0}"/>
                  </a:ext>
                </a:extLst>
              </p:cNvPr>
              <p:cNvSpPr/>
              <p:nvPr/>
            </p:nvSpPr>
            <p:spPr>
              <a:xfrm>
                <a:off x="1685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3" name="Freeform: Shape 2382">
                <a:extLst>
                  <a:ext uri="{FF2B5EF4-FFF2-40B4-BE49-F238E27FC236}">
                    <a16:creationId xmlns:a16="http://schemas.microsoft.com/office/drawing/2014/main" id="{AD4581FB-8ACB-4236-853F-1FFA5B768975}"/>
                  </a:ext>
                </a:extLst>
              </p:cNvPr>
              <p:cNvSpPr/>
              <p:nvPr/>
            </p:nvSpPr>
            <p:spPr>
              <a:xfrm>
                <a:off x="16855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4" name="Freeform: Shape 2383">
                <a:extLst>
                  <a:ext uri="{FF2B5EF4-FFF2-40B4-BE49-F238E27FC236}">
                    <a16:creationId xmlns:a16="http://schemas.microsoft.com/office/drawing/2014/main" id="{6B35418B-CF3D-40F2-B4C6-52C43A001A45}"/>
                  </a:ext>
                </a:extLst>
              </p:cNvPr>
              <p:cNvSpPr/>
              <p:nvPr/>
            </p:nvSpPr>
            <p:spPr>
              <a:xfrm>
                <a:off x="16855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5" name="Freeform: Shape 2384">
                <a:extLst>
                  <a:ext uri="{FF2B5EF4-FFF2-40B4-BE49-F238E27FC236}">
                    <a16:creationId xmlns:a16="http://schemas.microsoft.com/office/drawing/2014/main" id="{B29DEDEF-D629-4AAC-BB8D-0167C1DFD433}"/>
                  </a:ext>
                </a:extLst>
              </p:cNvPr>
              <p:cNvSpPr/>
              <p:nvPr/>
            </p:nvSpPr>
            <p:spPr>
              <a:xfrm>
                <a:off x="16093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6" name="Freeform: Shape 2385">
                <a:extLst>
                  <a:ext uri="{FF2B5EF4-FFF2-40B4-BE49-F238E27FC236}">
                    <a16:creationId xmlns:a16="http://schemas.microsoft.com/office/drawing/2014/main" id="{B6425CB0-08A8-4324-96A5-4AFC681BD4E0}"/>
                  </a:ext>
                </a:extLst>
              </p:cNvPr>
              <p:cNvSpPr/>
              <p:nvPr/>
            </p:nvSpPr>
            <p:spPr>
              <a:xfrm>
                <a:off x="16093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7" name="Freeform: Shape 2386">
                <a:extLst>
                  <a:ext uri="{FF2B5EF4-FFF2-40B4-BE49-F238E27FC236}">
                    <a16:creationId xmlns:a16="http://schemas.microsoft.com/office/drawing/2014/main" id="{4BD5DBDE-BA9C-46B5-AB1F-F26F6C1E7412}"/>
                  </a:ext>
                </a:extLst>
              </p:cNvPr>
              <p:cNvSpPr/>
              <p:nvPr/>
            </p:nvSpPr>
            <p:spPr>
              <a:xfrm>
                <a:off x="16093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8" name="Freeform: Shape 2387">
                <a:extLst>
                  <a:ext uri="{FF2B5EF4-FFF2-40B4-BE49-F238E27FC236}">
                    <a16:creationId xmlns:a16="http://schemas.microsoft.com/office/drawing/2014/main" id="{D360C151-B56A-4FA6-B7AA-73BB714F7A71}"/>
                  </a:ext>
                </a:extLst>
              </p:cNvPr>
              <p:cNvSpPr/>
              <p:nvPr/>
            </p:nvSpPr>
            <p:spPr>
              <a:xfrm>
                <a:off x="16093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9" name="Freeform: Shape 2388">
                <a:extLst>
                  <a:ext uri="{FF2B5EF4-FFF2-40B4-BE49-F238E27FC236}">
                    <a16:creationId xmlns:a16="http://schemas.microsoft.com/office/drawing/2014/main" id="{A6B2C9B4-0640-438E-922C-75DB1EAA7CED}"/>
                  </a:ext>
                </a:extLst>
              </p:cNvPr>
              <p:cNvSpPr/>
              <p:nvPr/>
            </p:nvSpPr>
            <p:spPr>
              <a:xfrm>
                <a:off x="16093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0" name="Freeform: Shape 2389">
                <a:extLst>
                  <a:ext uri="{FF2B5EF4-FFF2-40B4-BE49-F238E27FC236}">
                    <a16:creationId xmlns:a16="http://schemas.microsoft.com/office/drawing/2014/main" id="{6D0229AA-C051-4962-B2BB-95AF000443EC}"/>
                  </a:ext>
                </a:extLst>
              </p:cNvPr>
              <p:cNvSpPr/>
              <p:nvPr/>
            </p:nvSpPr>
            <p:spPr>
              <a:xfrm>
                <a:off x="16093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1" name="Freeform: Shape 2390">
                <a:extLst>
                  <a:ext uri="{FF2B5EF4-FFF2-40B4-BE49-F238E27FC236}">
                    <a16:creationId xmlns:a16="http://schemas.microsoft.com/office/drawing/2014/main" id="{F0C61C8A-A24D-4B63-B0E7-2F87CAFAF40B}"/>
                  </a:ext>
                </a:extLst>
              </p:cNvPr>
              <p:cNvSpPr/>
              <p:nvPr/>
            </p:nvSpPr>
            <p:spPr>
              <a:xfrm>
                <a:off x="16093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2" name="Freeform: Shape 2391">
                <a:extLst>
                  <a:ext uri="{FF2B5EF4-FFF2-40B4-BE49-F238E27FC236}">
                    <a16:creationId xmlns:a16="http://schemas.microsoft.com/office/drawing/2014/main" id="{03E0DF28-A823-4496-8BE8-170345B3D47B}"/>
                  </a:ext>
                </a:extLst>
              </p:cNvPr>
              <p:cNvSpPr/>
              <p:nvPr/>
            </p:nvSpPr>
            <p:spPr>
              <a:xfrm>
                <a:off x="16093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3" name="Freeform: Shape 2392">
                <a:extLst>
                  <a:ext uri="{FF2B5EF4-FFF2-40B4-BE49-F238E27FC236}">
                    <a16:creationId xmlns:a16="http://schemas.microsoft.com/office/drawing/2014/main" id="{42CD988B-0495-4662-8C6E-92C70F536DBB}"/>
                  </a:ext>
                </a:extLst>
              </p:cNvPr>
              <p:cNvSpPr/>
              <p:nvPr/>
            </p:nvSpPr>
            <p:spPr>
              <a:xfrm>
                <a:off x="16093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4" name="Freeform: Shape 2393">
                <a:extLst>
                  <a:ext uri="{FF2B5EF4-FFF2-40B4-BE49-F238E27FC236}">
                    <a16:creationId xmlns:a16="http://schemas.microsoft.com/office/drawing/2014/main" id="{0511E1F8-6DB5-4EF0-B864-9BE26785FF3A}"/>
                  </a:ext>
                </a:extLst>
              </p:cNvPr>
              <p:cNvSpPr/>
              <p:nvPr/>
            </p:nvSpPr>
            <p:spPr>
              <a:xfrm>
                <a:off x="16093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5" name="Freeform: Shape 2394">
                <a:extLst>
                  <a:ext uri="{FF2B5EF4-FFF2-40B4-BE49-F238E27FC236}">
                    <a16:creationId xmlns:a16="http://schemas.microsoft.com/office/drawing/2014/main" id="{0612E5D7-286B-4A0A-9B1C-FF1D7F5E7BC7}"/>
                  </a:ext>
                </a:extLst>
              </p:cNvPr>
              <p:cNvSpPr/>
              <p:nvPr/>
            </p:nvSpPr>
            <p:spPr>
              <a:xfrm>
                <a:off x="16093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6" name="Freeform: Shape 2395">
                <a:extLst>
                  <a:ext uri="{FF2B5EF4-FFF2-40B4-BE49-F238E27FC236}">
                    <a16:creationId xmlns:a16="http://schemas.microsoft.com/office/drawing/2014/main" id="{8A26960A-3AC2-4860-B976-7CAE5C74819E}"/>
                  </a:ext>
                </a:extLst>
              </p:cNvPr>
              <p:cNvSpPr/>
              <p:nvPr/>
            </p:nvSpPr>
            <p:spPr>
              <a:xfrm>
                <a:off x="16093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7" name="Freeform: Shape 2396">
                <a:extLst>
                  <a:ext uri="{FF2B5EF4-FFF2-40B4-BE49-F238E27FC236}">
                    <a16:creationId xmlns:a16="http://schemas.microsoft.com/office/drawing/2014/main" id="{6A69150A-2FA2-4524-AF95-8C85B5CD8BD6}"/>
                  </a:ext>
                </a:extLst>
              </p:cNvPr>
              <p:cNvSpPr/>
              <p:nvPr/>
            </p:nvSpPr>
            <p:spPr>
              <a:xfrm>
                <a:off x="16093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8" name="Freeform: Shape 2397">
                <a:extLst>
                  <a:ext uri="{FF2B5EF4-FFF2-40B4-BE49-F238E27FC236}">
                    <a16:creationId xmlns:a16="http://schemas.microsoft.com/office/drawing/2014/main" id="{CB6687D3-D758-42EC-B1E0-04A7F18787E3}"/>
                  </a:ext>
                </a:extLst>
              </p:cNvPr>
              <p:cNvSpPr/>
              <p:nvPr/>
            </p:nvSpPr>
            <p:spPr>
              <a:xfrm>
                <a:off x="16093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9" name="Freeform: Shape 2398">
                <a:extLst>
                  <a:ext uri="{FF2B5EF4-FFF2-40B4-BE49-F238E27FC236}">
                    <a16:creationId xmlns:a16="http://schemas.microsoft.com/office/drawing/2014/main" id="{2C47E1CD-AC35-4B14-9D8F-0965E4F05447}"/>
                  </a:ext>
                </a:extLst>
              </p:cNvPr>
              <p:cNvSpPr/>
              <p:nvPr/>
            </p:nvSpPr>
            <p:spPr>
              <a:xfrm>
                <a:off x="16093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0" name="Freeform: Shape 2399">
                <a:extLst>
                  <a:ext uri="{FF2B5EF4-FFF2-40B4-BE49-F238E27FC236}">
                    <a16:creationId xmlns:a16="http://schemas.microsoft.com/office/drawing/2014/main" id="{1A2CDAC1-B23B-4BE1-BA6A-84E866729C6B}"/>
                  </a:ext>
                </a:extLst>
              </p:cNvPr>
              <p:cNvSpPr/>
              <p:nvPr/>
            </p:nvSpPr>
            <p:spPr>
              <a:xfrm>
                <a:off x="16093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1" name="Freeform: Shape 2400">
                <a:extLst>
                  <a:ext uri="{FF2B5EF4-FFF2-40B4-BE49-F238E27FC236}">
                    <a16:creationId xmlns:a16="http://schemas.microsoft.com/office/drawing/2014/main" id="{6E996242-5A83-433D-AC88-A77DFE70AAA8}"/>
                  </a:ext>
                </a:extLst>
              </p:cNvPr>
              <p:cNvSpPr/>
              <p:nvPr/>
            </p:nvSpPr>
            <p:spPr>
              <a:xfrm>
                <a:off x="16093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2" name="Freeform: Shape 2401">
                <a:extLst>
                  <a:ext uri="{FF2B5EF4-FFF2-40B4-BE49-F238E27FC236}">
                    <a16:creationId xmlns:a16="http://schemas.microsoft.com/office/drawing/2014/main" id="{395E1752-F54F-4A72-8D41-FD4AF31F2A5E}"/>
                  </a:ext>
                </a:extLst>
              </p:cNvPr>
              <p:cNvSpPr/>
              <p:nvPr/>
            </p:nvSpPr>
            <p:spPr>
              <a:xfrm>
                <a:off x="16093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3" name="Freeform: Shape 2402">
                <a:extLst>
                  <a:ext uri="{FF2B5EF4-FFF2-40B4-BE49-F238E27FC236}">
                    <a16:creationId xmlns:a16="http://schemas.microsoft.com/office/drawing/2014/main" id="{94CCF4F1-4735-4E86-A6C1-9D409722570A}"/>
                  </a:ext>
                </a:extLst>
              </p:cNvPr>
              <p:cNvSpPr/>
              <p:nvPr/>
            </p:nvSpPr>
            <p:spPr>
              <a:xfrm>
                <a:off x="15331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4" name="Freeform: Shape 2403">
                <a:extLst>
                  <a:ext uri="{FF2B5EF4-FFF2-40B4-BE49-F238E27FC236}">
                    <a16:creationId xmlns:a16="http://schemas.microsoft.com/office/drawing/2014/main" id="{01AAA12D-6207-4556-B9F6-CC2238ECED63}"/>
                  </a:ext>
                </a:extLst>
              </p:cNvPr>
              <p:cNvSpPr/>
              <p:nvPr/>
            </p:nvSpPr>
            <p:spPr>
              <a:xfrm>
                <a:off x="15331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5" name="Freeform: Shape 2404">
                <a:extLst>
                  <a:ext uri="{FF2B5EF4-FFF2-40B4-BE49-F238E27FC236}">
                    <a16:creationId xmlns:a16="http://schemas.microsoft.com/office/drawing/2014/main" id="{33801AC2-E694-48E2-BC7E-5467BFA60CFD}"/>
                  </a:ext>
                </a:extLst>
              </p:cNvPr>
              <p:cNvSpPr/>
              <p:nvPr/>
            </p:nvSpPr>
            <p:spPr>
              <a:xfrm>
                <a:off x="15331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6" name="Freeform: Shape 2405">
                <a:extLst>
                  <a:ext uri="{FF2B5EF4-FFF2-40B4-BE49-F238E27FC236}">
                    <a16:creationId xmlns:a16="http://schemas.microsoft.com/office/drawing/2014/main" id="{B57E7BB5-2D99-4BE1-84D8-ABC03AF9ADD0}"/>
                  </a:ext>
                </a:extLst>
              </p:cNvPr>
              <p:cNvSpPr/>
              <p:nvPr/>
            </p:nvSpPr>
            <p:spPr>
              <a:xfrm>
                <a:off x="15331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7" name="Freeform: Shape 2406">
                <a:extLst>
                  <a:ext uri="{FF2B5EF4-FFF2-40B4-BE49-F238E27FC236}">
                    <a16:creationId xmlns:a16="http://schemas.microsoft.com/office/drawing/2014/main" id="{E9F2B7C8-20EA-4EE3-83DD-EDB1C453266A}"/>
                  </a:ext>
                </a:extLst>
              </p:cNvPr>
              <p:cNvSpPr/>
              <p:nvPr/>
            </p:nvSpPr>
            <p:spPr>
              <a:xfrm>
                <a:off x="15331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8" name="Freeform: Shape 2407">
                <a:extLst>
                  <a:ext uri="{FF2B5EF4-FFF2-40B4-BE49-F238E27FC236}">
                    <a16:creationId xmlns:a16="http://schemas.microsoft.com/office/drawing/2014/main" id="{8949DBED-F5ED-4D3E-A53E-845B2919EC0E}"/>
                  </a:ext>
                </a:extLst>
              </p:cNvPr>
              <p:cNvSpPr/>
              <p:nvPr/>
            </p:nvSpPr>
            <p:spPr>
              <a:xfrm>
                <a:off x="15331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9" name="Freeform: Shape 2408">
                <a:extLst>
                  <a:ext uri="{FF2B5EF4-FFF2-40B4-BE49-F238E27FC236}">
                    <a16:creationId xmlns:a16="http://schemas.microsoft.com/office/drawing/2014/main" id="{9AE18D64-B2C7-4B75-BBA7-0A680EFADD61}"/>
                  </a:ext>
                </a:extLst>
              </p:cNvPr>
              <p:cNvSpPr/>
              <p:nvPr/>
            </p:nvSpPr>
            <p:spPr>
              <a:xfrm>
                <a:off x="15331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0" name="Freeform: Shape 2409">
                <a:extLst>
                  <a:ext uri="{FF2B5EF4-FFF2-40B4-BE49-F238E27FC236}">
                    <a16:creationId xmlns:a16="http://schemas.microsoft.com/office/drawing/2014/main" id="{1B866809-F66D-47D8-AD0A-B648BF562EC2}"/>
                  </a:ext>
                </a:extLst>
              </p:cNvPr>
              <p:cNvSpPr/>
              <p:nvPr/>
            </p:nvSpPr>
            <p:spPr>
              <a:xfrm>
                <a:off x="15331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1" name="Freeform: Shape 2410">
                <a:extLst>
                  <a:ext uri="{FF2B5EF4-FFF2-40B4-BE49-F238E27FC236}">
                    <a16:creationId xmlns:a16="http://schemas.microsoft.com/office/drawing/2014/main" id="{CE252C58-5EF1-4B89-AC3E-77D4B5C4101C}"/>
                  </a:ext>
                </a:extLst>
              </p:cNvPr>
              <p:cNvSpPr/>
              <p:nvPr/>
            </p:nvSpPr>
            <p:spPr>
              <a:xfrm>
                <a:off x="15331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2" name="Freeform: Shape 2411">
                <a:extLst>
                  <a:ext uri="{FF2B5EF4-FFF2-40B4-BE49-F238E27FC236}">
                    <a16:creationId xmlns:a16="http://schemas.microsoft.com/office/drawing/2014/main" id="{125E79FF-8265-4526-9372-3AEDA30B2EB3}"/>
                  </a:ext>
                </a:extLst>
              </p:cNvPr>
              <p:cNvSpPr/>
              <p:nvPr/>
            </p:nvSpPr>
            <p:spPr>
              <a:xfrm>
                <a:off x="15331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3" name="Freeform: Shape 2412">
                <a:extLst>
                  <a:ext uri="{FF2B5EF4-FFF2-40B4-BE49-F238E27FC236}">
                    <a16:creationId xmlns:a16="http://schemas.microsoft.com/office/drawing/2014/main" id="{5B28B552-7520-469D-89EB-BD5686D3274E}"/>
                  </a:ext>
                </a:extLst>
              </p:cNvPr>
              <p:cNvSpPr/>
              <p:nvPr/>
            </p:nvSpPr>
            <p:spPr>
              <a:xfrm>
                <a:off x="15331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4" name="Freeform: Shape 2413">
                <a:extLst>
                  <a:ext uri="{FF2B5EF4-FFF2-40B4-BE49-F238E27FC236}">
                    <a16:creationId xmlns:a16="http://schemas.microsoft.com/office/drawing/2014/main" id="{12AFAAC6-4C46-4538-8B4D-413B60777D0B}"/>
                  </a:ext>
                </a:extLst>
              </p:cNvPr>
              <p:cNvSpPr/>
              <p:nvPr/>
            </p:nvSpPr>
            <p:spPr>
              <a:xfrm>
                <a:off x="15331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5" name="Freeform: Shape 2414">
                <a:extLst>
                  <a:ext uri="{FF2B5EF4-FFF2-40B4-BE49-F238E27FC236}">
                    <a16:creationId xmlns:a16="http://schemas.microsoft.com/office/drawing/2014/main" id="{810DFB79-B76A-47EA-9FA1-7E4A50FC0C16}"/>
                  </a:ext>
                </a:extLst>
              </p:cNvPr>
              <p:cNvSpPr/>
              <p:nvPr/>
            </p:nvSpPr>
            <p:spPr>
              <a:xfrm>
                <a:off x="15331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6" name="Freeform: Shape 2415">
                <a:extLst>
                  <a:ext uri="{FF2B5EF4-FFF2-40B4-BE49-F238E27FC236}">
                    <a16:creationId xmlns:a16="http://schemas.microsoft.com/office/drawing/2014/main" id="{9F52CF56-BFDA-40BD-B14C-5B52A76C0713}"/>
                  </a:ext>
                </a:extLst>
              </p:cNvPr>
              <p:cNvSpPr/>
              <p:nvPr/>
            </p:nvSpPr>
            <p:spPr>
              <a:xfrm>
                <a:off x="15331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7" name="Freeform: Shape 2416">
                <a:extLst>
                  <a:ext uri="{FF2B5EF4-FFF2-40B4-BE49-F238E27FC236}">
                    <a16:creationId xmlns:a16="http://schemas.microsoft.com/office/drawing/2014/main" id="{B543B18F-D0F3-42C1-9C99-A26A1AEF84A6}"/>
                  </a:ext>
                </a:extLst>
              </p:cNvPr>
              <p:cNvSpPr/>
              <p:nvPr/>
            </p:nvSpPr>
            <p:spPr>
              <a:xfrm>
                <a:off x="15331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8" name="Freeform: Shape 2417">
                <a:extLst>
                  <a:ext uri="{FF2B5EF4-FFF2-40B4-BE49-F238E27FC236}">
                    <a16:creationId xmlns:a16="http://schemas.microsoft.com/office/drawing/2014/main" id="{3218ABD7-3504-4081-B0A2-AF73E7D8AE57}"/>
                  </a:ext>
                </a:extLst>
              </p:cNvPr>
              <p:cNvSpPr/>
              <p:nvPr/>
            </p:nvSpPr>
            <p:spPr>
              <a:xfrm>
                <a:off x="15331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9" name="Freeform: Shape 2418">
                <a:extLst>
                  <a:ext uri="{FF2B5EF4-FFF2-40B4-BE49-F238E27FC236}">
                    <a16:creationId xmlns:a16="http://schemas.microsoft.com/office/drawing/2014/main" id="{1E3767FA-392F-4C01-8322-42F94144D897}"/>
                  </a:ext>
                </a:extLst>
              </p:cNvPr>
              <p:cNvSpPr/>
              <p:nvPr/>
            </p:nvSpPr>
            <p:spPr>
              <a:xfrm>
                <a:off x="14569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0" name="Freeform: Shape 2419">
                <a:extLst>
                  <a:ext uri="{FF2B5EF4-FFF2-40B4-BE49-F238E27FC236}">
                    <a16:creationId xmlns:a16="http://schemas.microsoft.com/office/drawing/2014/main" id="{64D08EE7-B916-4B88-8A4A-65B55575CD5C}"/>
                  </a:ext>
                </a:extLst>
              </p:cNvPr>
              <p:cNvSpPr/>
              <p:nvPr/>
            </p:nvSpPr>
            <p:spPr>
              <a:xfrm>
                <a:off x="14569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1" name="Freeform: Shape 2420">
                <a:extLst>
                  <a:ext uri="{FF2B5EF4-FFF2-40B4-BE49-F238E27FC236}">
                    <a16:creationId xmlns:a16="http://schemas.microsoft.com/office/drawing/2014/main" id="{B39CD419-076E-4627-BBC9-A5EFDB842297}"/>
                  </a:ext>
                </a:extLst>
              </p:cNvPr>
              <p:cNvSpPr/>
              <p:nvPr/>
            </p:nvSpPr>
            <p:spPr>
              <a:xfrm>
                <a:off x="14569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2" name="Freeform: Shape 2421">
                <a:extLst>
                  <a:ext uri="{FF2B5EF4-FFF2-40B4-BE49-F238E27FC236}">
                    <a16:creationId xmlns:a16="http://schemas.microsoft.com/office/drawing/2014/main" id="{F48B4A04-0B6A-4009-A89E-E0D11AF33B86}"/>
                  </a:ext>
                </a:extLst>
              </p:cNvPr>
              <p:cNvSpPr/>
              <p:nvPr/>
            </p:nvSpPr>
            <p:spPr>
              <a:xfrm>
                <a:off x="14569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3" name="Freeform: Shape 2422">
                <a:extLst>
                  <a:ext uri="{FF2B5EF4-FFF2-40B4-BE49-F238E27FC236}">
                    <a16:creationId xmlns:a16="http://schemas.microsoft.com/office/drawing/2014/main" id="{24B50553-DF92-4236-B76F-0B20E556A6CE}"/>
                  </a:ext>
                </a:extLst>
              </p:cNvPr>
              <p:cNvSpPr/>
              <p:nvPr/>
            </p:nvSpPr>
            <p:spPr>
              <a:xfrm>
                <a:off x="14569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4" name="Freeform: Shape 2423">
                <a:extLst>
                  <a:ext uri="{FF2B5EF4-FFF2-40B4-BE49-F238E27FC236}">
                    <a16:creationId xmlns:a16="http://schemas.microsoft.com/office/drawing/2014/main" id="{73D0034D-52EB-47AC-A8DD-01F0B19CD106}"/>
                  </a:ext>
                </a:extLst>
              </p:cNvPr>
              <p:cNvSpPr/>
              <p:nvPr/>
            </p:nvSpPr>
            <p:spPr>
              <a:xfrm>
                <a:off x="14569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5" name="Freeform: Shape 2424">
                <a:extLst>
                  <a:ext uri="{FF2B5EF4-FFF2-40B4-BE49-F238E27FC236}">
                    <a16:creationId xmlns:a16="http://schemas.microsoft.com/office/drawing/2014/main" id="{4E3C2EA9-FD9F-4675-8C23-DFD81CFA5239}"/>
                  </a:ext>
                </a:extLst>
              </p:cNvPr>
              <p:cNvSpPr/>
              <p:nvPr/>
            </p:nvSpPr>
            <p:spPr>
              <a:xfrm>
                <a:off x="14569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6" name="Freeform: Shape 2425">
                <a:extLst>
                  <a:ext uri="{FF2B5EF4-FFF2-40B4-BE49-F238E27FC236}">
                    <a16:creationId xmlns:a16="http://schemas.microsoft.com/office/drawing/2014/main" id="{79226256-14E2-41B1-9B25-EA4102433483}"/>
                  </a:ext>
                </a:extLst>
              </p:cNvPr>
              <p:cNvSpPr/>
              <p:nvPr/>
            </p:nvSpPr>
            <p:spPr>
              <a:xfrm>
                <a:off x="14569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7" name="Freeform: Shape 2426">
                <a:extLst>
                  <a:ext uri="{FF2B5EF4-FFF2-40B4-BE49-F238E27FC236}">
                    <a16:creationId xmlns:a16="http://schemas.microsoft.com/office/drawing/2014/main" id="{EB3B30DF-3F63-46D2-A2D6-23F9D1BA3510}"/>
                  </a:ext>
                </a:extLst>
              </p:cNvPr>
              <p:cNvSpPr/>
              <p:nvPr/>
            </p:nvSpPr>
            <p:spPr>
              <a:xfrm>
                <a:off x="145692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8" name="Freeform: Shape 2427">
                <a:extLst>
                  <a:ext uri="{FF2B5EF4-FFF2-40B4-BE49-F238E27FC236}">
                    <a16:creationId xmlns:a16="http://schemas.microsoft.com/office/drawing/2014/main" id="{BE68D247-9876-4599-AEC1-11AD5FFCBD2F}"/>
                  </a:ext>
                </a:extLst>
              </p:cNvPr>
              <p:cNvSpPr/>
              <p:nvPr/>
            </p:nvSpPr>
            <p:spPr>
              <a:xfrm>
                <a:off x="14569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9" name="Freeform: Shape 2428">
                <a:extLst>
                  <a:ext uri="{FF2B5EF4-FFF2-40B4-BE49-F238E27FC236}">
                    <a16:creationId xmlns:a16="http://schemas.microsoft.com/office/drawing/2014/main" id="{B35C4945-84EB-46C9-A92B-CDD19D7A85D4}"/>
                  </a:ext>
                </a:extLst>
              </p:cNvPr>
              <p:cNvSpPr/>
              <p:nvPr/>
            </p:nvSpPr>
            <p:spPr>
              <a:xfrm>
                <a:off x="14569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0" name="Freeform: Shape 2429">
                <a:extLst>
                  <a:ext uri="{FF2B5EF4-FFF2-40B4-BE49-F238E27FC236}">
                    <a16:creationId xmlns:a16="http://schemas.microsoft.com/office/drawing/2014/main" id="{D2C42A16-B20D-4F7E-847D-735F723D79E7}"/>
                  </a:ext>
                </a:extLst>
              </p:cNvPr>
              <p:cNvSpPr/>
              <p:nvPr/>
            </p:nvSpPr>
            <p:spPr>
              <a:xfrm>
                <a:off x="14569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1" name="Freeform: Shape 2430">
                <a:extLst>
                  <a:ext uri="{FF2B5EF4-FFF2-40B4-BE49-F238E27FC236}">
                    <a16:creationId xmlns:a16="http://schemas.microsoft.com/office/drawing/2014/main" id="{DE54C02A-E6DA-47E4-BC63-E8FB707833DD}"/>
                  </a:ext>
                </a:extLst>
              </p:cNvPr>
              <p:cNvSpPr/>
              <p:nvPr/>
            </p:nvSpPr>
            <p:spPr>
              <a:xfrm>
                <a:off x="14569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2" name="Freeform: Shape 2431">
                <a:extLst>
                  <a:ext uri="{FF2B5EF4-FFF2-40B4-BE49-F238E27FC236}">
                    <a16:creationId xmlns:a16="http://schemas.microsoft.com/office/drawing/2014/main" id="{4F8B4D43-5D91-4AB9-AB39-91689D73CB0F}"/>
                  </a:ext>
                </a:extLst>
              </p:cNvPr>
              <p:cNvSpPr/>
              <p:nvPr/>
            </p:nvSpPr>
            <p:spPr>
              <a:xfrm>
                <a:off x="14569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3" name="Freeform: Shape 2432">
                <a:extLst>
                  <a:ext uri="{FF2B5EF4-FFF2-40B4-BE49-F238E27FC236}">
                    <a16:creationId xmlns:a16="http://schemas.microsoft.com/office/drawing/2014/main" id="{F8D3E248-5E48-40A4-AF50-A72A4B5648EB}"/>
                  </a:ext>
                </a:extLst>
              </p:cNvPr>
              <p:cNvSpPr/>
              <p:nvPr/>
            </p:nvSpPr>
            <p:spPr>
              <a:xfrm>
                <a:off x="14569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4" name="Freeform: Shape 2433">
                <a:extLst>
                  <a:ext uri="{FF2B5EF4-FFF2-40B4-BE49-F238E27FC236}">
                    <a16:creationId xmlns:a16="http://schemas.microsoft.com/office/drawing/2014/main" id="{0CA334AE-3AE4-410E-985C-F5CFF3C57946}"/>
                  </a:ext>
                </a:extLst>
              </p:cNvPr>
              <p:cNvSpPr/>
              <p:nvPr/>
            </p:nvSpPr>
            <p:spPr>
              <a:xfrm>
                <a:off x="14569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5" name="Freeform: Shape 2434">
                <a:extLst>
                  <a:ext uri="{FF2B5EF4-FFF2-40B4-BE49-F238E27FC236}">
                    <a16:creationId xmlns:a16="http://schemas.microsoft.com/office/drawing/2014/main" id="{0F3235A9-EBD7-4352-A51C-7B8ADDCA1B89}"/>
                  </a:ext>
                </a:extLst>
              </p:cNvPr>
              <p:cNvSpPr/>
              <p:nvPr/>
            </p:nvSpPr>
            <p:spPr>
              <a:xfrm>
                <a:off x="14569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6" name="Freeform: Shape 2435">
                <a:extLst>
                  <a:ext uri="{FF2B5EF4-FFF2-40B4-BE49-F238E27FC236}">
                    <a16:creationId xmlns:a16="http://schemas.microsoft.com/office/drawing/2014/main" id="{8A57BB28-D681-47B2-9F30-AD543E024435}"/>
                  </a:ext>
                </a:extLst>
              </p:cNvPr>
              <p:cNvSpPr/>
              <p:nvPr/>
            </p:nvSpPr>
            <p:spPr>
              <a:xfrm>
                <a:off x="14569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7" name="Freeform: Shape 2436">
                <a:extLst>
                  <a:ext uri="{FF2B5EF4-FFF2-40B4-BE49-F238E27FC236}">
                    <a16:creationId xmlns:a16="http://schemas.microsoft.com/office/drawing/2014/main" id="{CA5D5629-0408-4205-A629-0C7A9BE81621}"/>
                  </a:ext>
                </a:extLst>
              </p:cNvPr>
              <p:cNvSpPr/>
              <p:nvPr/>
            </p:nvSpPr>
            <p:spPr>
              <a:xfrm>
                <a:off x="14569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8" name="Freeform: Shape 2437">
                <a:extLst>
                  <a:ext uri="{FF2B5EF4-FFF2-40B4-BE49-F238E27FC236}">
                    <a16:creationId xmlns:a16="http://schemas.microsoft.com/office/drawing/2014/main" id="{3DBAD77E-FCEE-4053-A579-1DEC4773CFAF}"/>
                  </a:ext>
                </a:extLst>
              </p:cNvPr>
              <p:cNvSpPr/>
              <p:nvPr/>
            </p:nvSpPr>
            <p:spPr>
              <a:xfrm>
                <a:off x="13809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9" name="Freeform: Shape 2438">
                <a:extLst>
                  <a:ext uri="{FF2B5EF4-FFF2-40B4-BE49-F238E27FC236}">
                    <a16:creationId xmlns:a16="http://schemas.microsoft.com/office/drawing/2014/main" id="{9DF04912-31E5-465B-A866-AAE6B4F935DC}"/>
                  </a:ext>
                </a:extLst>
              </p:cNvPr>
              <p:cNvSpPr/>
              <p:nvPr/>
            </p:nvSpPr>
            <p:spPr>
              <a:xfrm>
                <a:off x="13809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0" name="Freeform: Shape 2439">
                <a:extLst>
                  <a:ext uri="{FF2B5EF4-FFF2-40B4-BE49-F238E27FC236}">
                    <a16:creationId xmlns:a16="http://schemas.microsoft.com/office/drawing/2014/main" id="{2DCC6489-1881-4C61-9BD6-26BF7010B71A}"/>
                  </a:ext>
                </a:extLst>
              </p:cNvPr>
              <p:cNvSpPr/>
              <p:nvPr/>
            </p:nvSpPr>
            <p:spPr>
              <a:xfrm>
                <a:off x="1380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1" name="Freeform: Shape 2440">
                <a:extLst>
                  <a:ext uri="{FF2B5EF4-FFF2-40B4-BE49-F238E27FC236}">
                    <a16:creationId xmlns:a16="http://schemas.microsoft.com/office/drawing/2014/main" id="{790BB4B4-C2FA-43EC-BA2D-2BFD8A2DC4C8}"/>
                  </a:ext>
                </a:extLst>
              </p:cNvPr>
              <p:cNvSpPr/>
              <p:nvPr/>
            </p:nvSpPr>
            <p:spPr>
              <a:xfrm>
                <a:off x="1380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2" name="Freeform: Shape 2441">
                <a:extLst>
                  <a:ext uri="{FF2B5EF4-FFF2-40B4-BE49-F238E27FC236}">
                    <a16:creationId xmlns:a16="http://schemas.microsoft.com/office/drawing/2014/main" id="{05DA440E-4371-4187-B6E2-8B4A026C8F41}"/>
                  </a:ext>
                </a:extLst>
              </p:cNvPr>
              <p:cNvSpPr/>
              <p:nvPr/>
            </p:nvSpPr>
            <p:spPr>
              <a:xfrm>
                <a:off x="1380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3" name="Freeform: Shape 2442">
                <a:extLst>
                  <a:ext uri="{FF2B5EF4-FFF2-40B4-BE49-F238E27FC236}">
                    <a16:creationId xmlns:a16="http://schemas.microsoft.com/office/drawing/2014/main" id="{52461C27-5234-4558-90F8-866C8E05B4F4}"/>
                  </a:ext>
                </a:extLst>
              </p:cNvPr>
              <p:cNvSpPr/>
              <p:nvPr/>
            </p:nvSpPr>
            <p:spPr>
              <a:xfrm>
                <a:off x="1380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4" name="Freeform: Shape 2443">
                <a:extLst>
                  <a:ext uri="{FF2B5EF4-FFF2-40B4-BE49-F238E27FC236}">
                    <a16:creationId xmlns:a16="http://schemas.microsoft.com/office/drawing/2014/main" id="{5F249946-CB68-4A85-961E-4B9724F77735}"/>
                  </a:ext>
                </a:extLst>
              </p:cNvPr>
              <p:cNvSpPr/>
              <p:nvPr/>
            </p:nvSpPr>
            <p:spPr>
              <a:xfrm>
                <a:off x="1380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5" name="Freeform: Shape 2444">
                <a:extLst>
                  <a:ext uri="{FF2B5EF4-FFF2-40B4-BE49-F238E27FC236}">
                    <a16:creationId xmlns:a16="http://schemas.microsoft.com/office/drawing/2014/main" id="{BAC9B54F-528D-437A-A8BE-1EAC0BF1A12E}"/>
                  </a:ext>
                </a:extLst>
              </p:cNvPr>
              <p:cNvSpPr/>
              <p:nvPr/>
            </p:nvSpPr>
            <p:spPr>
              <a:xfrm>
                <a:off x="1380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6" name="Freeform: Shape 2445">
                <a:extLst>
                  <a:ext uri="{FF2B5EF4-FFF2-40B4-BE49-F238E27FC236}">
                    <a16:creationId xmlns:a16="http://schemas.microsoft.com/office/drawing/2014/main" id="{A7CBB182-F528-415E-882F-A10D564470D0}"/>
                  </a:ext>
                </a:extLst>
              </p:cNvPr>
              <p:cNvSpPr/>
              <p:nvPr/>
            </p:nvSpPr>
            <p:spPr>
              <a:xfrm>
                <a:off x="1380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7" name="Freeform: Shape 2446">
                <a:extLst>
                  <a:ext uri="{FF2B5EF4-FFF2-40B4-BE49-F238E27FC236}">
                    <a16:creationId xmlns:a16="http://schemas.microsoft.com/office/drawing/2014/main" id="{274A3542-1670-413C-BCC1-7D6B41FEE2F2}"/>
                  </a:ext>
                </a:extLst>
              </p:cNvPr>
              <p:cNvSpPr/>
              <p:nvPr/>
            </p:nvSpPr>
            <p:spPr>
              <a:xfrm>
                <a:off x="1380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8" name="Freeform: Shape 2447">
                <a:extLst>
                  <a:ext uri="{FF2B5EF4-FFF2-40B4-BE49-F238E27FC236}">
                    <a16:creationId xmlns:a16="http://schemas.microsoft.com/office/drawing/2014/main" id="{AB2A2784-38A2-45AC-A1C0-90C6EC345ACC}"/>
                  </a:ext>
                </a:extLst>
              </p:cNvPr>
              <p:cNvSpPr/>
              <p:nvPr/>
            </p:nvSpPr>
            <p:spPr>
              <a:xfrm>
                <a:off x="1380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9" name="Freeform: Shape 2448">
                <a:extLst>
                  <a:ext uri="{FF2B5EF4-FFF2-40B4-BE49-F238E27FC236}">
                    <a16:creationId xmlns:a16="http://schemas.microsoft.com/office/drawing/2014/main" id="{FBC80273-205E-433C-BD20-5C10B0741C29}"/>
                  </a:ext>
                </a:extLst>
              </p:cNvPr>
              <p:cNvSpPr/>
              <p:nvPr/>
            </p:nvSpPr>
            <p:spPr>
              <a:xfrm>
                <a:off x="1380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0" name="Freeform: Shape 2449">
                <a:extLst>
                  <a:ext uri="{FF2B5EF4-FFF2-40B4-BE49-F238E27FC236}">
                    <a16:creationId xmlns:a16="http://schemas.microsoft.com/office/drawing/2014/main" id="{B1400081-A9DF-4DE1-97C1-58FC54C5D389}"/>
                  </a:ext>
                </a:extLst>
              </p:cNvPr>
              <p:cNvSpPr/>
              <p:nvPr/>
            </p:nvSpPr>
            <p:spPr>
              <a:xfrm>
                <a:off x="13809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1" name="Freeform: Shape 2450">
                <a:extLst>
                  <a:ext uri="{FF2B5EF4-FFF2-40B4-BE49-F238E27FC236}">
                    <a16:creationId xmlns:a16="http://schemas.microsoft.com/office/drawing/2014/main" id="{25E5964E-1F76-43CF-9A9D-94F280D8FB65}"/>
                  </a:ext>
                </a:extLst>
              </p:cNvPr>
              <p:cNvSpPr/>
              <p:nvPr/>
            </p:nvSpPr>
            <p:spPr>
              <a:xfrm>
                <a:off x="1380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2" name="Freeform: Shape 2451">
                <a:extLst>
                  <a:ext uri="{FF2B5EF4-FFF2-40B4-BE49-F238E27FC236}">
                    <a16:creationId xmlns:a16="http://schemas.microsoft.com/office/drawing/2014/main" id="{A3AF9F53-02DE-45A0-A205-2DB05BEB3A34}"/>
                  </a:ext>
                </a:extLst>
              </p:cNvPr>
              <p:cNvSpPr/>
              <p:nvPr/>
            </p:nvSpPr>
            <p:spPr>
              <a:xfrm>
                <a:off x="1380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3" name="Freeform: Shape 2452">
                <a:extLst>
                  <a:ext uri="{FF2B5EF4-FFF2-40B4-BE49-F238E27FC236}">
                    <a16:creationId xmlns:a16="http://schemas.microsoft.com/office/drawing/2014/main" id="{9D2B55FD-F5A8-49CF-B016-2B904AF7EF6D}"/>
                  </a:ext>
                </a:extLst>
              </p:cNvPr>
              <p:cNvSpPr/>
              <p:nvPr/>
            </p:nvSpPr>
            <p:spPr>
              <a:xfrm>
                <a:off x="1380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4" name="Freeform: Shape 2453">
                <a:extLst>
                  <a:ext uri="{FF2B5EF4-FFF2-40B4-BE49-F238E27FC236}">
                    <a16:creationId xmlns:a16="http://schemas.microsoft.com/office/drawing/2014/main" id="{E2F613FE-1AB4-46BD-99EA-DC4DDF6F5834}"/>
                  </a:ext>
                </a:extLst>
              </p:cNvPr>
              <p:cNvSpPr/>
              <p:nvPr/>
            </p:nvSpPr>
            <p:spPr>
              <a:xfrm>
                <a:off x="1380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5" name="Freeform: Shape 2454">
                <a:extLst>
                  <a:ext uri="{FF2B5EF4-FFF2-40B4-BE49-F238E27FC236}">
                    <a16:creationId xmlns:a16="http://schemas.microsoft.com/office/drawing/2014/main" id="{C07149B9-68C5-46D0-B97F-7E901A35426B}"/>
                  </a:ext>
                </a:extLst>
              </p:cNvPr>
              <p:cNvSpPr/>
              <p:nvPr/>
            </p:nvSpPr>
            <p:spPr>
              <a:xfrm>
                <a:off x="1380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6" name="Freeform: Shape 2455">
                <a:extLst>
                  <a:ext uri="{FF2B5EF4-FFF2-40B4-BE49-F238E27FC236}">
                    <a16:creationId xmlns:a16="http://schemas.microsoft.com/office/drawing/2014/main" id="{8877D96E-9104-4AF4-85A6-A257DF772A3A}"/>
                  </a:ext>
                </a:extLst>
              </p:cNvPr>
              <p:cNvSpPr/>
              <p:nvPr/>
            </p:nvSpPr>
            <p:spPr>
              <a:xfrm>
                <a:off x="13047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7" name="Freeform: Shape 2456">
                <a:extLst>
                  <a:ext uri="{FF2B5EF4-FFF2-40B4-BE49-F238E27FC236}">
                    <a16:creationId xmlns:a16="http://schemas.microsoft.com/office/drawing/2014/main" id="{2C5E1413-10C2-4A8C-B002-49175128FA4D}"/>
                  </a:ext>
                </a:extLst>
              </p:cNvPr>
              <p:cNvSpPr/>
              <p:nvPr/>
            </p:nvSpPr>
            <p:spPr>
              <a:xfrm>
                <a:off x="13047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8" name="Freeform: Shape 2457">
                <a:extLst>
                  <a:ext uri="{FF2B5EF4-FFF2-40B4-BE49-F238E27FC236}">
                    <a16:creationId xmlns:a16="http://schemas.microsoft.com/office/drawing/2014/main" id="{147DA876-C4A4-4E43-A3D3-8CA3A52932C4}"/>
                  </a:ext>
                </a:extLst>
              </p:cNvPr>
              <p:cNvSpPr/>
              <p:nvPr/>
            </p:nvSpPr>
            <p:spPr>
              <a:xfrm>
                <a:off x="130470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9" name="Freeform: Shape 2458">
                <a:extLst>
                  <a:ext uri="{FF2B5EF4-FFF2-40B4-BE49-F238E27FC236}">
                    <a16:creationId xmlns:a16="http://schemas.microsoft.com/office/drawing/2014/main" id="{1089D6D7-85B0-40C5-BBBF-5B4C552054D4}"/>
                  </a:ext>
                </a:extLst>
              </p:cNvPr>
              <p:cNvSpPr/>
              <p:nvPr/>
            </p:nvSpPr>
            <p:spPr>
              <a:xfrm>
                <a:off x="13047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0" name="Freeform: Shape 2459">
                <a:extLst>
                  <a:ext uri="{FF2B5EF4-FFF2-40B4-BE49-F238E27FC236}">
                    <a16:creationId xmlns:a16="http://schemas.microsoft.com/office/drawing/2014/main" id="{28437F00-3583-4DB9-838D-C14D4FF0356E}"/>
                  </a:ext>
                </a:extLst>
              </p:cNvPr>
              <p:cNvSpPr/>
              <p:nvPr/>
            </p:nvSpPr>
            <p:spPr>
              <a:xfrm>
                <a:off x="13047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1" name="Freeform: Shape 2460">
                <a:extLst>
                  <a:ext uri="{FF2B5EF4-FFF2-40B4-BE49-F238E27FC236}">
                    <a16:creationId xmlns:a16="http://schemas.microsoft.com/office/drawing/2014/main" id="{3E16D525-0A8D-4533-8DDC-40BAAC754032}"/>
                  </a:ext>
                </a:extLst>
              </p:cNvPr>
              <p:cNvSpPr/>
              <p:nvPr/>
            </p:nvSpPr>
            <p:spPr>
              <a:xfrm>
                <a:off x="13047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2" name="Freeform: Shape 2461">
                <a:extLst>
                  <a:ext uri="{FF2B5EF4-FFF2-40B4-BE49-F238E27FC236}">
                    <a16:creationId xmlns:a16="http://schemas.microsoft.com/office/drawing/2014/main" id="{53918A2B-9E72-4076-A14D-5F617BF2EE09}"/>
                  </a:ext>
                </a:extLst>
              </p:cNvPr>
              <p:cNvSpPr/>
              <p:nvPr/>
            </p:nvSpPr>
            <p:spPr>
              <a:xfrm>
                <a:off x="13047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3" name="Freeform: Shape 2462">
                <a:extLst>
                  <a:ext uri="{FF2B5EF4-FFF2-40B4-BE49-F238E27FC236}">
                    <a16:creationId xmlns:a16="http://schemas.microsoft.com/office/drawing/2014/main" id="{2FBB9AB1-529B-4F5B-9455-E27AC73139B3}"/>
                  </a:ext>
                </a:extLst>
              </p:cNvPr>
              <p:cNvSpPr/>
              <p:nvPr/>
            </p:nvSpPr>
            <p:spPr>
              <a:xfrm>
                <a:off x="13047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4" name="Freeform: Shape 2463">
                <a:extLst>
                  <a:ext uri="{FF2B5EF4-FFF2-40B4-BE49-F238E27FC236}">
                    <a16:creationId xmlns:a16="http://schemas.microsoft.com/office/drawing/2014/main" id="{275F921C-AA71-4EA7-A026-21EA15EBC034}"/>
                  </a:ext>
                </a:extLst>
              </p:cNvPr>
              <p:cNvSpPr/>
              <p:nvPr/>
            </p:nvSpPr>
            <p:spPr>
              <a:xfrm>
                <a:off x="13047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5" name="Freeform: Shape 2464">
                <a:extLst>
                  <a:ext uri="{FF2B5EF4-FFF2-40B4-BE49-F238E27FC236}">
                    <a16:creationId xmlns:a16="http://schemas.microsoft.com/office/drawing/2014/main" id="{2606826C-8CAA-4AF7-A0E4-8A11F928AF3E}"/>
                  </a:ext>
                </a:extLst>
              </p:cNvPr>
              <p:cNvSpPr/>
              <p:nvPr/>
            </p:nvSpPr>
            <p:spPr>
              <a:xfrm>
                <a:off x="13047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6" name="Freeform: Shape 2465">
                <a:extLst>
                  <a:ext uri="{FF2B5EF4-FFF2-40B4-BE49-F238E27FC236}">
                    <a16:creationId xmlns:a16="http://schemas.microsoft.com/office/drawing/2014/main" id="{12D98DC5-5DEE-4F88-A65B-D0356A34807E}"/>
                  </a:ext>
                </a:extLst>
              </p:cNvPr>
              <p:cNvSpPr/>
              <p:nvPr/>
            </p:nvSpPr>
            <p:spPr>
              <a:xfrm>
                <a:off x="13047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7" name="Freeform: Shape 2466">
                <a:extLst>
                  <a:ext uri="{FF2B5EF4-FFF2-40B4-BE49-F238E27FC236}">
                    <a16:creationId xmlns:a16="http://schemas.microsoft.com/office/drawing/2014/main" id="{13AAC12A-B599-4EF3-B4AD-9210EDDE8106}"/>
                  </a:ext>
                </a:extLst>
              </p:cNvPr>
              <p:cNvSpPr/>
              <p:nvPr/>
            </p:nvSpPr>
            <p:spPr>
              <a:xfrm>
                <a:off x="13047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8" name="Freeform: Shape 2467">
                <a:extLst>
                  <a:ext uri="{FF2B5EF4-FFF2-40B4-BE49-F238E27FC236}">
                    <a16:creationId xmlns:a16="http://schemas.microsoft.com/office/drawing/2014/main" id="{8E4FF2F2-B5E0-4BFF-8BA7-437342935EB9}"/>
                  </a:ext>
                </a:extLst>
              </p:cNvPr>
              <p:cNvSpPr/>
              <p:nvPr/>
            </p:nvSpPr>
            <p:spPr>
              <a:xfrm>
                <a:off x="13047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9" name="Freeform: Shape 2468">
                <a:extLst>
                  <a:ext uri="{FF2B5EF4-FFF2-40B4-BE49-F238E27FC236}">
                    <a16:creationId xmlns:a16="http://schemas.microsoft.com/office/drawing/2014/main" id="{1104CBF6-654C-43D8-A442-C044436CD35D}"/>
                  </a:ext>
                </a:extLst>
              </p:cNvPr>
              <p:cNvSpPr/>
              <p:nvPr/>
            </p:nvSpPr>
            <p:spPr>
              <a:xfrm>
                <a:off x="13047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0" name="Freeform: Shape 2469">
                <a:extLst>
                  <a:ext uri="{FF2B5EF4-FFF2-40B4-BE49-F238E27FC236}">
                    <a16:creationId xmlns:a16="http://schemas.microsoft.com/office/drawing/2014/main" id="{ABB933F3-709E-4931-A158-CCFBAA3D0DE4}"/>
                  </a:ext>
                </a:extLst>
              </p:cNvPr>
              <p:cNvSpPr/>
              <p:nvPr/>
            </p:nvSpPr>
            <p:spPr>
              <a:xfrm>
                <a:off x="13047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1" name="Freeform: Shape 2470">
                <a:extLst>
                  <a:ext uri="{FF2B5EF4-FFF2-40B4-BE49-F238E27FC236}">
                    <a16:creationId xmlns:a16="http://schemas.microsoft.com/office/drawing/2014/main" id="{1E2CF036-ED0E-4A3A-9C6E-CAAE66591B33}"/>
                  </a:ext>
                </a:extLst>
              </p:cNvPr>
              <p:cNvSpPr/>
              <p:nvPr/>
            </p:nvSpPr>
            <p:spPr>
              <a:xfrm>
                <a:off x="13047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2" name="Freeform: Shape 2471">
                <a:extLst>
                  <a:ext uri="{FF2B5EF4-FFF2-40B4-BE49-F238E27FC236}">
                    <a16:creationId xmlns:a16="http://schemas.microsoft.com/office/drawing/2014/main" id="{2C7DC0EB-7134-4190-9D39-AFD7BF6B2908}"/>
                  </a:ext>
                </a:extLst>
              </p:cNvPr>
              <p:cNvSpPr/>
              <p:nvPr/>
            </p:nvSpPr>
            <p:spPr>
              <a:xfrm>
                <a:off x="130470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3" name="Freeform: Shape 2472">
                <a:extLst>
                  <a:ext uri="{FF2B5EF4-FFF2-40B4-BE49-F238E27FC236}">
                    <a16:creationId xmlns:a16="http://schemas.microsoft.com/office/drawing/2014/main" id="{57DF8922-86A3-4F32-BB08-80853C535736}"/>
                  </a:ext>
                </a:extLst>
              </p:cNvPr>
              <p:cNvSpPr/>
              <p:nvPr/>
            </p:nvSpPr>
            <p:spPr>
              <a:xfrm>
                <a:off x="12284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4" name="Freeform: Shape 2473">
                <a:extLst>
                  <a:ext uri="{FF2B5EF4-FFF2-40B4-BE49-F238E27FC236}">
                    <a16:creationId xmlns:a16="http://schemas.microsoft.com/office/drawing/2014/main" id="{15A96EC5-0A6A-416A-93A5-9A7C875783CD}"/>
                  </a:ext>
                </a:extLst>
              </p:cNvPr>
              <p:cNvSpPr/>
              <p:nvPr/>
            </p:nvSpPr>
            <p:spPr>
              <a:xfrm>
                <a:off x="12284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5" name="Freeform: Shape 2474">
                <a:extLst>
                  <a:ext uri="{FF2B5EF4-FFF2-40B4-BE49-F238E27FC236}">
                    <a16:creationId xmlns:a16="http://schemas.microsoft.com/office/drawing/2014/main" id="{53C9C612-4F37-42A3-AED1-A8DC1D7124B8}"/>
                  </a:ext>
                </a:extLst>
              </p:cNvPr>
              <p:cNvSpPr/>
              <p:nvPr/>
            </p:nvSpPr>
            <p:spPr>
              <a:xfrm>
                <a:off x="12284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6" name="Freeform: Shape 2475">
                <a:extLst>
                  <a:ext uri="{FF2B5EF4-FFF2-40B4-BE49-F238E27FC236}">
                    <a16:creationId xmlns:a16="http://schemas.microsoft.com/office/drawing/2014/main" id="{4884CFAE-0D88-48FB-ADE7-782964B8CC91}"/>
                  </a:ext>
                </a:extLst>
              </p:cNvPr>
              <p:cNvSpPr/>
              <p:nvPr/>
            </p:nvSpPr>
            <p:spPr>
              <a:xfrm>
                <a:off x="1228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7" name="Freeform: Shape 2476">
                <a:extLst>
                  <a:ext uri="{FF2B5EF4-FFF2-40B4-BE49-F238E27FC236}">
                    <a16:creationId xmlns:a16="http://schemas.microsoft.com/office/drawing/2014/main" id="{8D3D60B3-BFBF-4EE9-9AFC-2153E68CD604}"/>
                  </a:ext>
                </a:extLst>
              </p:cNvPr>
              <p:cNvSpPr/>
              <p:nvPr/>
            </p:nvSpPr>
            <p:spPr>
              <a:xfrm>
                <a:off x="1228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8" name="Freeform: Shape 2477">
                <a:extLst>
                  <a:ext uri="{FF2B5EF4-FFF2-40B4-BE49-F238E27FC236}">
                    <a16:creationId xmlns:a16="http://schemas.microsoft.com/office/drawing/2014/main" id="{5E53C1E1-679F-4D45-BC73-20E67CDC6EC0}"/>
                  </a:ext>
                </a:extLst>
              </p:cNvPr>
              <p:cNvSpPr/>
              <p:nvPr/>
            </p:nvSpPr>
            <p:spPr>
              <a:xfrm>
                <a:off x="1228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9" name="Freeform: Shape 2478">
                <a:extLst>
                  <a:ext uri="{FF2B5EF4-FFF2-40B4-BE49-F238E27FC236}">
                    <a16:creationId xmlns:a16="http://schemas.microsoft.com/office/drawing/2014/main" id="{4E86D195-EBAF-4942-80F2-C9EB4067A348}"/>
                  </a:ext>
                </a:extLst>
              </p:cNvPr>
              <p:cNvSpPr/>
              <p:nvPr/>
            </p:nvSpPr>
            <p:spPr>
              <a:xfrm>
                <a:off x="122847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0" name="Freeform: Shape 2479">
                <a:extLst>
                  <a:ext uri="{FF2B5EF4-FFF2-40B4-BE49-F238E27FC236}">
                    <a16:creationId xmlns:a16="http://schemas.microsoft.com/office/drawing/2014/main" id="{9A4F9B35-3753-4EF9-BF1E-BD68C0EEAD1F}"/>
                  </a:ext>
                </a:extLst>
              </p:cNvPr>
              <p:cNvSpPr/>
              <p:nvPr/>
            </p:nvSpPr>
            <p:spPr>
              <a:xfrm>
                <a:off x="1228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1" name="Freeform: Shape 2480">
                <a:extLst>
                  <a:ext uri="{FF2B5EF4-FFF2-40B4-BE49-F238E27FC236}">
                    <a16:creationId xmlns:a16="http://schemas.microsoft.com/office/drawing/2014/main" id="{9B1A0988-C0C7-4505-B39E-5927A4646AD3}"/>
                  </a:ext>
                </a:extLst>
              </p:cNvPr>
              <p:cNvSpPr/>
              <p:nvPr/>
            </p:nvSpPr>
            <p:spPr>
              <a:xfrm>
                <a:off x="1228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2" name="Freeform: Shape 2481">
                <a:extLst>
                  <a:ext uri="{FF2B5EF4-FFF2-40B4-BE49-F238E27FC236}">
                    <a16:creationId xmlns:a16="http://schemas.microsoft.com/office/drawing/2014/main" id="{BEBD8F02-F0D9-4B93-AFB3-D34818745C9C}"/>
                  </a:ext>
                </a:extLst>
              </p:cNvPr>
              <p:cNvSpPr/>
              <p:nvPr/>
            </p:nvSpPr>
            <p:spPr>
              <a:xfrm>
                <a:off x="1228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3" name="Freeform: Shape 2482">
                <a:extLst>
                  <a:ext uri="{FF2B5EF4-FFF2-40B4-BE49-F238E27FC236}">
                    <a16:creationId xmlns:a16="http://schemas.microsoft.com/office/drawing/2014/main" id="{48632849-B8B3-4FC7-9966-BB1A216CD56B}"/>
                  </a:ext>
                </a:extLst>
              </p:cNvPr>
              <p:cNvSpPr/>
              <p:nvPr/>
            </p:nvSpPr>
            <p:spPr>
              <a:xfrm>
                <a:off x="1228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4" name="Freeform: Shape 2483">
                <a:extLst>
                  <a:ext uri="{FF2B5EF4-FFF2-40B4-BE49-F238E27FC236}">
                    <a16:creationId xmlns:a16="http://schemas.microsoft.com/office/drawing/2014/main" id="{F7A2D680-6465-48CD-94AE-BC2483D16779}"/>
                  </a:ext>
                </a:extLst>
              </p:cNvPr>
              <p:cNvSpPr/>
              <p:nvPr/>
            </p:nvSpPr>
            <p:spPr>
              <a:xfrm>
                <a:off x="1228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5" name="Freeform: Shape 2484">
                <a:extLst>
                  <a:ext uri="{FF2B5EF4-FFF2-40B4-BE49-F238E27FC236}">
                    <a16:creationId xmlns:a16="http://schemas.microsoft.com/office/drawing/2014/main" id="{6AC0E67B-4D15-4AE5-85F0-6EA9935FFFCC}"/>
                  </a:ext>
                </a:extLst>
              </p:cNvPr>
              <p:cNvSpPr/>
              <p:nvPr/>
            </p:nvSpPr>
            <p:spPr>
              <a:xfrm>
                <a:off x="1228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6" name="Freeform: Shape 2485">
                <a:extLst>
                  <a:ext uri="{FF2B5EF4-FFF2-40B4-BE49-F238E27FC236}">
                    <a16:creationId xmlns:a16="http://schemas.microsoft.com/office/drawing/2014/main" id="{D56C99F9-CAE8-47C3-9B5D-154D956154B2}"/>
                  </a:ext>
                </a:extLst>
              </p:cNvPr>
              <p:cNvSpPr/>
              <p:nvPr/>
            </p:nvSpPr>
            <p:spPr>
              <a:xfrm>
                <a:off x="1228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7" name="Freeform: Shape 2486">
                <a:extLst>
                  <a:ext uri="{FF2B5EF4-FFF2-40B4-BE49-F238E27FC236}">
                    <a16:creationId xmlns:a16="http://schemas.microsoft.com/office/drawing/2014/main" id="{2CB1EFA9-E248-439B-AFED-03DAEE23F7AA}"/>
                  </a:ext>
                </a:extLst>
              </p:cNvPr>
              <p:cNvSpPr/>
              <p:nvPr/>
            </p:nvSpPr>
            <p:spPr>
              <a:xfrm>
                <a:off x="1228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8" name="Freeform: Shape 2487">
                <a:extLst>
                  <a:ext uri="{FF2B5EF4-FFF2-40B4-BE49-F238E27FC236}">
                    <a16:creationId xmlns:a16="http://schemas.microsoft.com/office/drawing/2014/main" id="{2894B614-AE23-47AD-A075-C2A4742B20F9}"/>
                  </a:ext>
                </a:extLst>
              </p:cNvPr>
              <p:cNvSpPr/>
              <p:nvPr/>
            </p:nvSpPr>
            <p:spPr>
              <a:xfrm>
                <a:off x="1228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9" name="Freeform: Shape 2488">
                <a:extLst>
                  <a:ext uri="{FF2B5EF4-FFF2-40B4-BE49-F238E27FC236}">
                    <a16:creationId xmlns:a16="http://schemas.microsoft.com/office/drawing/2014/main" id="{E222418A-FD34-41E3-8794-48B1F4C4DB63}"/>
                  </a:ext>
                </a:extLst>
              </p:cNvPr>
              <p:cNvSpPr/>
              <p:nvPr/>
            </p:nvSpPr>
            <p:spPr>
              <a:xfrm>
                <a:off x="1228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0" name="Freeform: Shape 2489">
                <a:extLst>
                  <a:ext uri="{FF2B5EF4-FFF2-40B4-BE49-F238E27FC236}">
                    <a16:creationId xmlns:a16="http://schemas.microsoft.com/office/drawing/2014/main" id="{BC177522-F767-46AF-90EA-2C6C243EC488}"/>
                  </a:ext>
                </a:extLst>
              </p:cNvPr>
              <p:cNvSpPr/>
              <p:nvPr/>
            </p:nvSpPr>
            <p:spPr>
              <a:xfrm>
                <a:off x="12284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1" name="Freeform: Shape 2490">
                <a:extLst>
                  <a:ext uri="{FF2B5EF4-FFF2-40B4-BE49-F238E27FC236}">
                    <a16:creationId xmlns:a16="http://schemas.microsoft.com/office/drawing/2014/main" id="{77639DEE-A739-486D-B9FF-AB5A6E0D9175}"/>
                  </a:ext>
                </a:extLst>
              </p:cNvPr>
              <p:cNvSpPr/>
              <p:nvPr/>
            </p:nvSpPr>
            <p:spPr>
              <a:xfrm>
                <a:off x="1152275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2" name="Freeform: Shape 2491">
                <a:extLst>
                  <a:ext uri="{FF2B5EF4-FFF2-40B4-BE49-F238E27FC236}">
                    <a16:creationId xmlns:a16="http://schemas.microsoft.com/office/drawing/2014/main" id="{F1DC251E-42DE-4F84-8B15-DC0FB895B4E3}"/>
                  </a:ext>
                </a:extLst>
              </p:cNvPr>
              <p:cNvSpPr/>
              <p:nvPr/>
            </p:nvSpPr>
            <p:spPr>
              <a:xfrm>
                <a:off x="1152275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3" name="Freeform: Shape 2492">
                <a:extLst>
                  <a:ext uri="{FF2B5EF4-FFF2-40B4-BE49-F238E27FC236}">
                    <a16:creationId xmlns:a16="http://schemas.microsoft.com/office/drawing/2014/main" id="{8579B52B-8E8D-4A51-94BE-D862AD36D0EE}"/>
                  </a:ext>
                </a:extLst>
              </p:cNvPr>
              <p:cNvSpPr/>
              <p:nvPr/>
            </p:nvSpPr>
            <p:spPr>
              <a:xfrm>
                <a:off x="1152275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4" name="Freeform: Shape 2493">
                <a:extLst>
                  <a:ext uri="{FF2B5EF4-FFF2-40B4-BE49-F238E27FC236}">
                    <a16:creationId xmlns:a16="http://schemas.microsoft.com/office/drawing/2014/main" id="{EF31D194-2F95-4F57-A3F5-37B6DABE291B}"/>
                  </a:ext>
                </a:extLst>
              </p:cNvPr>
              <p:cNvSpPr/>
              <p:nvPr/>
            </p:nvSpPr>
            <p:spPr>
              <a:xfrm>
                <a:off x="1152275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5" name="Freeform: Shape 2494">
                <a:extLst>
                  <a:ext uri="{FF2B5EF4-FFF2-40B4-BE49-F238E27FC236}">
                    <a16:creationId xmlns:a16="http://schemas.microsoft.com/office/drawing/2014/main" id="{F3B533E5-7256-48DD-B631-A7ED150A4719}"/>
                  </a:ext>
                </a:extLst>
              </p:cNvPr>
              <p:cNvSpPr/>
              <p:nvPr/>
            </p:nvSpPr>
            <p:spPr>
              <a:xfrm>
                <a:off x="11522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6" name="Freeform: Shape 2495">
                <a:extLst>
                  <a:ext uri="{FF2B5EF4-FFF2-40B4-BE49-F238E27FC236}">
                    <a16:creationId xmlns:a16="http://schemas.microsoft.com/office/drawing/2014/main" id="{F4666683-A30D-4863-8047-4AF7348758BA}"/>
                  </a:ext>
                </a:extLst>
              </p:cNvPr>
              <p:cNvSpPr/>
              <p:nvPr/>
            </p:nvSpPr>
            <p:spPr>
              <a:xfrm>
                <a:off x="1152275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7" name="Freeform: Shape 2496">
                <a:extLst>
                  <a:ext uri="{FF2B5EF4-FFF2-40B4-BE49-F238E27FC236}">
                    <a16:creationId xmlns:a16="http://schemas.microsoft.com/office/drawing/2014/main" id="{F736C081-85C2-476F-BEF0-4A7E8DEE26F0}"/>
                  </a:ext>
                </a:extLst>
              </p:cNvPr>
              <p:cNvSpPr/>
              <p:nvPr/>
            </p:nvSpPr>
            <p:spPr>
              <a:xfrm>
                <a:off x="1152275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8" name="Freeform: Shape 2497">
                <a:extLst>
                  <a:ext uri="{FF2B5EF4-FFF2-40B4-BE49-F238E27FC236}">
                    <a16:creationId xmlns:a16="http://schemas.microsoft.com/office/drawing/2014/main" id="{D29A2BCE-56BD-46EC-A69B-C91B7D525F79}"/>
                  </a:ext>
                </a:extLst>
              </p:cNvPr>
              <p:cNvSpPr/>
              <p:nvPr/>
            </p:nvSpPr>
            <p:spPr>
              <a:xfrm>
                <a:off x="1152275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9" name="Freeform: Shape 2498">
                <a:extLst>
                  <a:ext uri="{FF2B5EF4-FFF2-40B4-BE49-F238E27FC236}">
                    <a16:creationId xmlns:a16="http://schemas.microsoft.com/office/drawing/2014/main" id="{F62EFC5C-77E0-4DFB-8F0F-52F4F5C993B3}"/>
                  </a:ext>
                </a:extLst>
              </p:cNvPr>
              <p:cNvSpPr/>
              <p:nvPr/>
            </p:nvSpPr>
            <p:spPr>
              <a:xfrm>
                <a:off x="1152275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0" name="Freeform: Shape 2499">
                <a:extLst>
                  <a:ext uri="{FF2B5EF4-FFF2-40B4-BE49-F238E27FC236}">
                    <a16:creationId xmlns:a16="http://schemas.microsoft.com/office/drawing/2014/main" id="{A807A9E1-F7B0-4BC8-AAFB-1FA3CB66DB81}"/>
                  </a:ext>
                </a:extLst>
              </p:cNvPr>
              <p:cNvSpPr/>
              <p:nvPr/>
            </p:nvSpPr>
            <p:spPr>
              <a:xfrm>
                <a:off x="1152275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1" name="Freeform: Shape 2500">
                <a:extLst>
                  <a:ext uri="{FF2B5EF4-FFF2-40B4-BE49-F238E27FC236}">
                    <a16:creationId xmlns:a16="http://schemas.microsoft.com/office/drawing/2014/main" id="{F919D723-5B21-4A5F-A4B9-B441D2A248ED}"/>
                  </a:ext>
                </a:extLst>
              </p:cNvPr>
              <p:cNvSpPr/>
              <p:nvPr/>
            </p:nvSpPr>
            <p:spPr>
              <a:xfrm>
                <a:off x="11522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2" name="Freeform: Shape 2501">
                <a:extLst>
                  <a:ext uri="{FF2B5EF4-FFF2-40B4-BE49-F238E27FC236}">
                    <a16:creationId xmlns:a16="http://schemas.microsoft.com/office/drawing/2014/main" id="{B6906C23-B0DA-4B56-A81F-40CD8316C319}"/>
                  </a:ext>
                </a:extLst>
              </p:cNvPr>
              <p:cNvSpPr/>
              <p:nvPr/>
            </p:nvSpPr>
            <p:spPr>
              <a:xfrm>
                <a:off x="11522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3" name="Freeform: Shape 2502">
                <a:extLst>
                  <a:ext uri="{FF2B5EF4-FFF2-40B4-BE49-F238E27FC236}">
                    <a16:creationId xmlns:a16="http://schemas.microsoft.com/office/drawing/2014/main" id="{7CAAA744-AA50-40AB-B360-9B678C0F465B}"/>
                  </a:ext>
                </a:extLst>
              </p:cNvPr>
              <p:cNvSpPr/>
              <p:nvPr/>
            </p:nvSpPr>
            <p:spPr>
              <a:xfrm>
                <a:off x="11522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4" name="Freeform: Shape 2503">
                <a:extLst>
                  <a:ext uri="{FF2B5EF4-FFF2-40B4-BE49-F238E27FC236}">
                    <a16:creationId xmlns:a16="http://schemas.microsoft.com/office/drawing/2014/main" id="{5256B4B6-F3A8-4449-9FF7-2F7FFD0EA29B}"/>
                  </a:ext>
                </a:extLst>
              </p:cNvPr>
              <p:cNvSpPr/>
              <p:nvPr/>
            </p:nvSpPr>
            <p:spPr>
              <a:xfrm>
                <a:off x="11522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5" name="Freeform: Shape 2504">
                <a:extLst>
                  <a:ext uri="{FF2B5EF4-FFF2-40B4-BE49-F238E27FC236}">
                    <a16:creationId xmlns:a16="http://schemas.microsoft.com/office/drawing/2014/main" id="{C3A0D013-DB87-4DED-B9DA-A154B761AA4D}"/>
                  </a:ext>
                </a:extLst>
              </p:cNvPr>
              <p:cNvSpPr/>
              <p:nvPr/>
            </p:nvSpPr>
            <p:spPr>
              <a:xfrm>
                <a:off x="1152275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6" name="Freeform: Shape 2505">
                <a:extLst>
                  <a:ext uri="{FF2B5EF4-FFF2-40B4-BE49-F238E27FC236}">
                    <a16:creationId xmlns:a16="http://schemas.microsoft.com/office/drawing/2014/main" id="{8773A70B-FABD-49D5-A5B0-7DDF217F88A3}"/>
                  </a:ext>
                </a:extLst>
              </p:cNvPr>
              <p:cNvSpPr/>
              <p:nvPr/>
            </p:nvSpPr>
            <p:spPr>
              <a:xfrm>
                <a:off x="107605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7" name="Freeform: Shape 2506">
                <a:extLst>
                  <a:ext uri="{FF2B5EF4-FFF2-40B4-BE49-F238E27FC236}">
                    <a16:creationId xmlns:a16="http://schemas.microsoft.com/office/drawing/2014/main" id="{EC1061EC-F71B-41F8-9621-05C31950D161}"/>
                  </a:ext>
                </a:extLst>
              </p:cNvPr>
              <p:cNvSpPr/>
              <p:nvPr/>
            </p:nvSpPr>
            <p:spPr>
              <a:xfrm>
                <a:off x="10760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8" name="Freeform: Shape 2507">
                <a:extLst>
                  <a:ext uri="{FF2B5EF4-FFF2-40B4-BE49-F238E27FC236}">
                    <a16:creationId xmlns:a16="http://schemas.microsoft.com/office/drawing/2014/main" id="{5AB018F6-FAA6-426E-B15F-A69DB8831500}"/>
                  </a:ext>
                </a:extLst>
              </p:cNvPr>
              <p:cNvSpPr/>
              <p:nvPr/>
            </p:nvSpPr>
            <p:spPr>
              <a:xfrm>
                <a:off x="10760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9" name="Freeform: Shape 2508">
                <a:extLst>
                  <a:ext uri="{FF2B5EF4-FFF2-40B4-BE49-F238E27FC236}">
                    <a16:creationId xmlns:a16="http://schemas.microsoft.com/office/drawing/2014/main" id="{94F77E4B-E11A-458E-8F05-09635F43473D}"/>
                  </a:ext>
                </a:extLst>
              </p:cNvPr>
              <p:cNvSpPr/>
              <p:nvPr/>
            </p:nvSpPr>
            <p:spPr>
              <a:xfrm>
                <a:off x="10760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0" name="Freeform: Shape 2509">
                <a:extLst>
                  <a:ext uri="{FF2B5EF4-FFF2-40B4-BE49-F238E27FC236}">
                    <a16:creationId xmlns:a16="http://schemas.microsoft.com/office/drawing/2014/main" id="{0006FDE4-32E6-433F-B562-A0C3E497CF24}"/>
                  </a:ext>
                </a:extLst>
              </p:cNvPr>
              <p:cNvSpPr/>
              <p:nvPr/>
            </p:nvSpPr>
            <p:spPr>
              <a:xfrm>
                <a:off x="10760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1" name="Freeform: Shape 2510">
                <a:extLst>
                  <a:ext uri="{FF2B5EF4-FFF2-40B4-BE49-F238E27FC236}">
                    <a16:creationId xmlns:a16="http://schemas.microsoft.com/office/drawing/2014/main" id="{F0792B71-0A44-4A7A-8CA7-96AA2CD00B9A}"/>
                  </a:ext>
                </a:extLst>
              </p:cNvPr>
              <p:cNvSpPr/>
              <p:nvPr/>
            </p:nvSpPr>
            <p:spPr>
              <a:xfrm>
                <a:off x="10760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2" name="Freeform: Shape 2511">
                <a:extLst>
                  <a:ext uri="{FF2B5EF4-FFF2-40B4-BE49-F238E27FC236}">
                    <a16:creationId xmlns:a16="http://schemas.microsoft.com/office/drawing/2014/main" id="{A6B29BFC-E8FD-456C-89BC-776AF53D30F7}"/>
                  </a:ext>
                </a:extLst>
              </p:cNvPr>
              <p:cNvSpPr/>
              <p:nvPr/>
            </p:nvSpPr>
            <p:spPr>
              <a:xfrm>
                <a:off x="10760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3" name="Freeform: Shape 2512">
                <a:extLst>
                  <a:ext uri="{FF2B5EF4-FFF2-40B4-BE49-F238E27FC236}">
                    <a16:creationId xmlns:a16="http://schemas.microsoft.com/office/drawing/2014/main" id="{D4EEAF02-FBD7-4989-B999-269E234842EB}"/>
                  </a:ext>
                </a:extLst>
              </p:cNvPr>
              <p:cNvSpPr/>
              <p:nvPr/>
            </p:nvSpPr>
            <p:spPr>
              <a:xfrm>
                <a:off x="10760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4" name="Freeform: Shape 2513">
                <a:extLst>
                  <a:ext uri="{FF2B5EF4-FFF2-40B4-BE49-F238E27FC236}">
                    <a16:creationId xmlns:a16="http://schemas.microsoft.com/office/drawing/2014/main" id="{434EDA7C-3BBC-4B71-8B91-013C957F45D4}"/>
                  </a:ext>
                </a:extLst>
              </p:cNvPr>
              <p:cNvSpPr/>
              <p:nvPr/>
            </p:nvSpPr>
            <p:spPr>
              <a:xfrm>
                <a:off x="10760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5" name="Freeform: Shape 2514">
                <a:extLst>
                  <a:ext uri="{FF2B5EF4-FFF2-40B4-BE49-F238E27FC236}">
                    <a16:creationId xmlns:a16="http://schemas.microsoft.com/office/drawing/2014/main" id="{58BC2967-9EEE-4303-B47D-D920021A49DD}"/>
                  </a:ext>
                </a:extLst>
              </p:cNvPr>
              <p:cNvSpPr/>
              <p:nvPr/>
            </p:nvSpPr>
            <p:spPr>
              <a:xfrm>
                <a:off x="10760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6" name="Freeform: Shape 2515">
                <a:extLst>
                  <a:ext uri="{FF2B5EF4-FFF2-40B4-BE49-F238E27FC236}">
                    <a16:creationId xmlns:a16="http://schemas.microsoft.com/office/drawing/2014/main" id="{F0615C3E-805B-4691-966D-D935FB88528D}"/>
                  </a:ext>
                </a:extLst>
              </p:cNvPr>
              <p:cNvSpPr/>
              <p:nvPr/>
            </p:nvSpPr>
            <p:spPr>
              <a:xfrm>
                <a:off x="10760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7" name="Freeform: Shape 2516">
                <a:extLst>
                  <a:ext uri="{FF2B5EF4-FFF2-40B4-BE49-F238E27FC236}">
                    <a16:creationId xmlns:a16="http://schemas.microsoft.com/office/drawing/2014/main" id="{A0636547-EBE3-4146-BE62-32EC401A382D}"/>
                  </a:ext>
                </a:extLst>
              </p:cNvPr>
              <p:cNvSpPr/>
              <p:nvPr/>
            </p:nvSpPr>
            <p:spPr>
              <a:xfrm>
                <a:off x="10760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8" name="Freeform: Shape 2517">
                <a:extLst>
                  <a:ext uri="{FF2B5EF4-FFF2-40B4-BE49-F238E27FC236}">
                    <a16:creationId xmlns:a16="http://schemas.microsoft.com/office/drawing/2014/main" id="{09BAA978-5A61-4FEC-87F7-FBE45FA7CCFA}"/>
                  </a:ext>
                </a:extLst>
              </p:cNvPr>
              <p:cNvSpPr/>
              <p:nvPr/>
            </p:nvSpPr>
            <p:spPr>
              <a:xfrm>
                <a:off x="10760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9" name="Freeform: Shape 2518">
                <a:extLst>
                  <a:ext uri="{FF2B5EF4-FFF2-40B4-BE49-F238E27FC236}">
                    <a16:creationId xmlns:a16="http://schemas.microsoft.com/office/drawing/2014/main" id="{2FF0FD7E-E48C-4582-B2A5-1F55F0C695AC}"/>
                  </a:ext>
                </a:extLst>
              </p:cNvPr>
              <p:cNvSpPr/>
              <p:nvPr/>
            </p:nvSpPr>
            <p:spPr>
              <a:xfrm>
                <a:off x="10760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0" name="Freeform: Shape 2519">
                <a:extLst>
                  <a:ext uri="{FF2B5EF4-FFF2-40B4-BE49-F238E27FC236}">
                    <a16:creationId xmlns:a16="http://schemas.microsoft.com/office/drawing/2014/main" id="{F5D77992-F9C0-4112-BC68-BEECF66C2EB9}"/>
                  </a:ext>
                </a:extLst>
              </p:cNvPr>
              <p:cNvSpPr/>
              <p:nvPr/>
            </p:nvSpPr>
            <p:spPr>
              <a:xfrm>
                <a:off x="10760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6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1" name="Freeform: Shape 2520">
                <a:extLst>
                  <a:ext uri="{FF2B5EF4-FFF2-40B4-BE49-F238E27FC236}">
                    <a16:creationId xmlns:a16="http://schemas.microsoft.com/office/drawing/2014/main" id="{EF6E5E77-2303-4E80-91A6-08EA0218AABD}"/>
                  </a:ext>
                </a:extLst>
              </p:cNvPr>
              <p:cNvSpPr/>
              <p:nvPr/>
            </p:nvSpPr>
            <p:spPr>
              <a:xfrm>
                <a:off x="1000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2" name="Freeform: Shape 2521">
                <a:extLst>
                  <a:ext uri="{FF2B5EF4-FFF2-40B4-BE49-F238E27FC236}">
                    <a16:creationId xmlns:a16="http://schemas.microsoft.com/office/drawing/2014/main" id="{97D25196-76C4-490D-B08C-D044CEE97D37}"/>
                  </a:ext>
                </a:extLst>
              </p:cNvPr>
              <p:cNvSpPr/>
              <p:nvPr/>
            </p:nvSpPr>
            <p:spPr>
              <a:xfrm>
                <a:off x="1000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3" name="Freeform: Shape 2522">
                <a:extLst>
                  <a:ext uri="{FF2B5EF4-FFF2-40B4-BE49-F238E27FC236}">
                    <a16:creationId xmlns:a16="http://schemas.microsoft.com/office/drawing/2014/main" id="{1DD628B5-6E7E-4660-9A87-B58562921AA3}"/>
                  </a:ext>
                </a:extLst>
              </p:cNvPr>
              <p:cNvSpPr/>
              <p:nvPr/>
            </p:nvSpPr>
            <p:spPr>
              <a:xfrm>
                <a:off x="1000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4" name="Freeform: Shape 2523">
                <a:extLst>
                  <a:ext uri="{FF2B5EF4-FFF2-40B4-BE49-F238E27FC236}">
                    <a16:creationId xmlns:a16="http://schemas.microsoft.com/office/drawing/2014/main" id="{A4523352-C607-446F-9529-9D89994954C9}"/>
                  </a:ext>
                </a:extLst>
              </p:cNvPr>
              <p:cNvSpPr/>
              <p:nvPr/>
            </p:nvSpPr>
            <p:spPr>
              <a:xfrm>
                <a:off x="10000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5" name="Freeform: Shape 2524">
                <a:extLst>
                  <a:ext uri="{FF2B5EF4-FFF2-40B4-BE49-F238E27FC236}">
                    <a16:creationId xmlns:a16="http://schemas.microsoft.com/office/drawing/2014/main" id="{61AF96B7-D08B-4CE8-90A2-34108719CC5C}"/>
                  </a:ext>
                </a:extLst>
              </p:cNvPr>
              <p:cNvSpPr/>
              <p:nvPr/>
            </p:nvSpPr>
            <p:spPr>
              <a:xfrm>
                <a:off x="1000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6" name="Freeform: Shape 2525">
                <a:extLst>
                  <a:ext uri="{FF2B5EF4-FFF2-40B4-BE49-F238E27FC236}">
                    <a16:creationId xmlns:a16="http://schemas.microsoft.com/office/drawing/2014/main" id="{A1DFB7E5-1011-45BD-93BC-89FF26B7A0BB}"/>
                  </a:ext>
                </a:extLst>
              </p:cNvPr>
              <p:cNvSpPr/>
              <p:nvPr/>
            </p:nvSpPr>
            <p:spPr>
              <a:xfrm>
                <a:off x="1000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7" name="Freeform: Shape 2526">
                <a:extLst>
                  <a:ext uri="{FF2B5EF4-FFF2-40B4-BE49-F238E27FC236}">
                    <a16:creationId xmlns:a16="http://schemas.microsoft.com/office/drawing/2014/main" id="{231CA47A-E9C9-4EEF-8FAC-377F6AFAA93E}"/>
                  </a:ext>
                </a:extLst>
              </p:cNvPr>
              <p:cNvSpPr/>
              <p:nvPr/>
            </p:nvSpPr>
            <p:spPr>
              <a:xfrm>
                <a:off x="1000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8" name="Freeform: Shape 2527">
                <a:extLst>
                  <a:ext uri="{FF2B5EF4-FFF2-40B4-BE49-F238E27FC236}">
                    <a16:creationId xmlns:a16="http://schemas.microsoft.com/office/drawing/2014/main" id="{A40AF8D8-5F4F-452D-B22C-30680DC76D5A}"/>
                  </a:ext>
                </a:extLst>
              </p:cNvPr>
              <p:cNvSpPr/>
              <p:nvPr/>
            </p:nvSpPr>
            <p:spPr>
              <a:xfrm>
                <a:off x="1000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2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9" name="Freeform: Shape 2528">
                <a:extLst>
                  <a:ext uri="{FF2B5EF4-FFF2-40B4-BE49-F238E27FC236}">
                    <a16:creationId xmlns:a16="http://schemas.microsoft.com/office/drawing/2014/main" id="{F4B1B665-E1C9-4CDF-9875-87C8FF2CA9F3}"/>
                  </a:ext>
                </a:extLst>
              </p:cNvPr>
              <p:cNvSpPr/>
              <p:nvPr/>
            </p:nvSpPr>
            <p:spPr>
              <a:xfrm>
                <a:off x="10000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0" name="Freeform: Shape 2529">
                <a:extLst>
                  <a:ext uri="{FF2B5EF4-FFF2-40B4-BE49-F238E27FC236}">
                    <a16:creationId xmlns:a16="http://schemas.microsoft.com/office/drawing/2014/main" id="{012238BE-9CB3-4B63-9B3A-469586812435}"/>
                  </a:ext>
                </a:extLst>
              </p:cNvPr>
              <p:cNvSpPr/>
              <p:nvPr/>
            </p:nvSpPr>
            <p:spPr>
              <a:xfrm>
                <a:off x="923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1" name="Freeform: Shape 2530">
                <a:extLst>
                  <a:ext uri="{FF2B5EF4-FFF2-40B4-BE49-F238E27FC236}">
                    <a16:creationId xmlns:a16="http://schemas.microsoft.com/office/drawing/2014/main" id="{8C7B9842-CFF6-43C3-A776-C9932F09D322}"/>
                  </a:ext>
                </a:extLst>
              </p:cNvPr>
              <p:cNvSpPr/>
              <p:nvPr/>
            </p:nvSpPr>
            <p:spPr>
              <a:xfrm>
                <a:off x="923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2" name="Freeform: Shape 2531">
                <a:extLst>
                  <a:ext uri="{FF2B5EF4-FFF2-40B4-BE49-F238E27FC236}">
                    <a16:creationId xmlns:a16="http://schemas.microsoft.com/office/drawing/2014/main" id="{F4B60DD3-32AE-4438-8011-CF185BECAD7C}"/>
                  </a:ext>
                </a:extLst>
              </p:cNvPr>
              <p:cNvSpPr/>
              <p:nvPr/>
            </p:nvSpPr>
            <p:spPr>
              <a:xfrm>
                <a:off x="923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3" name="Freeform: Shape 2532">
                <a:extLst>
                  <a:ext uri="{FF2B5EF4-FFF2-40B4-BE49-F238E27FC236}">
                    <a16:creationId xmlns:a16="http://schemas.microsoft.com/office/drawing/2014/main" id="{3BD56B5C-EE7C-4B45-A3DE-2DF0F710CD64}"/>
                  </a:ext>
                </a:extLst>
              </p:cNvPr>
              <p:cNvSpPr/>
              <p:nvPr/>
            </p:nvSpPr>
            <p:spPr>
              <a:xfrm>
                <a:off x="923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4" name="Freeform: Shape 2533">
                <a:extLst>
                  <a:ext uri="{FF2B5EF4-FFF2-40B4-BE49-F238E27FC236}">
                    <a16:creationId xmlns:a16="http://schemas.microsoft.com/office/drawing/2014/main" id="{69EB3B45-6353-4B9E-899C-83F66E1BC4C2}"/>
                  </a:ext>
                </a:extLst>
              </p:cNvPr>
              <p:cNvSpPr/>
              <p:nvPr/>
            </p:nvSpPr>
            <p:spPr>
              <a:xfrm>
                <a:off x="923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5" name="Freeform: Shape 2534">
                <a:extLst>
                  <a:ext uri="{FF2B5EF4-FFF2-40B4-BE49-F238E27FC236}">
                    <a16:creationId xmlns:a16="http://schemas.microsoft.com/office/drawing/2014/main" id="{15B9D03E-D08E-4704-9F6C-47C1317D0E5A}"/>
                  </a:ext>
                </a:extLst>
              </p:cNvPr>
              <p:cNvSpPr/>
              <p:nvPr/>
            </p:nvSpPr>
            <p:spPr>
              <a:xfrm>
                <a:off x="923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6" name="Freeform: Shape 2535">
                <a:extLst>
                  <a:ext uri="{FF2B5EF4-FFF2-40B4-BE49-F238E27FC236}">
                    <a16:creationId xmlns:a16="http://schemas.microsoft.com/office/drawing/2014/main" id="{FE1C3BBB-74FB-46B0-8CD3-58B01C604B41}"/>
                  </a:ext>
                </a:extLst>
              </p:cNvPr>
              <p:cNvSpPr/>
              <p:nvPr/>
            </p:nvSpPr>
            <p:spPr>
              <a:xfrm>
                <a:off x="923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7" name="Freeform: Shape 2536">
                <a:extLst>
                  <a:ext uri="{FF2B5EF4-FFF2-40B4-BE49-F238E27FC236}">
                    <a16:creationId xmlns:a16="http://schemas.microsoft.com/office/drawing/2014/main" id="{6E25316B-A6A4-441B-B800-DD937F6950B2}"/>
                  </a:ext>
                </a:extLst>
              </p:cNvPr>
              <p:cNvSpPr/>
              <p:nvPr/>
            </p:nvSpPr>
            <p:spPr>
              <a:xfrm>
                <a:off x="847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8" name="Freeform: Shape 2537">
                <a:extLst>
                  <a:ext uri="{FF2B5EF4-FFF2-40B4-BE49-F238E27FC236}">
                    <a16:creationId xmlns:a16="http://schemas.microsoft.com/office/drawing/2014/main" id="{9421171E-0252-41E5-B411-683C12E1DFE1}"/>
                  </a:ext>
                </a:extLst>
              </p:cNvPr>
              <p:cNvSpPr/>
              <p:nvPr/>
            </p:nvSpPr>
            <p:spPr>
              <a:xfrm>
                <a:off x="8476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9" name="Freeform: Shape 2538">
                <a:extLst>
                  <a:ext uri="{FF2B5EF4-FFF2-40B4-BE49-F238E27FC236}">
                    <a16:creationId xmlns:a16="http://schemas.microsoft.com/office/drawing/2014/main" id="{4408E326-E90E-4EEF-A46B-0AB864724569}"/>
                  </a:ext>
                </a:extLst>
              </p:cNvPr>
              <p:cNvSpPr/>
              <p:nvPr/>
            </p:nvSpPr>
            <p:spPr>
              <a:xfrm>
                <a:off x="847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0" name="Freeform: Shape 2539">
                <a:extLst>
                  <a:ext uri="{FF2B5EF4-FFF2-40B4-BE49-F238E27FC236}">
                    <a16:creationId xmlns:a16="http://schemas.microsoft.com/office/drawing/2014/main" id="{DC4C12FB-ABEA-47DB-BD8E-408004C62BA3}"/>
                  </a:ext>
                </a:extLst>
              </p:cNvPr>
              <p:cNvSpPr/>
              <p:nvPr/>
            </p:nvSpPr>
            <p:spPr>
              <a:xfrm>
                <a:off x="847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1" name="Freeform: Shape 2540">
                <a:extLst>
                  <a:ext uri="{FF2B5EF4-FFF2-40B4-BE49-F238E27FC236}">
                    <a16:creationId xmlns:a16="http://schemas.microsoft.com/office/drawing/2014/main" id="{1B26E8D3-CA6D-4FEF-926F-ACEF9972774A}"/>
                  </a:ext>
                </a:extLst>
              </p:cNvPr>
              <p:cNvSpPr/>
              <p:nvPr/>
            </p:nvSpPr>
            <p:spPr>
              <a:xfrm>
                <a:off x="847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2" name="Freeform: Shape 2541">
                <a:extLst>
                  <a:ext uri="{FF2B5EF4-FFF2-40B4-BE49-F238E27FC236}">
                    <a16:creationId xmlns:a16="http://schemas.microsoft.com/office/drawing/2014/main" id="{8828ACB1-82E9-4717-847A-511302C59274}"/>
                  </a:ext>
                </a:extLst>
              </p:cNvPr>
              <p:cNvSpPr/>
              <p:nvPr/>
            </p:nvSpPr>
            <p:spPr>
              <a:xfrm>
                <a:off x="847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3" name="Freeform: Shape 2542">
                <a:extLst>
                  <a:ext uri="{FF2B5EF4-FFF2-40B4-BE49-F238E27FC236}">
                    <a16:creationId xmlns:a16="http://schemas.microsoft.com/office/drawing/2014/main" id="{B1F19132-73C8-4679-8BBA-5C5667067446}"/>
                  </a:ext>
                </a:extLst>
              </p:cNvPr>
              <p:cNvSpPr/>
              <p:nvPr/>
            </p:nvSpPr>
            <p:spPr>
              <a:xfrm>
                <a:off x="7714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4" name="Freeform: Shape 2543">
                <a:extLst>
                  <a:ext uri="{FF2B5EF4-FFF2-40B4-BE49-F238E27FC236}">
                    <a16:creationId xmlns:a16="http://schemas.microsoft.com/office/drawing/2014/main" id="{23919252-B4B4-436F-A932-DD5663DE02CC}"/>
                  </a:ext>
                </a:extLst>
              </p:cNvPr>
              <p:cNvSpPr/>
              <p:nvPr/>
            </p:nvSpPr>
            <p:spPr>
              <a:xfrm>
                <a:off x="7714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5" name="Freeform: Shape 2544">
                <a:extLst>
                  <a:ext uri="{FF2B5EF4-FFF2-40B4-BE49-F238E27FC236}">
                    <a16:creationId xmlns:a16="http://schemas.microsoft.com/office/drawing/2014/main" id="{397D6056-1D48-46B5-AB85-8205FE542E00}"/>
                  </a:ext>
                </a:extLst>
              </p:cNvPr>
              <p:cNvSpPr/>
              <p:nvPr/>
            </p:nvSpPr>
            <p:spPr>
              <a:xfrm>
                <a:off x="7714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6" name="Freeform: Shape 2545">
                <a:extLst>
                  <a:ext uri="{FF2B5EF4-FFF2-40B4-BE49-F238E27FC236}">
                    <a16:creationId xmlns:a16="http://schemas.microsoft.com/office/drawing/2014/main" id="{7F099D4A-07D5-49CD-8B02-ECF090336969}"/>
                  </a:ext>
                </a:extLst>
              </p:cNvPr>
              <p:cNvSpPr/>
              <p:nvPr/>
            </p:nvSpPr>
            <p:spPr>
              <a:xfrm>
                <a:off x="7714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7" name="Freeform: Shape 2546">
                <a:extLst>
                  <a:ext uri="{FF2B5EF4-FFF2-40B4-BE49-F238E27FC236}">
                    <a16:creationId xmlns:a16="http://schemas.microsoft.com/office/drawing/2014/main" id="{540A09FE-27EB-46CA-8173-AE93055250A1}"/>
                  </a:ext>
                </a:extLst>
              </p:cNvPr>
              <p:cNvSpPr/>
              <p:nvPr/>
            </p:nvSpPr>
            <p:spPr>
              <a:xfrm>
                <a:off x="6952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8" name="Freeform: Shape 2547">
                <a:extLst>
                  <a:ext uri="{FF2B5EF4-FFF2-40B4-BE49-F238E27FC236}">
                    <a16:creationId xmlns:a16="http://schemas.microsoft.com/office/drawing/2014/main" id="{AB894120-CD8A-4D86-91ED-5DFA0EE8862D}"/>
                  </a:ext>
                </a:extLst>
              </p:cNvPr>
              <p:cNvSpPr/>
              <p:nvPr/>
            </p:nvSpPr>
            <p:spPr>
              <a:xfrm>
                <a:off x="6952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9" name="Freeform: Shape 2548">
                <a:extLst>
                  <a:ext uri="{FF2B5EF4-FFF2-40B4-BE49-F238E27FC236}">
                    <a16:creationId xmlns:a16="http://schemas.microsoft.com/office/drawing/2014/main" id="{70AF1946-2673-4CC3-9F4D-35B55FE39EAF}"/>
                  </a:ext>
                </a:extLst>
              </p:cNvPr>
              <p:cNvSpPr/>
              <p:nvPr/>
            </p:nvSpPr>
            <p:spPr>
              <a:xfrm>
                <a:off x="6952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0" name="Freeform: Shape 2549">
                <a:extLst>
                  <a:ext uri="{FF2B5EF4-FFF2-40B4-BE49-F238E27FC236}">
                    <a16:creationId xmlns:a16="http://schemas.microsoft.com/office/drawing/2014/main" id="{25F66A82-BBFE-4AF6-A69A-E224138AC23C}"/>
                  </a:ext>
                </a:extLst>
              </p:cNvPr>
              <p:cNvSpPr/>
              <p:nvPr/>
            </p:nvSpPr>
            <p:spPr>
              <a:xfrm>
                <a:off x="6952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1" name="Freeform: Shape 2550">
                <a:extLst>
                  <a:ext uri="{FF2B5EF4-FFF2-40B4-BE49-F238E27FC236}">
                    <a16:creationId xmlns:a16="http://schemas.microsoft.com/office/drawing/2014/main" id="{A9BE59E4-7F3C-4FD9-89B9-639D92B1E412}"/>
                  </a:ext>
                </a:extLst>
              </p:cNvPr>
              <p:cNvSpPr/>
              <p:nvPr/>
            </p:nvSpPr>
            <p:spPr>
              <a:xfrm>
                <a:off x="6189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2" name="Freeform: Shape 2551">
                <a:extLst>
                  <a:ext uri="{FF2B5EF4-FFF2-40B4-BE49-F238E27FC236}">
                    <a16:creationId xmlns:a16="http://schemas.microsoft.com/office/drawing/2014/main" id="{E0224121-97A7-4BAE-99E8-438FCB60B04C}"/>
                  </a:ext>
                </a:extLst>
              </p:cNvPr>
              <p:cNvSpPr/>
              <p:nvPr/>
            </p:nvSpPr>
            <p:spPr>
              <a:xfrm>
                <a:off x="6189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3" name="Freeform: Shape 2552">
                <a:extLst>
                  <a:ext uri="{FF2B5EF4-FFF2-40B4-BE49-F238E27FC236}">
                    <a16:creationId xmlns:a16="http://schemas.microsoft.com/office/drawing/2014/main" id="{06F3EC5B-67CB-457C-88E9-E562475B2F45}"/>
                  </a:ext>
                </a:extLst>
              </p:cNvPr>
              <p:cNvSpPr/>
              <p:nvPr/>
            </p:nvSpPr>
            <p:spPr>
              <a:xfrm>
                <a:off x="6189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4" name="Freeform: Shape 2553">
                <a:extLst>
                  <a:ext uri="{FF2B5EF4-FFF2-40B4-BE49-F238E27FC236}">
                    <a16:creationId xmlns:a16="http://schemas.microsoft.com/office/drawing/2014/main" id="{7D42E96A-67E3-4C12-9F07-353500452133}"/>
                  </a:ext>
                </a:extLst>
              </p:cNvPr>
              <p:cNvSpPr/>
              <p:nvPr/>
            </p:nvSpPr>
            <p:spPr>
              <a:xfrm>
                <a:off x="6189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5" name="Freeform: Shape 2554">
                <a:extLst>
                  <a:ext uri="{FF2B5EF4-FFF2-40B4-BE49-F238E27FC236}">
                    <a16:creationId xmlns:a16="http://schemas.microsoft.com/office/drawing/2014/main" id="{BC1AB595-4688-4D71-A3EB-65316F9E844F}"/>
                  </a:ext>
                </a:extLst>
              </p:cNvPr>
              <p:cNvSpPr/>
              <p:nvPr/>
            </p:nvSpPr>
            <p:spPr>
              <a:xfrm>
                <a:off x="5427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6" name="Freeform: Shape 2555">
                <a:extLst>
                  <a:ext uri="{FF2B5EF4-FFF2-40B4-BE49-F238E27FC236}">
                    <a16:creationId xmlns:a16="http://schemas.microsoft.com/office/drawing/2014/main" id="{C3603E0D-5A26-46A9-BABA-56AB9570BFAF}"/>
                  </a:ext>
                </a:extLst>
              </p:cNvPr>
              <p:cNvSpPr/>
              <p:nvPr/>
            </p:nvSpPr>
            <p:spPr>
              <a:xfrm>
                <a:off x="5427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7" name="Freeform: Shape 2556">
                <a:extLst>
                  <a:ext uri="{FF2B5EF4-FFF2-40B4-BE49-F238E27FC236}">
                    <a16:creationId xmlns:a16="http://schemas.microsoft.com/office/drawing/2014/main" id="{44D68199-9C84-4E69-BA68-D2ED1214A621}"/>
                  </a:ext>
                </a:extLst>
              </p:cNvPr>
              <p:cNvSpPr/>
              <p:nvPr/>
            </p:nvSpPr>
            <p:spPr>
              <a:xfrm>
                <a:off x="5427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8" name="Freeform: Shape 2557">
                <a:extLst>
                  <a:ext uri="{FF2B5EF4-FFF2-40B4-BE49-F238E27FC236}">
                    <a16:creationId xmlns:a16="http://schemas.microsoft.com/office/drawing/2014/main" id="{BCCD62AA-6D07-40C2-8A14-D131CC56D41A}"/>
                  </a:ext>
                </a:extLst>
              </p:cNvPr>
              <p:cNvSpPr/>
              <p:nvPr/>
            </p:nvSpPr>
            <p:spPr>
              <a:xfrm>
                <a:off x="5427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9" name="Freeform: Shape 2558">
                <a:extLst>
                  <a:ext uri="{FF2B5EF4-FFF2-40B4-BE49-F238E27FC236}">
                    <a16:creationId xmlns:a16="http://schemas.microsoft.com/office/drawing/2014/main" id="{60AE88BA-8E0C-43F4-95F6-9FC668CD37E5}"/>
                  </a:ext>
                </a:extLst>
              </p:cNvPr>
              <p:cNvSpPr/>
              <p:nvPr/>
            </p:nvSpPr>
            <p:spPr>
              <a:xfrm>
                <a:off x="4665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0" name="Freeform: Shape 2559">
                <a:extLst>
                  <a:ext uri="{FF2B5EF4-FFF2-40B4-BE49-F238E27FC236}">
                    <a16:creationId xmlns:a16="http://schemas.microsoft.com/office/drawing/2014/main" id="{FF62EB8B-31CF-4D65-BE93-958DDCD9E5F4}"/>
                  </a:ext>
                </a:extLst>
              </p:cNvPr>
              <p:cNvSpPr/>
              <p:nvPr/>
            </p:nvSpPr>
            <p:spPr>
              <a:xfrm>
                <a:off x="4665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1" name="Freeform: Shape 2560">
                <a:extLst>
                  <a:ext uri="{FF2B5EF4-FFF2-40B4-BE49-F238E27FC236}">
                    <a16:creationId xmlns:a16="http://schemas.microsoft.com/office/drawing/2014/main" id="{36BDB78A-C6A2-4204-8116-2713F8FC1D99}"/>
                  </a:ext>
                </a:extLst>
              </p:cNvPr>
              <p:cNvSpPr/>
              <p:nvPr/>
            </p:nvSpPr>
            <p:spPr>
              <a:xfrm>
                <a:off x="4665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2" name="Freeform: Shape 2561">
                <a:extLst>
                  <a:ext uri="{FF2B5EF4-FFF2-40B4-BE49-F238E27FC236}">
                    <a16:creationId xmlns:a16="http://schemas.microsoft.com/office/drawing/2014/main" id="{0EE3B8B7-A2E1-49DF-802C-21529E658CA2}"/>
                  </a:ext>
                </a:extLst>
              </p:cNvPr>
              <p:cNvSpPr/>
              <p:nvPr/>
            </p:nvSpPr>
            <p:spPr>
              <a:xfrm>
                <a:off x="4665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3" name="Freeform: Shape 2562">
                <a:extLst>
                  <a:ext uri="{FF2B5EF4-FFF2-40B4-BE49-F238E27FC236}">
                    <a16:creationId xmlns:a16="http://schemas.microsoft.com/office/drawing/2014/main" id="{E07B785C-0ACA-4B45-8A13-D2286132266E}"/>
                  </a:ext>
                </a:extLst>
              </p:cNvPr>
              <p:cNvSpPr/>
              <p:nvPr/>
            </p:nvSpPr>
            <p:spPr>
              <a:xfrm>
                <a:off x="390550" y="187605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4" name="Freeform: Shape 2563">
                <a:extLst>
                  <a:ext uri="{FF2B5EF4-FFF2-40B4-BE49-F238E27FC236}">
                    <a16:creationId xmlns:a16="http://schemas.microsoft.com/office/drawing/2014/main" id="{D7C211A2-BC6F-4C80-BC63-264FBC958472}"/>
                  </a:ext>
                </a:extLst>
              </p:cNvPr>
              <p:cNvSpPr/>
              <p:nvPr/>
            </p:nvSpPr>
            <p:spPr>
              <a:xfrm>
                <a:off x="390550" y="17998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3" y="1150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5" name="Freeform: Shape 2564">
                <a:extLst>
                  <a:ext uri="{FF2B5EF4-FFF2-40B4-BE49-F238E27FC236}">
                    <a16:creationId xmlns:a16="http://schemas.microsoft.com/office/drawing/2014/main" id="{F9B555B9-241C-41B8-A873-8AC8F382678E}"/>
                  </a:ext>
                </a:extLst>
              </p:cNvPr>
              <p:cNvSpPr/>
              <p:nvPr/>
            </p:nvSpPr>
            <p:spPr>
              <a:xfrm>
                <a:off x="3905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39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6" name="Freeform: Shape 2565">
                <a:extLst>
                  <a:ext uri="{FF2B5EF4-FFF2-40B4-BE49-F238E27FC236}">
                    <a16:creationId xmlns:a16="http://schemas.microsoft.com/office/drawing/2014/main" id="{C03F87A7-F029-455D-BB57-37DBD1769464}"/>
                  </a:ext>
                </a:extLst>
              </p:cNvPr>
              <p:cNvSpPr/>
              <p:nvPr/>
            </p:nvSpPr>
            <p:spPr>
              <a:xfrm>
                <a:off x="3905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7" name="Freeform: Shape 2566">
                <a:extLst>
                  <a:ext uri="{FF2B5EF4-FFF2-40B4-BE49-F238E27FC236}">
                    <a16:creationId xmlns:a16="http://schemas.microsoft.com/office/drawing/2014/main" id="{8535CB75-E1B1-4929-A7ED-2C6B0CDD1839}"/>
                  </a:ext>
                </a:extLst>
              </p:cNvPr>
              <p:cNvSpPr/>
              <p:nvPr/>
            </p:nvSpPr>
            <p:spPr>
              <a:xfrm>
                <a:off x="390550" y="157140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8" name="Freeform: Shape 2567">
                <a:extLst>
                  <a:ext uri="{FF2B5EF4-FFF2-40B4-BE49-F238E27FC236}">
                    <a16:creationId xmlns:a16="http://schemas.microsoft.com/office/drawing/2014/main" id="{C900C433-17FA-44AD-B7A0-25A54BC21282}"/>
                  </a:ext>
                </a:extLst>
              </p:cNvPr>
              <p:cNvSpPr/>
              <p:nvPr/>
            </p:nvSpPr>
            <p:spPr>
              <a:xfrm>
                <a:off x="314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9" name="Freeform: Shape 2568">
                <a:extLst>
                  <a:ext uri="{FF2B5EF4-FFF2-40B4-BE49-F238E27FC236}">
                    <a16:creationId xmlns:a16="http://schemas.microsoft.com/office/drawing/2014/main" id="{41D319AC-C99B-419D-8D79-D8DC2924B212}"/>
                  </a:ext>
                </a:extLst>
              </p:cNvPr>
              <p:cNvSpPr/>
              <p:nvPr/>
            </p:nvSpPr>
            <p:spPr>
              <a:xfrm>
                <a:off x="314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0" name="Freeform: Shape 2569">
                <a:extLst>
                  <a:ext uri="{FF2B5EF4-FFF2-40B4-BE49-F238E27FC236}">
                    <a16:creationId xmlns:a16="http://schemas.microsoft.com/office/drawing/2014/main" id="{5AE73BD5-8F92-4296-803A-49DB68D30AC8}"/>
                  </a:ext>
                </a:extLst>
              </p:cNvPr>
              <p:cNvSpPr/>
              <p:nvPr/>
            </p:nvSpPr>
            <p:spPr>
              <a:xfrm>
                <a:off x="314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1" name="Freeform: Shape 2570">
                <a:extLst>
                  <a:ext uri="{FF2B5EF4-FFF2-40B4-BE49-F238E27FC236}">
                    <a16:creationId xmlns:a16="http://schemas.microsoft.com/office/drawing/2014/main" id="{CCC0EFCE-D66A-49E0-A0C7-3D676D9294CC}"/>
                  </a:ext>
                </a:extLst>
              </p:cNvPr>
              <p:cNvSpPr/>
              <p:nvPr/>
            </p:nvSpPr>
            <p:spPr>
              <a:xfrm>
                <a:off x="314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2" name="Freeform: Shape 2571">
                <a:extLst>
                  <a:ext uri="{FF2B5EF4-FFF2-40B4-BE49-F238E27FC236}">
                    <a16:creationId xmlns:a16="http://schemas.microsoft.com/office/drawing/2014/main" id="{A67BDCC6-C068-45F9-BBBB-7049A71F3F29}"/>
                  </a:ext>
                </a:extLst>
              </p:cNvPr>
              <p:cNvSpPr/>
              <p:nvPr/>
            </p:nvSpPr>
            <p:spPr>
              <a:xfrm>
                <a:off x="314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3" name="Freeform: Shape 2572">
                <a:extLst>
                  <a:ext uri="{FF2B5EF4-FFF2-40B4-BE49-F238E27FC236}">
                    <a16:creationId xmlns:a16="http://schemas.microsoft.com/office/drawing/2014/main" id="{10F4825F-0E57-4583-8BD1-F7369447FC69}"/>
                  </a:ext>
                </a:extLst>
              </p:cNvPr>
              <p:cNvSpPr/>
              <p:nvPr/>
            </p:nvSpPr>
            <p:spPr>
              <a:xfrm>
                <a:off x="314325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4" name="Freeform: Shape 2573">
                <a:extLst>
                  <a:ext uri="{FF2B5EF4-FFF2-40B4-BE49-F238E27FC236}">
                    <a16:creationId xmlns:a16="http://schemas.microsoft.com/office/drawing/2014/main" id="{5A51F7C6-5B7C-4BA9-819C-E3BF916ED16B}"/>
                  </a:ext>
                </a:extLst>
              </p:cNvPr>
              <p:cNvSpPr/>
              <p:nvPr/>
            </p:nvSpPr>
            <p:spPr>
              <a:xfrm>
                <a:off x="238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5" name="Freeform: Shape 2574">
                <a:extLst>
                  <a:ext uri="{FF2B5EF4-FFF2-40B4-BE49-F238E27FC236}">
                    <a16:creationId xmlns:a16="http://schemas.microsoft.com/office/drawing/2014/main" id="{8435F6E6-672A-4940-B22A-2AEA1FFA9D40}"/>
                  </a:ext>
                </a:extLst>
              </p:cNvPr>
              <p:cNvSpPr/>
              <p:nvPr/>
            </p:nvSpPr>
            <p:spPr>
              <a:xfrm>
                <a:off x="238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6" name="Freeform: Shape 2575">
                <a:extLst>
                  <a:ext uri="{FF2B5EF4-FFF2-40B4-BE49-F238E27FC236}">
                    <a16:creationId xmlns:a16="http://schemas.microsoft.com/office/drawing/2014/main" id="{C2D76452-2F9A-40C6-B591-65A75EF8A686}"/>
                  </a:ext>
                </a:extLst>
              </p:cNvPr>
              <p:cNvSpPr/>
              <p:nvPr/>
            </p:nvSpPr>
            <p:spPr>
              <a:xfrm>
                <a:off x="238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7" name="Freeform: Shape 2576">
                <a:extLst>
                  <a:ext uri="{FF2B5EF4-FFF2-40B4-BE49-F238E27FC236}">
                    <a16:creationId xmlns:a16="http://schemas.microsoft.com/office/drawing/2014/main" id="{3E560C5C-4DCB-4E03-8F10-D3621EC7FC07}"/>
                  </a:ext>
                </a:extLst>
              </p:cNvPr>
              <p:cNvSpPr/>
              <p:nvPr/>
            </p:nvSpPr>
            <p:spPr>
              <a:xfrm>
                <a:off x="238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8" name="Freeform: Shape 2577">
                <a:extLst>
                  <a:ext uri="{FF2B5EF4-FFF2-40B4-BE49-F238E27FC236}">
                    <a16:creationId xmlns:a16="http://schemas.microsoft.com/office/drawing/2014/main" id="{72C00288-57A0-40DB-9D95-C37925C2A1B2}"/>
                  </a:ext>
                </a:extLst>
              </p:cNvPr>
              <p:cNvSpPr/>
              <p:nvPr/>
            </p:nvSpPr>
            <p:spPr>
              <a:xfrm>
                <a:off x="44278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9" name="Freeform: Shape 2578">
                <a:extLst>
                  <a:ext uri="{FF2B5EF4-FFF2-40B4-BE49-F238E27FC236}">
                    <a16:creationId xmlns:a16="http://schemas.microsoft.com/office/drawing/2014/main" id="{27D8A656-4946-4C10-9AAD-4F770F26092D}"/>
                  </a:ext>
                </a:extLst>
              </p:cNvPr>
              <p:cNvSpPr/>
              <p:nvPr/>
            </p:nvSpPr>
            <p:spPr>
              <a:xfrm>
                <a:off x="44278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0" name="Freeform: Shape 2579">
                <a:extLst>
                  <a:ext uri="{FF2B5EF4-FFF2-40B4-BE49-F238E27FC236}">
                    <a16:creationId xmlns:a16="http://schemas.microsoft.com/office/drawing/2014/main" id="{E49F4FB2-B83A-45F3-AC0E-B3E536DE9433}"/>
                  </a:ext>
                </a:extLst>
              </p:cNvPr>
              <p:cNvSpPr/>
              <p:nvPr/>
            </p:nvSpPr>
            <p:spPr>
              <a:xfrm>
                <a:off x="45040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1" name="Freeform: Shape 2580">
                <a:extLst>
                  <a:ext uri="{FF2B5EF4-FFF2-40B4-BE49-F238E27FC236}">
                    <a16:creationId xmlns:a16="http://schemas.microsoft.com/office/drawing/2014/main" id="{803684EE-C8D5-4C6F-958E-FA4B3436A6F2}"/>
                  </a:ext>
                </a:extLst>
              </p:cNvPr>
              <p:cNvSpPr/>
              <p:nvPr/>
            </p:nvSpPr>
            <p:spPr>
              <a:xfrm>
                <a:off x="45040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2" name="Freeform: Shape 2581">
                <a:extLst>
                  <a:ext uri="{FF2B5EF4-FFF2-40B4-BE49-F238E27FC236}">
                    <a16:creationId xmlns:a16="http://schemas.microsoft.com/office/drawing/2014/main" id="{1F52AD9D-7C93-45BF-9CFE-333A0E1AE525}"/>
                  </a:ext>
                </a:extLst>
              </p:cNvPr>
              <p:cNvSpPr/>
              <p:nvPr/>
            </p:nvSpPr>
            <p:spPr>
              <a:xfrm>
                <a:off x="45802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3" name="Freeform: Shape 2582">
                <a:extLst>
                  <a:ext uri="{FF2B5EF4-FFF2-40B4-BE49-F238E27FC236}">
                    <a16:creationId xmlns:a16="http://schemas.microsoft.com/office/drawing/2014/main" id="{B9A76E6C-D6DF-4D64-944E-655E07B4F57A}"/>
                  </a:ext>
                </a:extLst>
              </p:cNvPr>
              <p:cNvSpPr/>
              <p:nvPr/>
            </p:nvSpPr>
            <p:spPr>
              <a:xfrm>
                <a:off x="45040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4" name="Freeform: Shape 2583">
                <a:extLst>
                  <a:ext uri="{FF2B5EF4-FFF2-40B4-BE49-F238E27FC236}">
                    <a16:creationId xmlns:a16="http://schemas.microsoft.com/office/drawing/2014/main" id="{79D55279-0D8D-4741-8D24-18BCEA6FDD86}"/>
                  </a:ext>
                </a:extLst>
              </p:cNvPr>
              <p:cNvSpPr/>
              <p:nvPr/>
            </p:nvSpPr>
            <p:spPr>
              <a:xfrm>
                <a:off x="511335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5" name="Freeform: Shape 2584">
                <a:extLst>
                  <a:ext uri="{FF2B5EF4-FFF2-40B4-BE49-F238E27FC236}">
                    <a16:creationId xmlns:a16="http://schemas.microsoft.com/office/drawing/2014/main" id="{DE9CC431-32E3-49AD-A4F3-D811BE1B6EE7}"/>
                  </a:ext>
                </a:extLst>
              </p:cNvPr>
              <p:cNvSpPr/>
              <p:nvPr/>
            </p:nvSpPr>
            <p:spPr>
              <a:xfrm>
                <a:off x="511335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6" name="Freeform: Shape 2585">
                <a:extLst>
                  <a:ext uri="{FF2B5EF4-FFF2-40B4-BE49-F238E27FC236}">
                    <a16:creationId xmlns:a16="http://schemas.microsoft.com/office/drawing/2014/main" id="{EFF8C746-D093-44D6-BA79-3E8FE029CBFB}"/>
                  </a:ext>
                </a:extLst>
              </p:cNvPr>
              <p:cNvSpPr/>
              <p:nvPr/>
            </p:nvSpPr>
            <p:spPr>
              <a:xfrm>
                <a:off x="51133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7" name="Freeform: Shape 2586">
                <a:extLst>
                  <a:ext uri="{FF2B5EF4-FFF2-40B4-BE49-F238E27FC236}">
                    <a16:creationId xmlns:a16="http://schemas.microsoft.com/office/drawing/2014/main" id="{7C2B82CA-7934-4AE3-9118-7C06AEE80EE0}"/>
                  </a:ext>
                </a:extLst>
              </p:cNvPr>
              <p:cNvSpPr/>
              <p:nvPr/>
            </p:nvSpPr>
            <p:spPr>
              <a:xfrm>
                <a:off x="51133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8" name="Freeform: Shape 2587">
                <a:extLst>
                  <a:ext uri="{FF2B5EF4-FFF2-40B4-BE49-F238E27FC236}">
                    <a16:creationId xmlns:a16="http://schemas.microsoft.com/office/drawing/2014/main" id="{A54EF6F2-EA7E-49B8-9EE7-26A1CCCE7443}"/>
                  </a:ext>
                </a:extLst>
              </p:cNvPr>
              <p:cNvSpPr/>
              <p:nvPr/>
            </p:nvSpPr>
            <p:spPr>
              <a:xfrm>
                <a:off x="511335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9" name="Freeform: Shape 2588">
                <a:extLst>
                  <a:ext uri="{FF2B5EF4-FFF2-40B4-BE49-F238E27FC236}">
                    <a16:creationId xmlns:a16="http://schemas.microsoft.com/office/drawing/2014/main" id="{140EE28A-82F0-4E87-95BA-B96A00CC945F}"/>
                  </a:ext>
                </a:extLst>
              </p:cNvPr>
              <p:cNvSpPr/>
              <p:nvPr/>
            </p:nvSpPr>
            <p:spPr>
              <a:xfrm>
                <a:off x="5113350" y="18760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0" name="Freeform: Shape 2589">
                <a:extLst>
                  <a:ext uri="{FF2B5EF4-FFF2-40B4-BE49-F238E27FC236}">
                    <a16:creationId xmlns:a16="http://schemas.microsoft.com/office/drawing/2014/main" id="{2C624718-A6E3-46E1-8554-D4A1CE9501D8}"/>
                  </a:ext>
                </a:extLst>
              </p:cNvPr>
              <p:cNvSpPr/>
              <p:nvPr/>
            </p:nvSpPr>
            <p:spPr>
              <a:xfrm>
                <a:off x="511335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1" name="Freeform: Shape 2590">
                <a:extLst>
                  <a:ext uri="{FF2B5EF4-FFF2-40B4-BE49-F238E27FC236}">
                    <a16:creationId xmlns:a16="http://schemas.microsoft.com/office/drawing/2014/main" id="{0845D51F-EB20-4D96-96A4-2CCCF5E006A9}"/>
                  </a:ext>
                </a:extLst>
              </p:cNvPr>
              <p:cNvSpPr/>
              <p:nvPr/>
            </p:nvSpPr>
            <p:spPr>
              <a:xfrm>
                <a:off x="511335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2" name="Freeform: Shape 2591">
                <a:extLst>
                  <a:ext uri="{FF2B5EF4-FFF2-40B4-BE49-F238E27FC236}">
                    <a16:creationId xmlns:a16="http://schemas.microsoft.com/office/drawing/2014/main" id="{7DA9E395-9530-406C-97AA-212BFEC82708}"/>
                  </a:ext>
                </a:extLst>
              </p:cNvPr>
              <p:cNvSpPr/>
              <p:nvPr/>
            </p:nvSpPr>
            <p:spPr>
              <a:xfrm>
                <a:off x="511335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3" name="Freeform: Shape 2592">
                <a:extLst>
                  <a:ext uri="{FF2B5EF4-FFF2-40B4-BE49-F238E27FC236}">
                    <a16:creationId xmlns:a16="http://schemas.microsoft.com/office/drawing/2014/main" id="{32CBA92A-BCC6-4AA1-BB41-F2EB38A8052D}"/>
                  </a:ext>
                </a:extLst>
              </p:cNvPr>
              <p:cNvSpPr/>
              <p:nvPr/>
            </p:nvSpPr>
            <p:spPr>
              <a:xfrm>
                <a:off x="511335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4" name="Freeform: Shape 2593">
                <a:extLst>
                  <a:ext uri="{FF2B5EF4-FFF2-40B4-BE49-F238E27FC236}">
                    <a16:creationId xmlns:a16="http://schemas.microsoft.com/office/drawing/2014/main" id="{7370EBA6-0DFF-4E40-86ED-D13194C39944}"/>
                  </a:ext>
                </a:extLst>
              </p:cNvPr>
              <p:cNvSpPr/>
              <p:nvPr/>
            </p:nvSpPr>
            <p:spPr>
              <a:xfrm>
                <a:off x="511335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83" y="0"/>
                    </a:moveTo>
                    <a:cubicBezTo>
                      <a:pt x="1080" y="0"/>
                      <a:pt x="1077" y="0"/>
                      <a:pt x="1073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8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5" name="Freeform: Shape 2594">
                <a:extLst>
                  <a:ext uri="{FF2B5EF4-FFF2-40B4-BE49-F238E27FC236}">
                    <a16:creationId xmlns:a16="http://schemas.microsoft.com/office/drawing/2014/main" id="{3EA7F718-C340-4385-A9AF-92AFE801926A}"/>
                  </a:ext>
                </a:extLst>
              </p:cNvPr>
              <p:cNvSpPr/>
              <p:nvPr/>
            </p:nvSpPr>
            <p:spPr>
              <a:xfrm>
                <a:off x="511335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6" name="Freeform: Shape 2595">
                <a:extLst>
                  <a:ext uri="{FF2B5EF4-FFF2-40B4-BE49-F238E27FC236}">
                    <a16:creationId xmlns:a16="http://schemas.microsoft.com/office/drawing/2014/main" id="{B27E92C4-D007-4E02-8384-8A3A0FA6252A}"/>
                  </a:ext>
                </a:extLst>
              </p:cNvPr>
              <p:cNvSpPr/>
              <p:nvPr/>
            </p:nvSpPr>
            <p:spPr>
              <a:xfrm>
                <a:off x="511335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7" name="Freeform: Shape 2596">
                <a:extLst>
                  <a:ext uri="{FF2B5EF4-FFF2-40B4-BE49-F238E27FC236}">
                    <a16:creationId xmlns:a16="http://schemas.microsoft.com/office/drawing/2014/main" id="{9AB06B27-60B0-4739-871E-770DEC251124}"/>
                  </a:ext>
                </a:extLst>
              </p:cNvPr>
              <p:cNvSpPr/>
              <p:nvPr/>
            </p:nvSpPr>
            <p:spPr>
              <a:xfrm>
                <a:off x="511335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73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8" name="Freeform: Shape 2597">
                <a:extLst>
                  <a:ext uri="{FF2B5EF4-FFF2-40B4-BE49-F238E27FC236}">
                    <a16:creationId xmlns:a16="http://schemas.microsoft.com/office/drawing/2014/main" id="{C7B08537-D087-48CA-8B57-59FEA03ABC1B}"/>
                  </a:ext>
                </a:extLst>
              </p:cNvPr>
              <p:cNvSpPr/>
              <p:nvPr/>
            </p:nvSpPr>
            <p:spPr>
              <a:xfrm>
                <a:off x="47324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9" name="Freeform: Shape 2598">
                <a:extLst>
                  <a:ext uri="{FF2B5EF4-FFF2-40B4-BE49-F238E27FC236}">
                    <a16:creationId xmlns:a16="http://schemas.microsoft.com/office/drawing/2014/main" id="{43979CF8-A8AF-4DAE-95AD-EACFDC342A6F}"/>
                  </a:ext>
                </a:extLst>
              </p:cNvPr>
              <p:cNvSpPr/>
              <p:nvPr/>
            </p:nvSpPr>
            <p:spPr>
              <a:xfrm>
                <a:off x="47324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0" name="Freeform: Shape 2599">
                <a:extLst>
                  <a:ext uri="{FF2B5EF4-FFF2-40B4-BE49-F238E27FC236}">
                    <a16:creationId xmlns:a16="http://schemas.microsoft.com/office/drawing/2014/main" id="{35453DB5-0D9D-47B7-A852-FAC6C07BBAA2}"/>
                  </a:ext>
                </a:extLst>
              </p:cNvPr>
              <p:cNvSpPr/>
              <p:nvPr/>
            </p:nvSpPr>
            <p:spPr>
              <a:xfrm>
                <a:off x="47324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1" name="Freeform: Shape 2600">
                <a:extLst>
                  <a:ext uri="{FF2B5EF4-FFF2-40B4-BE49-F238E27FC236}">
                    <a16:creationId xmlns:a16="http://schemas.microsoft.com/office/drawing/2014/main" id="{9268E0BA-76B4-4B3C-865E-862189AD6B7C}"/>
                  </a:ext>
                </a:extLst>
              </p:cNvPr>
              <p:cNvSpPr/>
              <p:nvPr/>
            </p:nvSpPr>
            <p:spPr>
              <a:xfrm>
                <a:off x="47324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2" name="Freeform: Shape 2601">
                <a:extLst>
                  <a:ext uri="{FF2B5EF4-FFF2-40B4-BE49-F238E27FC236}">
                    <a16:creationId xmlns:a16="http://schemas.microsoft.com/office/drawing/2014/main" id="{0B6D08C4-3DD1-4AE3-8D83-109140051714}"/>
                  </a:ext>
                </a:extLst>
              </p:cNvPr>
              <p:cNvSpPr/>
              <p:nvPr/>
            </p:nvSpPr>
            <p:spPr>
              <a:xfrm>
                <a:off x="47324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3" name="Freeform: Shape 2602">
                <a:extLst>
                  <a:ext uri="{FF2B5EF4-FFF2-40B4-BE49-F238E27FC236}">
                    <a16:creationId xmlns:a16="http://schemas.microsoft.com/office/drawing/2014/main" id="{AEE5E55A-41EB-41E8-90B3-F071E444A0CA}"/>
                  </a:ext>
                </a:extLst>
              </p:cNvPr>
              <p:cNvSpPr/>
              <p:nvPr/>
            </p:nvSpPr>
            <p:spPr>
              <a:xfrm>
                <a:off x="47324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4" name="Freeform: Shape 2603">
                <a:extLst>
                  <a:ext uri="{FF2B5EF4-FFF2-40B4-BE49-F238E27FC236}">
                    <a16:creationId xmlns:a16="http://schemas.microsoft.com/office/drawing/2014/main" id="{08C7A0C7-0A07-4450-B4C6-6DA73E35A1ED}"/>
                  </a:ext>
                </a:extLst>
              </p:cNvPr>
              <p:cNvSpPr/>
              <p:nvPr/>
            </p:nvSpPr>
            <p:spPr>
              <a:xfrm>
                <a:off x="47324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5" name="Freeform: Shape 2604">
                <a:extLst>
                  <a:ext uri="{FF2B5EF4-FFF2-40B4-BE49-F238E27FC236}">
                    <a16:creationId xmlns:a16="http://schemas.microsoft.com/office/drawing/2014/main" id="{0CCE888B-D61D-4C26-BB99-F477499CD53F}"/>
                  </a:ext>
                </a:extLst>
              </p:cNvPr>
              <p:cNvSpPr/>
              <p:nvPr/>
            </p:nvSpPr>
            <p:spPr>
              <a:xfrm>
                <a:off x="47324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6" name="Freeform: Shape 2605">
                <a:extLst>
                  <a:ext uri="{FF2B5EF4-FFF2-40B4-BE49-F238E27FC236}">
                    <a16:creationId xmlns:a16="http://schemas.microsoft.com/office/drawing/2014/main" id="{728BF89E-66CF-4F7E-8E2B-909A477E32B2}"/>
                  </a:ext>
                </a:extLst>
              </p:cNvPr>
              <p:cNvSpPr/>
              <p:nvPr/>
            </p:nvSpPr>
            <p:spPr>
              <a:xfrm>
                <a:off x="47324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7" name="Freeform: Shape 2606">
                <a:extLst>
                  <a:ext uri="{FF2B5EF4-FFF2-40B4-BE49-F238E27FC236}">
                    <a16:creationId xmlns:a16="http://schemas.microsoft.com/office/drawing/2014/main" id="{2165BAEC-C804-4E93-98BD-49844B966029}"/>
                  </a:ext>
                </a:extLst>
              </p:cNvPr>
              <p:cNvSpPr/>
              <p:nvPr/>
            </p:nvSpPr>
            <p:spPr>
              <a:xfrm>
                <a:off x="47324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8" name="Freeform: Shape 2607">
                <a:extLst>
                  <a:ext uri="{FF2B5EF4-FFF2-40B4-BE49-F238E27FC236}">
                    <a16:creationId xmlns:a16="http://schemas.microsoft.com/office/drawing/2014/main" id="{C3C9DFD6-8AC8-4B90-A38B-7FA2B328474F}"/>
                  </a:ext>
                </a:extLst>
              </p:cNvPr>
              <p:cNvSpPr/>
              <p:nvPr/>
            </p:nvSpPr>
            <p:spPr>
              <a:xfrm>
                <a:off x="47324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9" name="Freeform: Shape 2608">
                <a:extLst>
                  <a:ext uri="{FF2B5EF4-FFF2-40B4-BE49-F238E27FC236}">
                    <a16:creationId xmlns:a16="http://schemas.microsoft.com/office/drawing/2014/main" id="{DB858C2F-322B-43E0-A283-D1E867FB5E18}"/>
                  </a:ext>
                </a:extLst>
              </p:cNvPr>
              <p:cNvSpPr/>
              <p:nvPr/>
            </p:nvSpPr>
            <p:spPr>
              <a:xfrm>
                <a:off x="47324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0" name="Freeform: Shape 2609">
                <a:extLst>
                  <a:ext uri="{FF2B5EF4-FFF2-40B4-BE49-F238E27FC236}">
                    <a16:creationId xmlns:a16="http://schemas.microsoft.com/office/drawing/2014/main" id="{51AF7E8D-3AAC-4FC9-A28A-A583CFA7E3A7}"/>
                  </a:ext>
                </a:extLst>
              </p:cNvPr>
              <p:cNvSpPr/>
              <p:nvPr/>
            </p:nvSpPr>
            <p:spPr>
              <a:xfrm>
                <a:off x="43516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1" name="Freeform: Shape 2610">
                <a:extLst>
                  <a:ext uri="{FF2B5EF4-FFF2-40B4-BE49-F238E27FC236}">
                    <a16:creationId xmlns:a16="http://schemas.microsoft.com/office/drawing/2014/main" id="{9DC16F77-672C-4A44-A673-71359E996EA3}"/>
                  </a:ext>
                </a:extLst>
              </p:cNvPr>
              <p:cNvSpPr/>
              <p:nvPr/>
            </p:nvSpPr>
            <p:spPr>
              <a:xfrm>
                <a:off x="43516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2" name="Freeform: Shape 2611">
                <a:extLst>
                  <a:ext uri="{FF2B5EF4-FFF2-40B4-BE49-F238E27FC236}">
                    <a16:creationId xmlns:a16="http://schemas.microsoft.com/office/drawing/2014/main" id="{E77A2815-3DF9-4D4D-AC58-5A781211209D}"/>
                  </a:ext>
                </a:extLst>
              </p:cNvPr>
              <p:cNvSpPr/>
              <p:nvPr/>
            </p:nvSpPr>
            <p:spPr>
              <a:xfrm>
                <a:off x="43516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3" name="Freeform: Shape 2612">
                <a:extLst>
                  <a:ext uri="{FF2B5EF4-FFF2-40B4-BE49-F238E27FC236}">
                    <a16:creationId xmlns:a16="http://schemas.microsoft.com/office/drawing/2014/main" id="{06197CD7-28F8-40D4-BE4E-DA7340B6D187}"/>
                  </a:ext>
                </a:extLst>
              </p:cNvPr>
              <p:cNvSpPr/>
              <p:nvPr/>
            </p:nvSpPr>
            <p:spPr>
              <a:xfrm>
                <a:off x="43516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4" name="Freeform: Shape 2613">
                <a:extLst>
                  <a:ext uri="{FF2B5EF4-FFF2-40B4-BE49-F238E27FC236}">
                    <a16:creationId xmlns:a16="http://schemas.microsoft.com/office/drawing/2014/main" id="{432AD6A0-8C1C-40B3-A0B3-20AABBC08395}"/>
                  </a:ext>
                </a:extLst>
              </p:cNvPr>
              <p:cNvSpPr/>
              <p:nvPr/>
            </p:nvSpPr>
            <p:spPr>
              <a:xfrm>
                <a:off x="44278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5" name="Freeform: Shape 2614">
                <a:extLst>
                  <a:ext uri="{FF2B5EF4-FFF2-40B4-BE49-F238E27FC236}">
                    <a16:creationId xmlns:a16="http://schemas.microsoft.com/office/drawing/2014/main" id="{130BE4D5-E1ED-48B1-A886-B5F5B3C2A792}"/>
                  </a:ext>
                </a:extLst>
              </p:cNvPr>
              <p:cNvSpPr/>
              <p:nvPr/>
            </p:nvSpPr>
            <p:spPr>
              <a:xfrm>
                <a:off x="44278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6" name="Freeform: Shape 2615">
                <a:extLst>
                  <a:ext uri="{FF2B5EF4-FFF2-40B4-BE49-F238E27FC236}">
                    <a16:creationId xmlns:a16="http://schemas.microsoft.com/office/drawing/2014/main" id="{700D158D-D68C-4B10-8B66-612197DB4DD8}"/>
                  </a:ext>
                </a:extLst>
              </p:cNvPr>
              <p:cNvSpPr/>
              <p:nvPr/>
            </p:nvSpPr>
            <p:spPr>
              <a:xfrm>
                <a:off x="4504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7" name="Freeform: Shape 2616">
                <a:extLst>
                  <a:ext uri="{FF2B5EF4-FFF2-40B4-BE49-F238E27FC236}">
                    <a16:creationId xmlns:a16="http://schemas.microsoft.com/office/drawing/2014/main" id="{9AE005ED-219B-42A9-A277-2E640C3A5E21}"/>
                  </a:ext>
                </a:extLst>
              </p:cNvPr>
              <p:cNvSpPr/>
              <p:nvPr/>
            </p:nvSpPr>
            <p:spPr>
              <a:xfrm>
                <a:off x="4504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8" name="Freeform: Shape 2617">
                <a:extLst>
                  <a:ext uri="{FF2B5EF4-FFF2-40B4-BE49-F238E27FC236}">
                    <a16:creationId xmlns:a16="http://schemas.microsoft.com/office/drawing/2014/main" id="{0DF2441A-8AFC-4217-9733-64F7AB329F89}"/>
                  </a:ext>
                </a:extLst>
              </p:cNvPr>
              <p:cNvSpPr/>
              <p:nvPr/>
            </p:nvSpPr>
            <p:spPr>
              <a:xfrm>
                <a:off x="4504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9" name="Freeform: Shape 2618">
                <a:extLst>
                  <a:ext uri="{FF2B5EF4-FFF2-40B4-BE49-F238E27FC236}">
                    <a16:creationId xmlns:a16="http://schemas.microsoft.com/office/drawing/2014/main" id="{C1115FCD-0E72-4A84-93B4-1E66A6F58A8C}"/>
                  </a:ext>
                </a:extLst>
              </p:cNvPr>
              <p:cNvSpPr/>
              <p:nvPr/>
            </p:nvSpPr>
            <p:spPr>
              <a:xfrm>
                <a:off x="4504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0" name="Freeform: Shape 2619">
                <a:extLst>
                  <a:ext uri="{FF2B5EF4-FFF2-40B4-BE49-F238E27FC236}">
                    <a16:creationId xmlns:a16="http://schemas.microsoft.com/office/drawing/2014/main" id="{13754B15-3C41-4974-9AA2-3DA447436E8C}"/>
                  </a:ext>
                </a:extLst>
              </p:cNvPr>
              <p:cNvSpPr/>
              <p:nvPr/>
            </p:nvSpPr>
            <p:spPr>
              <a:xfrm>
                <a:off x="45040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1" name="Freeform: Shape 2620">
                <a:extLst>
                  <a:ext uri="{FF2B5EF4-FFF2-40B4-BE49-F238E27FC236}">
                    <a16:creationId xmlns:a16="http://schemas.microsoft.com/office/drawing/2014/main" id="{C8EF2106-B962-480D-AB88-E3B6FD2AB421}"/>
                  </a:ext>
                </a:extLst>
              </p:cNvPr>
              <p:cNvSpPr/>
              <p:nvPr/>
            </p:nvSpPr>
            <p:spPr>
              <a:xfrm>
                <a:off x="4504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2" name="Freeform: Shape 2621">
                <a:extLst>
                  <a:ext uri="{FF2B5EF4-FFF2-40B4-BE49-F238E27FC236}">
                    <a16:creationId xmlns:a16="http://schemas.microsoft.com/office/drawing/2014/main" id="{F1C0C758-63AE-4DCD-AD7E-234D081F4922}"/>
                  </a:ext>
                </a:extLst>
              </p:cNvPr>
              <p:cNvSpPr/>
              <p:nvPr/>
            </p:nvSpPr>
            <p:spPr>
              <a:xfrm>
                <a:off x="4504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3" name="Freeform: Shape 2622">
                <a:extLst>
                  <a:ext uri="{FF2B5EF4-FFF2-40B4-BE49-F238E27FC236}">
                    <a16:creationId xmlns:a16="http://schemas.microsoft.com/office/drawing/2014/main" id="{4020D10E-C26C-495B-8E0A-8A9079C0CFD4}"/>
                  </a:ext>
                </a:extLst>
              </p:cNvPr>
              <p:cNvSpPr/>
              <p:nvPr/>
            </p:nvSpPr>
            <p:spPr>
              <a:xfrm>
                <a:off x="4504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4" name="Freeform: Shape 2623">
                <a:extLst>
                  <a:ext uri="{FF2B5EF4-FFF2-40B4-BE49-F238E27FC236}">
                    <a16:creationId xmlns:a16="http://schemas.microsoft.com/office/drawing/2014/main" id="{EBF7FD63-EC44-45DB-BCAE-99D00A0E2E88}"/>
                  </a:ext>
                </a:extLst>
              </p:cNvPr>
              <p:cNvSpPr/>
              <p:nvPr/>
            </p:nvSpPr>
            <p:spPr>
              <a:xfrm>
                <a:off x="45040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5" name="Freeform: Shape 2624">
                <a:extLst>
                  <a:ext uri="{FF2B5EF4-FFF2-40B4-BE49-F238E27FC236}">
                    <a16:creationId xmlns:a16="http://schemas.microsoft.com/office/drawing/2014/main" id="{78C76EFA-2EAD-4862-BB3E-A493B76DFB70}"/>
                  </a:ext>
                </a:extLst>
              </p:cNvPr>
              <p:cNvSpPr/>
              <p:nvPr/>
            </p:nvSpPr>
            <p:spPr>
              <a:xfrm>
                <a:off x="4504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6" name="Freeform: Shape 2625">
                <a:extLst>
                  <a:ext uri="{FF2B5EF4-FFF2-40B4-BE49-F238E27FC236}">
                    <a16:creationId xmlns:a16="http://schemas.microsoft.com/office/drawing/2014/main" id="{47A9F04A-27B9-480A-B5B2-B76FA8C645AC}"/>
                  </a:ext>
                </a:extLst>
              </p:cNvPr>
              <p:cNvSpPr/>
              <p:nvPr/>
            </p:nvSpPr>
            <p:spPr>
              <a:xfrm>
                <a:off x="45040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7" name="Freeform: Shape 2626">
                <a:extLst>
                  <a:ext uri="{FF2B5EF4-FFF2-40B4-BE49-F238E27FC236}">
                    <a16:creationId xmlns:a16="http://schemas.microsoft.com/office/drawing/2014/main" id="{A8190C5A-7382-4BD7-8CC5-8DC696D880C9}"/>
                  </a:ext>
                </a:extLst>
              </p:cNvPr>
              <p:cNvSpPr/>
              <p:nvPr/>
            </p:nvSpPr>
            <p:spPr>
              <a:xfrm>
                <a:off x="45040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8" name="Freeform: Shape 2627">
                <a:extLst>
                  <a:ext uri="{FF2B5EF4-FFF2-40B4-BE49-F238E27FC236}">
                    <a16:creationId xmlns:a16="http://schemas.microsoft.com/office/drawing/2014/main" id="{B42EE92A-020E-4310-946C-CFF842BF3EFE}"/>
                  </a:ext>
                </a:extLst>
              </p:cNvPr>
              <p:cNvSpPr/>
              <p:nvPr/>
            </p:nvSpPr>
            <p:spPr>
              <a:xfrm>
                <a:off x="45802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9" name="Freeform: Shape 2628">
                <a:extLst>
                  <a:ext uri="{FF2B5EF4-FFF2-40B4-BE49-F238E27FC236}">
                    <a16:creationId xmlns:a16="http://schemas.microsoft.com/office/drawing/2014/main" id="{B21464CE-EBDA-4DF8-ACA1-995E609C2D73}"/>
                  </a:ext>
                </a:extLst>
              </p:cNvPr>
              <p:cNvSpPr/>
              <p:nvPr/>
            </p:nvSpPr>
            <p:spPr>
              <a:xfrm>
                <a:off x="45802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0" name="Freeform: Shape 2629">
                <a:extLst>
                  <a:ext uri="{FF2B5EF4-FFF2-40B4-BE49-F238E27FC236}">
                    <a16:creationId xmlns:a16="http://schemas.microsoft.com/office/drawing/2014/main" id="{76FA66B0-321E-4F36-8AF1-65ED8222D401}"/>
                  </a:ext>
                </a:extLst>
              </p:cNvPr>
              <p:cNvSpPr/>
              <p:nvPr/>
            </p:nvSpPr>
            <p:spPr>
              <a:xfrm>
                <a:off x="45802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1" name="Freeform: Shape 2630">
                <a:extLst>
                  <a:ext uri="{FF2B5EF4-FFF2-40B4-BE49-F238E27FC236}">
                    <a16:creationId xmlns:a16="http://schemas.microsoft.com/office/drawing/2014/main" id="{856FB6F0-CA00-4D76-978E-D36F12F2D9D0}"/>
                  </a:ext>
                </a:extLst>
              </p:cNvPr>
              <p:cNvSpPr/>
              <p:nvPr/>
            </p:nvSpPr>
            <p:spPr>
              <a:xfrm>
                <a:off x="45802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2" name="Freeform: Shape 2631">
                <a:extLst>
                  <a:ext uri="{FF2B5EF4-FFF2-40B4-BE49-F238E27FC236}">
                    <a16:creationId xmlns:a16="http://schemas.microsoft.com/office/drawing/2014/main" id="{2F96A8AC-AAA3-4796-BA2E-B3754FBE8627}"/>
                  </a:ext>
                </a:extLst>
              </p:cNvPr>
              <p:cNvSpPr/>
              <p:nvPr/>
            </p:nvSpPr>
            <p:spPr>
              <a:xfrm>
                <a:off x="45802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3" name="Freeform: Shape 2632">
                <a:extLst>
                  <a:ext uri="{FF2B5EF4-FFF2-40B4-BE49-F238E27FC236}">
                    <a16:creationId xmlns:a16="http://schemas.microsoft.com/office/drawing/2014/main" id="{C04CD09A-33D8-40A2-8AF8-F2D186483D39}"/>
                  </a:ext>
                </a:extLst>
              </p:cNvPr>
              <p:cNvSpPr/>
              <p:nvPr/>
            </p:nvSpPr>
            <p:spPr>
              <a:xfrm>
                <a:off x="45802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4" name="Freeform: Shape 2633">
                <a:extLst>
                  <a:ext uri="{FF2B5EF4-FFF2-40B4-BE49-F238E27FC236}">
                    <a16:creationId xmlns:a16="http://schemas.microsoft.com/office/drawing/2014/main" id="{01D9158C-FB41-431C-A863-A15B145075DC}"/>
                  </a:ext>
                </a:extLst>
              </p:cNvPr>
              <p:cNvSpPr/>
              <p:nvPr/>
            </p:nvSpPr>
            <p:spPr>
              <a:xfrm>
                <a:off x="45802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5" name="Freeform: Shape 2634">
                <a:extLst>
                  <a:ext uri="{FF2B5EF4-FFF2-40B4-BE49-F238E27FC236}">
                    <a16:creationId xmlns:a16="http://schemas.microsoft.com/office/drawing/2014/main" id="{3BD6E16A-D067-4C42-9D4A-638296BE5A60}"/>
                  </a:ext>
                </a:extLst>
              </p:cNvPr>
              <p:cNvSpPr/>
              <p:nvPr/>
            </p:nvSpPr>
            <p:spPr>
              <a:xfrm>
                <a:off x="45802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6" name="Freeform: Shape 2635">
                <a:extLst>
                  <a:ext uri="{FF2B5EF4-FFF2-40B4-BE49-F238E27FC236}">
                    <a16:creationId xmlns:a16="http://schemas.microsoft.com/office/drawing/2014/main" id="{E0EE3664-4413-43E2-A641-7FF1048A22C4}"/>
                  </a:ext>
                </a:extLst>
              </p:cNvPr>
              <p:cNvSpPr/>
              <p:nvPr/>
            </p:nvSpPr>
            <p:spPr>
              <a:xfrm>
                <a:off x="45802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7" name="Freeform: Shape 2636">
                <a:extLst>
                  <a:ext uri="{FF2B5EF4-FFF2-40B4-BE49-F238E27FC236}">
                    <a16:creationId xmlns:a16="http://schemas.microsoft.com/office/drawing/2014/main" id="{EB65479A-825B-4900-9407-C6569D79F475}"/>
                  </a:ext>
                </a:extLst>
              </p:cNvPr>
              <p:cNvSpPr/>
              <p:nvPr/>
            </p:nvSpPr>
            <p:spPr>
              <a:xfrm>
                <a:off x="45802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8" name="Freeform: Shape 2637">
                <a:extLst>
                  <a:ext uri="{FF2B5EF4-FFF2-40B4-BE49-F238E27FC236}">
                    <a16:creationId xmlns:a16="http://schemas.microsoft.com/office/drawing/2014/main" id="{7BBAB40B-E578-4235-A9CA-7D7CD095065F}"/>
                  </a:ext>
                </a:extLst>
              </p:cNvPr>
              <p:cNvSpPr/>
              <p:nvPr/>
            </p:nvSpPr>
            <p:spPr>
              <a:xfrm>
                <a:off x="45802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9" name="Freeform: Shape 2638">
                <a:extLst>
                  <a:ext uri="{FF2B5EF4-FFF2-40B4-BE49-F238E27FC236}">
                    <a16:creationId xmlns:a16="http://schemas.microsoft.com/office/drawing/2014/main" id="{D81D9287-2A29-47AA-A303-CFE7D49ED899}"/>
                  </a:ext>
                </a:extLst>
              </p:cNvPr>
              <p:cNvSpPr/>
              <p:nvPr/>
            </p:nvSpPr>
            <p:spPr>
              <a:xfrm>
                <a:off x="45802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0" name="Freeform: Shape 2639">
                <a:extLst>
                  <a:ext uri="{FF2B5EF4-FFF2-40B4-BE49-F238E27FC236}">
                    <a16:creationId xmlns:a16="http://schemas.microsoft.com/office/drawing/2014/main" id="{2E33EBC6-C1FB-4D44-9BFD-7CF8EADCEDC5}"/>
                  </a:ext>
                </a:extLst>
              </p:cNvPr>
              <p:cNvSpPr/>
              <p:nvPr/>
            </p:nvSpPr>
            <p:spPr>
              <a:xfrm>
                <a:off x="465647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1" name="Freeform: Shape 2640">
                <a:extLst>
                  <a:ext uri="{FF2B5EF4-FFF2-40B4-BE49-F238E27FC236}">
                    <a16:creationId xmlns:a16="http://schemas.microsoft.com/office/drawing/2014/main" id="{AE92508A-FD25-482D-B5A4-4EEC503185B1}"/>
                  </a:ext>
                </a:extLst>
              </p:cNvPr>
              <p:cNvSpPr/>
              <p:nvPr/>
            </p:nvSpPr>
            <p:spPr>
              <a:xfrm>
                <a:off x="46564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2" name="Freeform: Shape 2641">
                <a:extLst>
                  <a:ext uri="{FF2B5EF4-FFF2-40B4-BE49-F238E27FC236}">
                    <a16:creationId xmlns:a16="http://schemas.microsoft.com/office/drawing/2014/main" id="{983E4D8E-96C5-47F3-94C9-6640CF92CFA1}"/>
                  </a:ext>
                </a:extLst>
              </p:cNvPr>
              <p:cNvSpPr/>
              <p:nvPr/>
            </p:nvSpPr>
            <p:spPr>
              <a:xfrm>
                <a:off x="46564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3" name="Freeform: Shape 2642">
                <a:extLst>
                  <a:ext uri="{FF2B5EF4-FFF2-40B4-BE49-F238E27FC236}">
                    <a16:creationId xmlns:a16="http://schemas.microsoft.com/office/drawing/2014/main" id="{BA64CF82-7622-401A-952F-34285D2AC9B8}"/>
                  </a:ext>
                </a:extLst>
              </p:cNvPr>
              <p:cNvSpPr/>
              <p:nvPr/>
            </p:nvSpPr>
            <p:spPr>
              <a:xfrm>
                <a:off x="46564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4" name="Freeform: Shape 2643">
                <a:extLst>
                  <a:ext uri="{FF2B5EF4-FFF2-40B4-BE49-F238E27FC236}">
                    <a16:creationId xmlns:a16="http://schemas.microsoft.com/office/drawing/2014/main" id="{8507AB1B-77CF-4361-AD56-9BC78991227C}"/>
                  </a:ext>
                </a:extLst>
              </p:cNvPr>
              <p:cNvSpPr/>
              <p:nvPr/>
            </p:nvSpPr>
            <p:spPr>
              <a:xfrm>
                <a:off x="465647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5" name="Freeform: Shape 2644">
                <a:extLst>
                  <a:ext uri="{FF2B5EF4-FFF2-40B4-BE49-F238E27FC236}">
                    <a16:creationId xmlns:a16="http://schemas.microsoft.com/office/drawing/2014/main" id="{F13ECA1D-1D53-4DAC-B04F-523C0EF17872}"/>
                  </a:ext>
                </a:extLst>
              </p:cNvPr>
              <p:cNvSpPr/>
              <p:nvPr/>
            </p:nvSpPr>
            <p:spPr>
              <a:xfrm>
                <a:off x="46564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6" name="Freeform: Shape 2645">
                <a:extLst>
                  <a:ext uri="{FF2B5EF4-FFF2-40B4-BE49-F238E27FC236}">
                    <a16:creationId xmlns:a16="http://schemas.microsoft.com/office/drawing/2014/main" id="{D3AB673A-4FDA-4C09-BA63-54D12CF8FE80}"/>
                  </a:ext>
                </a:extLst>
              </p:cNvPr>
              <p:cNvSpPr/>
              <p:nvPr/>
            </p:nvSpPr>
            <p:spPr>
              <a:xfrm>
                <a:off x="46564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7" name="Freeform: Shape 2646">
                <a:extLst>
                  <a:ext uri="{FF2B5EF4-FFF2-40B4-BE49-F238E27FC236}">
                    <a16:creationId xmlns:a16="http://schemas.microsoft.com/office/drawing/2014/main" id="{CC8A70D9-BD30-4688-AAF0-C347FF9C44B0}"/>
                  </a:ext>
                </a:extLst>
              </p:cNvPr>
              <p:cNvSpPr/>
              <p:nvPr/>
            </p:nvSpPr>
            <p:spPr>
              <a:xfrm>
                <a:off x="46564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8" name="Freeform: Shape 2647">
                <a:extLst>
                  <a:ext uri="{FF2B5EF4-FFF2-40B4-BE49-F238E27FC236}">
                    <a16:creationId xmlns:a16="http://schemas.microsoft.com/office/drawing/2014/main" id="{C1A56083-3820-4472-8A3F-DBC681F854E6}"/>
                  </a:ext>
                </a:extLst>
              </p:cNvPr>
              <p:cNvSpPr/>
              <p:nvPr/>
            </p:nvSpPr>
            <p:spPr>
              <a:xfrm>
                <a:off x="46564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9" name="Freeform: Shape 2648">
                <a:extLst>
                  <a:ext uri="{FF2B5EF4-FFF2-40B4-BE49-F238E27FC236}">
                    <a16:creationId xmlns:a16="http://schemas.microsoft.com/office/drawing/2014/main" id="{9BEE4C41-B049-4CB0-9A2D-4B0EB33E6ECA}"/>
                  </a:ext>
                </a:extLst>
              </p:cNvPr>
              <p:cNvSpPr/>
              <p:nvPr/>
            </p:nvSpPr>
            <p:spPr>
              <a:xfrm>
                <a:off x="46564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0" name="Freeform: Shape 2649">
                <a:extLst>
                  <a:ext uri="{FF2B5EF4-FFF2-40B4-BE49-F238E27FC236}">
                    <a16:creationId xmlns:a16="http://schemas.microsoft.com/office/drawing/2014/main" id="{D6EBA129-BC38-431B-BFA5-3F1C19DBF466}"/>
                  </a:ext>
                </a:extLst>
              </p:cNvPr>
              <p:cNvSpPr/>
              <p:nvPr/>
            </p:nvSpPr>
            <p:spPr>
              <a:xfrm>
                <a:off x="46564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1" name="Freeform: Shape 2650">
                <a:extLst>
                  <a:ext uri="{FF2B5EF4-FFF2-40B4-BE49-F238E27FC236}">
                    <a16:creationId xmlns:a16="http://schemas.microsoft.com/office/drawing/2014/main" id="{8AD228ED-CCC3-4C90-8F57-4594AC8FF7FC}"/>
                  </a:ext>
                </a:extLst>
              </p:cNvPr>
              <p:cNvSpPr/>
              <p:nvPr/>
            </p:nvSpPr>
            <p:spPr>
              <a:xfrm>
                <a:off x="46564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2" name="Freeform: Shape 2651">
                <a:extLst>
                  <a:ext uri="{FF2B5EF4-FFF2-40B4-BE49-F238E27FC236}">
                    <a16:creationId xmlns:a16="http://schemas.microsoft.com/office/drawing/2014/main" id="{A359F136-9C0C-4998-80CE-86FBAB8BADFD}"/>
                  </a:ext>
                </a:extLst>
              </p:cNvPr>
              <p:cNvSpPr/>
              <p:nvPr/>
            </p:nvSpPr>
            <p:spPr>
              <a:xfrm>
                <a:off x="47324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3" name="Freeform: Shape 2652">
                <a:extLst>
                  <a:ext uri="{FF2B5EF4-FFF2-40B4-BE49-F238E27FC236}">
                    <a16:creationId xmlns:a16="http://schemas.microsoft.com/office/drawing/2014/main" id="{EBA2D69E-8A1C-47EE-BC55-88C9161CEC09}"/>
                  </a:ext>
                </a:extLst>
              </p:cNvPr>
              <p:cNvSpPr/>
              <p:nvPr/>
            </p:nvSpPr>
            <p:spPr>
              <a:xfrm>
                <a:off x="47324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4" name="Freeform: Shape 2653">
                <a:extLst>
                  <a:ext uri="{FF2B5EF4-FFF2-40B4-BE49-F238E27FC236}">
                    <a16:creationId xmlns:a16="http://schemas.microsoft.com/office/drawing/2014/main" id="{2F5FE04B-C2D4-4F56-917B-374C3CC4E46B}"/>
                  </a:ext>
                </a:extLst>
              </p:cNvPr>
              <p:cNvSpPr/>
              <p:nvPr/>
            </p:nvSpPr>
            <p:spPr>
              <a:xfrm>
                <a:off x="48087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5" name="Freeform: Shape 2654">
                <a:extLst>
                  <a:ext uri="{FF2B5EF4-FFF2-40B4-BE49-F238E27FC236}">
                    <a16:creationId xmlns:a16="http://schemas.microsoft.com/office/drawing/2014/main" id="{928F393C-23FD-4877-95E9-346A80873F96}"/>
                  </a:ext>
                </a:extLst>
              </p:cNvPr>
              <p:cNvSpPr/>
              <p:nvPr/>
            </p:nvSpPr>
            <p:spPr>
              <a:xfrm>
                <a:off x="48087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6" name="Freeform: Shape 2655">
                <a:extLst>
                  <a:ext uri="{FF2B5EF4-FFF2-40B4-BE49-F238E27FC236}">
                    <a16:creationId xmlns:a16="http://schemas.microsoft.com/office/drawing/2014/main" id="{9F70C72C-6949-4665-99B1-BD279D3F0E20}"/>
                  </a:ext>
                </a:extLst>
              </p:cNvPr>
              <p:cNvSpPr/>
              <p:nvPr/>
            </p:nvSpPr>
            <p:spPr>
              <a:xfrm>
                <a:off x="48087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7" name="Freeform: Shape 2656">
                <a:extLst>
                  <a:ext uri="{FF2B5EF4-FFF2-40B4-BE49-F238E27FC236}">
                    <a16:creationId xmlns:a16="http://schemas.microsoft.com/office/drawing/2014/main" id="{7F195231-961B-4C83-9390-A22933617B78}"/>
                  </a:ext>
                </a:extLst>
              </p:cNvPr>
              <p:cNvSpPr/>
              <p:nvPr/>
            </p:nvSpPr>
            <p:spPr>
              <a:xfrm>
                <a:off x="48087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8" name="Freeform: Shape 2657">
                <a:extLst>
                  <a:ext uri="{FF2B5EF4-FFF2-40B4-BE49-F238E27FC236}">
                    <a16:creationId xmlns:a16="http://schemas.microsoft.com/office/drawing/2014/main" id="{887FAD93-C1DB-4F93-B9FD-A54E3DC249F3}"/>
                  </a:ext>
                </a:extLst>
              </p:cNvPr>
              <p:cNvSpPr/>
              <p:nvPr/>
            </p:nvSpPr>
            <p:spPr>
              <a:xfrm>
                <a:off x="480870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9" name="Freeform: Shape 2658">
                <a:extLst>
                  <a:ext uri="{FF2B5EF4-FFF2-40B4-BE49-F238E27FC236}">
                    <a16:creationId xmlns:a16="http://schemas.microsoft.com/office/drawing/2014/main" id="{D6FB40D6-0B2E-4BF9-BDB5-CAAB57AFF566}"/>
                  </a:ext>
                </a:extLst>
              </p:cNvPr>
              <p:cNvSpPr/>
              <p:nvPr/>
            </p:nvSpPr>
            <p:spPr>
              <a:xfrm>
                <a:off x="4808700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0" name="Freeform: Shape 2659">
                <a:extLst>
                  <a:ext uri="{FF2B5EF4-FFF2-40B4-BE49-F238E27FC236}">
                    <a16:creationId xmlns:a16="http://schemas.microsoft.com/office/drawing/2014/main" id="{2D71B4CB-FE5D-4282-9E54-DC6329253395}"/>
                  </a:ext>
                </a:extLst>
              </p:cNvPr>
              <p:cNvSpPr/>
              <p:nvPr/>
            </p:nvSpPr>
            <p:spPr>
              <a:xfrm>
                <a:off x="480870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1" name="Freeform: Shape 2660">
                <a:extLst>
                  <a:ext uri="{FF2B5EF4-FFF2-40B4-BE49-F238E27FC236}">
                    <a16:creationId xmlns:a16="http://schemas.microsoft.com/office/drawing/2014/main" id="{1CFF351F-946A-4AC6-B142-65EF5E389D94}"/>
                  </a:ext>
                </a:extLst>
              </p:cNvPr>
              <p:cNvSpPr/>
              <p:nvPr/>
            </p:nvSpPr>
            <p:spPr>
              <a:xfrm>
                <a:off x="480870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2" name="Freeform: Shape 2661">
                <a:extLst>
                  <a:ext uri="{FF2B5EF4-FFF2-40B4-BE49-F238E27FC236}">
                    <a16:creationId xmlns:a16="http://schemas.microsoft.com/office/drawing/2014/main" id="{D3888C10-5E36-4D30-9ADB-524CFF34D9A6}"/>
                  </a:ext>
                </a:extLst>
              </p:cNvPr>
              <p:cNvSpPr/>
              <p:nvPr/>
            </p:nvSpPr>
            <p:spPr>
              <a:xfrm>
                <a:off x="480870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3" name="Freeform: Shape 2662">
                <a:extLst>
                  <a:ext uri="{FF2B5EF4-FFF2-40B4-BE49-F238E27FC236}">
                    <a16:creationId xmlns:a16="http://schemas.microsoft.com/office/drawing/2014/main" id="{B6B00682-C0CE-4A65-837E-7FF21EA4882D}"/>
                  </a:ext>
                </a:extLst>
              </p:cNvPr>
              <p:cNvSpPr/>
              <p:nvPr/>
            </p:nvSpPr>
            <p:spPr>
              <a:xfrm>
                <a:off x="480870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4" name="Freeform: Shape 2663">
                <a:extLst>
                  <a:ext uri="{FF2B5EF4-FFF2-40B4-BE49-F238E27FC236}">
                    <a16:creationId xmlns:a16="http://schemas.microsoft.com/office/drawing/2014/main" id="{035D1D6F-D301-4AB6-A144-9655A1FC76CB}"/>
                  </a:ext>
                </a:extLst>
              </p:cNvPr>
              <p:cNvSpPr/>
              <p:nvPr/>
            </p:nvSpPr>
            <p:spPr>
              <a:xfrm>
                <a:off x="48087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5" name="Freeform: Shape 2664">
                <a:extLst>
                  <a:ext uri="{FF2B5EF4-FFF2-40B4-BE49-F238E27FC236}">
                    <a16:creationId xmlns:a16="http://schemas.microsoft.com/office/drawing/2014/main" id="{4521DE68-E1D2-4346-9022-F43F0E609822}"/>
                  </a:ext>
                </a:extLst>
              </p:cNvPr>
              <p:cNvSpPr/>
              <p:nvPr/>
            </p:nvSpPr>
            <p:spPr>
              <a:xfrm>
                <a:off x="480870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6" name="Freeform: Shape 2665">
                <a:extLst>
                  <a:ext uri="{FF2B5EF4-FFF2-40B4-BE49-F238E27FC236}">
                    <a16:creationId xmlns:a16="http://schemas.microsoft.com/office/drawing/2014/main" id="{63C16A26-D6F1-4044-8BBF-AECD24236DFC}"/>
                  </a:ext>
                </a:extLst>
              </p:cNvPr>
              <p:cNvSpPr/>
              <p:nvPr/>
            </p:nvSpPr>
            <p:spPr>
              <a:xfrm>
                <a:off x="480870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7" name="Freeform: Shape 2666">
                <a:extLst>
                  <a:ext uri="{FF2B5EF4-FFF2-40B4-BE49-F238E27FC236}">
                    <a16:creationId xmlns:a16="http://schemas.microsoft.com/office/drawing/2014/main" id="{2CC62CF5-F59A-41B7-B63A-24865E2E9C40}"/>
                  </a:ext>
                </a:extLst>
              </p:cNvPr>
              <p:cNvSpPr/>
              <p:nvPr/>
            </p:nvSpPr>
            <p:spPr>
              <a:xfrm>
                <a:off x="480870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8" name="Freeform: Shape 2667">
                <a:extLst>
                  <a:ext uri="{FF2B5EF4-FFF2-40B4-BE49-F238E27FC236}">
                    <a16:creationId xmlns:a16="http://schemas.microsoft.com/office/drawing/2014/main" id="{257F6147-232A-4A7B-B73B-486802B705AA}"/>
                  </a:ext>
                </a:extLst>
              </p:cNvPr>
              <p:cNvSpPr/>
              <p:nvPr/>
            </p:nvSpPr>
            <p:spPr>
              <a:xfrm>
                <a:off x="4884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9" name="Freeform: Shape 2668">
                <a:extLst>
                  <a:ext uri="{FF2B5EF4-FFF2-40B4-BE49-F238E27FC236}">
                    <a16:creationId xmlns:a16="http://schemas.microsoft.com/office/drawing/2014/main" id="{4A25C535-139C-4229-9162-8F67C3BE9D6A}"/>
                  </a:ext>
                </a:extLst>
              </p:cNvPr>
              <p:cNvSpPr/>
              <p:nvPr/>
            </p:nvSpPr>
            <p:spPr>
              <a:xfrm>
                <a:off x="4884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0" name="Freeform: Shape 2669">
                <a:extLst>
                  <a:ext uri="{FF2B5EF4-FFF2-40B4-BE49-F238E27FC236}">
                    <a16:creationId xmlns:a16="http://schemas.microsoft.com/office/drawing/2014/main" id="{E8556433-45A4-4B9D-AB21-6AF312B52CF8}"/>
                  </a:ext>
                </a:extLst>
              </p:cNvPr>
              <p:cNvSpPr/>
              <p:nvPr/>
            </p:nvSpPr>
            <p:spPr>
              <a:xfrm>
                <a:off x="4884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1" name="Freeform: Shape 2670">
                <a:extLst>
                  <a:ext uri="{FF2B5EF4-FFF2-40B4-BE49-F238E27FC236}">
                    <a16:creationId xmlns:a16="http://schemas.microsoft.com/office/drawing/2014/main" id="{91D6690D-A076-48B8-A6D9-8D66A1EF13AB}"/>
                  </a:ext>
                </a:extLst>
              </p:cNvPr>
              <p:cNvSpPr/>
              <p:nvPr/>
            </p:nvSpPr>
            <p:spPr>
              <a:xfrm>
                <a:off x="4884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2" name="Freeform: Shape 2671">
                <a:extLst>
                  <a:ext uri="{FF2B5EF4-FFF2-40B4-BE49-F238E27FC236}">
                    <a16:creationId xmlns:a16="http://schemas.microsoft.com/office/drawing/2014/main" id="{3B76F404-1ACE-4C89-9D5D-D4305B32933A}"/>
                  </a:ext>
                </a:extLst>
              </p:cNvPr>
              <p:cNvSpPr/>
              <p:nvPr/>
            </p:nvSpPr>
            <p:spPr>
              <a:xfrm>
                <a:off x="4884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3" name="Freeform: Shape 2672">
                <a:extLst>
                  <a:ext uri="{FF2B5EF4-FFF2-40B4-BE49-F238E27FC236}">
                    <a16:creationId xmlns:a16="http://schemas.microsoft.com/office/drawing/2014/main" id="{75A201E6-AE85-4A06-A63F-2D04541BE06D}"/>
                  </a:ext>
                </a:extLst>
              </p:cNvPr>
              <p:cNvSpPr/>
              <p:nvPr/>
            </p:nvSpPr>
            <p:spPr>
              <a:xfrm>
                <a:off x="488490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4" name="Freeform: Shape 2673">
                <a:extLst>
                  <a:ext uri="{FF2B5EF4-FFF2-40B4-BE49-F238E27FC236}">
                    <a16:creationId xmlns:a16="http://schemas.microsoft.com/office/drawing/2014/main" id="{AA18CDDD-59E7-4188-AFD2-8279333AF85F}"/>
                  </a:ext>
                </a:extLst>
              </p:cNvPr>
              <p:cNvSpPr/>
              <p:nvPr/>
            </p:nvSpPr>
            <p:spPr>
              <a:xfrm>
                <a:off x="4884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5" name="Freeform: Shape 2674">
                <a:extLst>
                  <a:ext uri="{FF2B5EF4-FFF2-40B4-BE49-F238E27FC236}">
                    <a16:creationId xmlns:a16="http://schemas.microsoft.com/office/drawing/2014/main" id="{69F2DF43-25A0-4F66-A7C8-5F82DEF807F5}"/>
                  </a:ext>
                </a:extLst>
              </p:cNvPr>
              <p:cNvSpPr/>
              <p:nvPr/>
            </p:nvSpPr>
            <p:spPr>
              <a:xfrm>
                <a:off x="4884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6" name="Freeform: Shape 2675">
                <a:extLst>
                  <a:ext uri="{FF2B5EF4-FFF2-40B4-BE49-F238E27FC236}">
                    <a16:creationId xmlns:a16="http://schemas.microsoft.com/office/drawing/2014/main" id="{BF7813B8-CF79-438B-9DFF-600D348234C0}"/>
                  </a:ext>
                </a:extLst>
              </p:cNvPr>
              <p:cNvSpPr/>
              <p:nvPr/>
            </p:nvSpPr>
            <p:spPr>
              <a:xfrm>
                <a:off x="4884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7" name="Freeform: Shape 2676">
                <a:extLst>
                  <a:ext uri="{FF2B5EF4-FFF2-40B4-BE49-F238E27FC236}">
                    <a16:creationId xmlns:a16="http://schemas.microsoft.com/office/drawing/2014/main" id="{3ACFBEB4-C7C3-4F54-9987-F8BE387677C5}"/>
                  </a:ext>
                </a:extLst>
              </p:cNvPr>
              <p:cNvSpPr/>
              <p:nvPr/>
            </p:nvSpPr>
            <p:spPr>
              <a:xfrm>
                <a:off x="4884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8" name="Freeform: Shape 2677">
                <a:extLst>
                  <a:ext uri="{FF2B5EF4-FFF2-40B4-BE49-F238E27FC236}">
                    <a16:creationId xmlns:a16="http://schemas.microsoft.com/office/drawing/2014/main" id="{487807B0-55EF-49E9-AC0B-1D88E7CA4CA4}"/>
                  </a:ext>
                </a:extLst>
              </p:cNvPr>
              <p:cNvSpPr/>
              <p:nvPr/>
            </p:nvSpPr>
            <p:spPr>
              <a:xfrm>
                <a:off x="4884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9" name="Freeform: Shape 2678">
                <a:extLst>
                  <a:ext uri="{FF2B5EF4-FFF2-40B4-BE49-F238E27FC236}">
                    <a16:creationId xmlns:a16="http://schemas.microsoft.com/office/drawing/2014/main" id="{91BED823-4B92-4AFB-8787-9BC77DD6CA3E}"/>
                  </a:ext>
                </a:extLst>
              </p:cNvPr>
              <p:cNvSpPr/>
              <p:nvPr/>
            </p:nvSpPr>
            <p:spPr>
              <a:xfrm>
                <a:off x="4884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0" name="Freeform: Shape 2679">
                <a:extLst>
                  <a:ext uri="{FF2B5EF4-FFF2-40B4-BE49-F238E27FC236}">
                    <a16:creationId xmlns:a16="http://schemas.microsoft.com/office/drawing/2014/main" id="{8138CCC7-5AD3-4B09-891E-0A0980E2F9D7}"/>
                  </a:ext>
                </a:extLst>
              </p:cNvPr>
              <p:cNvSpPr/>
              <p:nvPr/>
            </p:nvSpPr>
            <p:spPr>
              <a:xfrm>
                <a:off x="4884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1" name="Freeform: Shape 2680">
                <a:extLst>
                  <a:ext uri="{FF2B5EF4-FFF2-40B4-BE49-F238E27FC236}">
                    <a16:creationId xmlns:a16="http://schemas.microsoft.com/office/drawing/2014/main" id="{82872C1E-0E47-4FE7-9141-6E8E5237396E}"/>
                  </a:ext>
                </a:extLst>
              </p:cNvPr>
              <p:cNvSpPr/>
              <p:nvPr/>
            </p:nvSpPr>
            <p:spPr>
              <a:xfrm>
                <a:off x="4884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2" name="Freeform: Shape 2681">
                <a:extLst>
                  <a:ext uri="{FF2B5EF4-FFF2-40B4-BE49-F238E27FC236}">
                    <a16:creationId xmlns:a16="http://schemas.microsoft.com/office/drawing/2014/main" id="{2B211650-2D04-4B98-B02D-106061FEBFAC}"/>
                  </a:ext>
                </a:extLst>
              </p:cNvPr>
              <p:cNvSpPr/>
              <p:nvPr/>
            </p:nvSpPr>
            <p:spPr>
              <a:xfrm>
                <a:off x="4884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3" name="Freeform: Shape 2682">
                <a:extLst>
                  <a:ext uri="{FF2B5EF4-FFF2-40B4-BE49-F238E27FC236}">
                    <a16:creationId xmlns:a16="http://schemas.microsoft.com/office/drawing/2014/main" id="{7453CB3D-52F5-48B4-82D1-C4F6963BB705}"/>
                  </a:ext>
                </a:extLst>
              </p:cNvPr>
              <p:cNvSpPr/>
              <p:nvPr/>
            </p:nvSpPr>
            <p:spPr>
              <a:xfrm>
                <a:off x="49611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4" name="Freeform: Shape 2683">
                <a:extLst>
                  <a:ext uri="{FF2B5EF4-FFF2-40B4-BE49-F238E27FC236}">
                    <a16:creationId xmlns:a16="http://schemas.microsoft.com/office/drawing/2014/main" id="{930F0AAC-720E-4C24-AA0D-265756A31834}"/>
                  </a:ext>
                </a:extLst>
              </p:cNvPr>
              <p:cNvSpPr/>
              <p:nvPr/>
            </p:nvSpPr>
            <p:spPr>
              <a:xfrm>
                <a:off x="4961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5" name="Freeform: Shape 2684">
                <a:extLst>
                  <a:ext uri="{FF2B5EF4-FFF2-40B4-BE49-F238E27FC236}">
                    <a16:creationId xmlns:a16="http://schemas.microsoft.com/office/drawing/2014/main" id="{ACDCEBCF-D480-4E36-BCC2-AC42BC76E7C3}"/>
                  </a:ext>
                </a:extLst>
              </p:cNvPr>
              <p:cNvSpPr/>
              <p:nvPr/>
            </p:nvSpPr>
            <p:spPr>
              <a:xfrm>
                <a:off x="4961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6" name="Freeform: Shape 2685">
                <a:extLst>
                  <a:ext uri="{FF2B5EF4-FFF2-40B4-BE49-F238E27FC236}">
                    <a16:creationId xmlns:a16="http://schemas.microsoft.com/office/drawing/2014/main" id="{6A1E6268-1445-4414-AB93-B37F67FE5255}"/>
                  </a:ext>
                </a:extLst>
              </p:cNvPr>
              <p:cNvSpPr/>
              <p:nvPr/>
            </p:nvSpPr>
            <p:spPr>
              <a:xfrm>
                <a:off x="4961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7" name="Freeform: Shape 2686">
                <a:extLst>
                  <a:ext uri="{FF2B5EF4-FFF2-40B4-BE49-F238E27FC236}">
                    <a16:creationId xmlns:a16="http://schemas.microsoft.com/office/drawing/2014/main" id="{895AC8F8-E0F2-46DC-ACA0-CBA56AC5B8EA}"/>
                  </a:ext>
                </a:extLst>
              </p:cNvPr>
              <p:cNvSpPr/>
              <p:nvPr/>
            </p:nvSpPr>
            <p:spPr>
              <a:xfrm>
                <a:off x="49611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8" name="Freeform: Shape 2687">
                <a:extLst>
                  <a:ext uri="{FF2B5EF4-FFF2-40B4-BE49-F238E27FC236}">
                    <a16:creationId xmlns:a16="http://schemas.microsoft.com/office/drawing/2014/main" id="{32624139-A15A-4B77-B82F-F4334A0E0E5E}"/>
                  </a:ext>
                </a:extLst>
              </p:cNvPr>
              <p:cNvSpPr/>
              <p:nvPr/>
            </p:nvSpPr>
            <p:spPr>
              <a:xfrm>
                <a:off x="4961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9" name="Freeform: Shape 2688">
                <a:extLst>
                  <a:ext uri="{FF2B5EF4-FFF2-40B4-BE49-F238E27FC236}">
                    <a16:creationId xmlns:a16="http://schemas.microsoft.com/office/drawing/2014/main" id="{0A9F3E52-6D65-465A-852D-FB11BAE8EB04}"/>
                  </a:ext>
                </a:extLst>
              </p:cNvPr>
              <p:cNvSpPr/>
              <p:nvPr/>
            </p:nvSpPr>
            <p:spPr>
              <a:xfrm>
                <a:off x="49611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0" name="Freeform: Shape 2689">
                <a:extLst>
                  <a:ext uri="{FF2B5EF4-FFF2-40B4-BE49-F238E27FC236}">
                    <a16:creationId xmlns:a16="http://schemas.microsoft.com/office/drawing/2014/main" id="{EFB98286-3120-45FC-8AB0-682DB9224F02}"/>
                  </a:ext>
                </a:extLst>
              </p:cNvPr>
              <p:cNvSpPr/>
              <p:nvPr/>
            </p:nvSpPr>
            <p:spPr>
              <a:xfrm>
                <a:off x="49611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1" name="Freeform: Shape 2690">
                <a:extLst>
                  <a:ext uri="{FF2B5EF4-FFF2-40B4-BE49-F238E27FC236}">
                    <a16:creationId xmlns:a16="http://schemas.microsoft.com/office/drawing/2014/main" id="{B246A4B2-9A39-4E50-8D37-7200054B6F00}"/>
                  </a:ext>
                </a:extLst>
              </p:cNvPr>
              <p:cNvSpPr/>
              <p:nvPr/>
            </p:nvSpPr>
            <p:spPr>
              <a:xfrm>
                <a:off x="49611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2" name="Freeform: Shape 2691">
                <a:extLst>
                  <a:ext uri="{FF2B5EF4-FFF2-40B4-BE49-F238E27FC236}">
                    <a16:creationId xmlns:a16="http://schemas.microsoft.com/office/drawing/2014/main" id="{90B28E4C-222A-4384-B361-1F4208AAEBBA}"/>
                  </a:ext>
                </a:extLst>
              </p:cNvPr>
              <p:cNvSpPr/>
              <p:nvPr/>
            </p:nvSpPr>
            <p:spPr>
              <a:xfrm>
                <a:off x="49611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3" name="Freeform: Shape 2692">
                <a:extLst>
                  <a:ext uri="{FF2B5EF4-FFF2-40B4-BE49-F238E27FC236}">
                    <a16:creationId xmlns:a16="http://schemas.microsoft.com/office/drawing/2014/main" id="{B1B04EBE-4B00-494A-A620-4EA91D7BD9A8}"/>
                  </a:ext>
                </a:extLst>
              </p:cNvPr>
              <p:cNvSpPr/>
              <p:nvPr/>
            </p:nvSpPr>
            <p:spPr>
              <a:xfrm>
                <a:off x="49611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4" name="Freeform: Shape 2693">
                <a:extLst>
                  <a:ext uri="{FF2B5EF4-FFF2-40B4-BE49-F238E27FC236}">
                    <a16:creationId xmlns:a16="http://schemas.microsoft.com/office/drawing/2014/main" id="{538B3711-A80D-4351-9B16-8536534287ED}"/>
                  </a:ext>
                </a:extLst>
              </p:cNvPr>
              <p:cNvSpPr/>
              <p:nvPr/>
            </p:nvSpPr>
            <p:spPr>
              <a:xfrm>
                <a:off x="49611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5" name="Freeform: Shape 2694">
                <a:extLst>
                  <a:ext uri="{FF2B5EF4-FFF2-40B4-BE49-F238E27FC236}">
                    <a16:creationId xmlns:a16="http://schemas.microsoft.com/office/drawing/2014/main" id="{1F16BC6B-382F-485A-9EDF-7E5FE1C3852B}"/>
                  </a:ext>
                </a:extLst>
              </p:cNvPr>
              <p:cNvSpPr/>
              <p:nvPr/>
            </p:nvSpPr>
            <p:spPr>
              <a:xfrm>
                <a:off x="49611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6" name="Freeform: Shape 2695">
                <a:extLst>
                  <a:ext uri="{FF2B5EF4-FFF2-40B4-BE49-F238E27FC236}">
                    <a16:creationId xmlns:a16="http://schemas.microsoft.com/office/drawing/2014/main" id="{095526B6-BD68-4C6B-B05E-C0B86423B494}"/>
                  </a:ext>
                </a:extLst>
              </p:cNvPr>
              <p:cNvSpPr/>
              <p:nvPr/>
            </p:nvSpPr>
            <p:spPr>
              <a:xfrm>
                <a:off x="49611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7" name="Freeform: Shape 2696">
                <a:extLst>
                  <a:ext uri="{FF2B5EF4-FFF2-40B4-BE49-F238E27FC236}">
                    <a16:creationId xmlns:a16="http://schemas.microsoft.com/office/drawing/2014/main" id="{056DF97E-C852-481C-B366-88BE4E3FF699}"/>
                  </a:ext>
                </a:extLst>
              </p:cNvPr>
              <p:cNvSpPr/>
              <p:nvPr/>
            </p:nvSpPr>
            <p:spPr>
              <a:xfrm>
                <a:off x="50373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8" name="Freeform: Shape 2697">
                <a:extLst>
                  <a:ext uri="{FF2B5EF4-FFF2-40B4-BE49-F238E27FC236}">
                    <a16:creationId xmlns:a16="http://schemas.microsoft.com/office/drawing/2014/main" id="{9F5D9727-3154-479E-9304-17851238B17B}"/>
                  </a:ext>
                </a:extLst>
              </p:cNvPr>
              <p:cNvSpPr/>
              <p:nvPr/>
            </p:nvSpPr>
            <p:spPr>
              <a:xfrm>
                <a:off x="5037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9" name="Freeform: Shape 2698">
                <a:extLst>
                  <a:ext uri="{FF2B5EF4-FFF2-40B4-BE49-F238E27FC236}">
                    <a16:creationId xmlns:a16="http://schemas.microsoft.com/office/drawing/2014/main" id="{9A2B106F-0A90-457D-8913-BEFB68394D02}"/>
                  </a:ext>
                </a:extLst>
              </p:cNvPr>
              <p:cNvSpPr/>
              <p:nvPr/>
            </p:nvSpPr>
            <p:spPr>
              <a:xfrm>
                <a:off x="5037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0" name="Freeform: Shape 2699">
                <a:extLst>
                  <a:ext uri="{FF2B5EF4-FFF2-40B4-BE49-F238E27FC236}">
                    <a16:creationId xmlns:a16="http://schemas.microsoft.com/office/drawing/2014/main" id="{CD8F5DD6-03FD-4DF2-815A-D3BA911D445C}"/>
                  </a:ext>
                </a:extLst>
              </p:cNvPr>
              <p:cNvSpPr/>
              <p:nvPr/>
            </p:nvSpPr>
            <p:spPr>
              <a:xfrm>
                <a:off x="5037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1" name="Freeform: Shape 2700">
                <a:extLst>
                  <a:ext uri="{FF2B5EF4-FFF2-40B4-BE49-F238E27FC236}">
                    <a16:creationId xmlns:a16="http://schemas.microsoft.com/office/drawing/2014/main" id="{8545E386-95CB-4B9B-9CF6-F5F33BF2D465}"/>
                  </a:ext>
                </a:extLst>
              </p:cNvPr>
              <p:cNvSpPr/>
              <p:nvPr/>
            </p:nvSpPr>
            <p:spPr>
              <a:xfrm>
                <a:off x="5037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2" name="Freeform: Shape 2701">
                <a:extLst>
                  <a:ext uri="{FF2B5EF4-FFF2-40B4-BE49-F238E27FC236}">
                    <a16:creationId xmlns:a16="http://schemas.microsoft.com/office/drawing/2014/main" id="{87548295-5BF2-424A-9F35-899B95AF820B}"/>
                  </a:ext>
                </a:extLst>
              </p:cNvPr>
              <p:cNvSpPr/>
              <p:nvPr/>
            </p:nvSpPr>
            <p:spPr>
              <a:xfrm>
                <a:off x="5037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3" name="Freeform: Shape 2702">
                <a:extLst>
                  <a:ext uri="{FF2B5EF4-FFF2-40B4-BE49-F238E27FC236}">
                    <a16:creationId xmlns:a16="http://schemas.microsoft.com/office/drawing/2014/main" id="{B6E3A10B-2617-44F7-89EE-1911FD7F1240}"/>
                  </a:ext>
                </a:extLst>
              </p:cNvPr>
              <p:cNvSpPr/>
              <p:nvPr/>
            </p:nvSpPr>
            <p:spPr>
              <a:xfrm>
                <a:off x="50373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4" name="Freeform: Shape 2703">
                <a:extLst>
                  <a:ext uri="{FF2B5EF4-FFF2-40B4-BE49-F238E27FC236}">
                    <a16:creationId xmlns:a16="http://schemas.microsoft.com/office/drawing/2014/main" id="{CD50344C-97DB-4D6B-BB04-FEFDFC3866C2}"/>
                  </a:ext>
                </a:extLst>
              </p:cNvPr>
              <p:cNvSpPr/>
              <p:nvPr/>
            </p:nvSpPr>
            <p:spPr>
              <a:xfrm>
                <a:off x="50373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5" name="Freeform: Shape 2704">
                <a:extLst>
                  <a:ext uri="{FF2B5EF4-FFF2-40B4-BE49-F238E27FC236}">
                    <a16:creationId xmlns:a16="http://schemas.microsoft.com/office/drawing/2014/main" id="{9DC624DC-A42D-4A5C-86E4-119D35F66694}"/>
                  </a:ext>
                </a:extLst>
              </p:cNvPr>
              <p:cNvSpPr/>
              <p:nvPr/>
            </p:nvSpPr>
            <p:spPr>
              <a:xfrm>
                <a:off x="50373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6" name="Freeform: Shape 2705">
                <a:extLst>
                  <a:ext uri="{FF2B5EF4-FFF2-40B4-BE49-F238E27FC236}">
                    <a16:creationId xmlns:a16="http://schemas.microsoft.com/office/drawing/2014/main" id="{5C51870F-1F18-41AD-99FD-96420A026B9B}"/>
                  </a:ext>
                </a:extLst>
              </p:cNvPr>
              <p:cNvSpPr/>
              <p:nvPr/>
            </p:nvSpPr>
            <p:spPr>
              <a:xfrm>
                <a:off x="50373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7" name="Freeform: Shape 2706">
                <a:extLst>
                  <a:ext uri="{FF2B5EF4-FFF2-40B4-BE49-F238E27FC236}">
                    <a16:creationId xmlns:a16="http://schemas.microsoft.com/office/drawing/2014/main" id="{FD2F7B78-5800-472E-91A7-ADD53FABBC87}"/>
                  </a:ext>
                </a:extLst>
              </p:cNvPr>
              <p:cNvSpPr/>
              <p:nvPr/>
            </p:nvSpPr>
            <p:spPr>
              <a:xfrm>
                <a:off x="50373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8" name="Freeform: Shape 2707">
                <a:extLst>
                  <a:ext uri="{FF2B5EF4-FFF2-40B4-BE49-F238E27FC236}">
                    <a16:creationId xmlns:a16="http://schemas.microsoft.com/office/drawing/2014/main" id="{359FA6A8-98FC-4F67-A08B-CD13856C6438}"/>
                  </a:ext>
                </a:extLst>
              </p:cNvPr>
              <p:cNvSpPr/>
              <p:nvPr/>
            </p:nvSpPr>
            <p:spPr>
              <a:xfrm>
                <a:off x="50373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9" name="Freeform: Shape 2708">
                <a:extLst>
                  <a:ext uri="{FF2B5EF4-FFF2-40B4-BE49-F238E27FC236}">
                    <a16:creationId xmlns:a16="http://schemas.microsoft.com/office/drawing/2014/main" id="{D8990382-391B-4EC2-98F3-57B46F282AC3}"/>
                  </a:ext>
                </a:extLst>
              </p:cNvPr>
              <p:cNvSpPr/>
              <p:nvPr/>
            </p:nvSpPr>
            <p:spPr>
              <a:xfrm>
                <a:off x="50373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0" name="Freeform: Shape 2709">
                <a:extLst>
                  <a:ext uri="{FF2B5EF4-FFF2-40B4-BE49-F238E27FC236}">
                    <a16:creationId xmlns:a16="http://schemas.microsoft.com/office/drawing/2014/main" id="{CDB7E7F5-1B34-42A6-B082-B9A9C3FABA96}"/>
                  </a:ext>
                </a:extLst>
              </p:cNvPr>
              <p:cNvSpPr/>
              <p:nvPr/>
            </p:nvSpPr>
            <p:spPr>
              <a:xfrm>
                <a:off x="50373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1" name="Freeform: Shape 2710">
                <a:extLst>
                  <a:ext uri="{FF2B5EF4-FFF2-40B4-BE49-F238E27FC236}">
                    <a16:creationId xmlns:a16="http://schemas.microsoft.com/office/drawing/2014/main" id="{3AA15140-C91B-4E60-9705-724997BD4953}"/>
                  </a:ext>
                </a:extLst>
              </p:cNvPr>
              <p:cNvSpPr/>
              <p:nvPr/>
            </p:nvSpPr>
            <p:spPr>
              <a:xfrm>
                <a:off x="511335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2" name="Freeform: Shape 2711">
                <a:extLst>
                  <a:ext uri="{FF2B5EF4-FFF2-40B4-BE49-F238E27FC236}">
                    <a16:creationId xmlns:a16="http://schemas.microsoft.com/office/drawing/2014/main" id="{D2148640-25F3-4C0F-AB2A-BE8927D31A6A}"/>
                  </a:ext>
                </a:extLst>
              </p:cNvPr>
              <p:cNvSpPr/>
              <p:nvPr/>
            </p:nvSpPr>
            <p:spPr>
              <a:xfrm>
                <a:off x="511335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6" y="2137"/>
                    </a:cubicBezTo>
                    <a:cubicBezTo>
                      <a:pt x="1339" y="2137"/>
                      <a:pt x="1605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3" name="Freeform: Shape 2712">
                <a:extLst>
                  <a:ext uri="{FF2B5EF4-FFF2-40B4-BE49-F238E27FC236}">
                    <a16:creationId xmlns:a16="http://schemas.microsoft.com/office/drawing/2014/main" id="{F8FD53B1-F3F1-4894-846C-E0669A4E736F}"/>
                  </a:ext>
                </a:extLst>
              </p:cNvPr>
              <p:cNvSpPr/>
              <p:nvPr/>
            </p:nvSpPr>
            <p:spPr>
              <a:xfrm>
                <a:off x="51895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4" name="Freeform: Shape 2713">
                <a:extLst>
                  <a:ext uri="{FF2B5EF4-FFF2-40B4-BE49-F238E27FC236}">
                    <a16:creationId xmlns:a16="http://schemas.microsoft.com/office/drawing/2014/main" id="{AA0F3A6F-C4EB-4B73-BE78-7F1BCF0D2067}"/>
                  </a:ext>
                </a:extLst>
              </p:cNvPr>
              <p:cNvSpPr/>
              <p:nvPr/>
            </p:nvSpPr>
            <p:spPr>
              <a:xfrm>
                <a:off x="51895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5" name="Freeform: Shape 2714">
                <a:extLst>
                  <a:ext uri="{FF2B5EF4-FFF2-40B4-BE49-F238E27FC236}">
                    <a16:creationId xmlns:a16="http://schemas.microsoft.com/office/drawing/2014/main" id="{F825CBEE-6476-4AEA-9A73-6CF6F2E699AF}"/>
                  </a:ext>
                </a:extLst>
              </p:cNvPr>
              <p:cNvSpPr/>
              <p:nvPr/>
            </p:nvSpPr>
            <p:spPr>
              <a:xfrm>
                <a:off x="5189550" y="157140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51" y="0"/>
                    </a:moveTo>
                    <a:cubicBezTo>
                      <a:pt x="472" y="0"/>
                      <a:pt x="1" y="477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ubicBezTo>
                      <a:pt x="1061" y="1"/>
                      <a:pt x="1056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6" name="Freeform: Shape 2715">
                <a:extLst>
                  <a:ext uri="{FF2B5EF4-FFF2-40B4-BE49-F238E27FC236}">
                    <a16:creationId xmlns:a16="http://schemas.microsoft.com/office/drawing/2014/main" id="{9864684F-6E1F-4E98-95EE-AD446A4798AD}"/>
                  </a:ext>
                </a:extLst>
              </p:cNvPr>
              <p:cNvSpPr/>
              <p:nvPr/>
            </p:nvSpPr>
            <p:spPr>
              <a:xfrm>
                <a:off x="5189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8"/>
                      <a:pt x="1068" y="2138"/>
                    </a:cubicBezTo>
                    <a:cubicBezTo>
                      <a:pt x="1329" y="2138"/>
                      <a:pt x="1596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7" name="Freeform: Shape 2716">
                <a:extLst>
                  <a:ext uri="{FF2B5EF4-FFF2-40B4-BE49-F238E27FC236}">
                    <a16:creationId xmlns:a16="http://schemas.microsoft.com/office/drawing/2014/main" id="{840BE5AD-2B8A-4D83-B77D-02902E8C2191}"/>
                  </a:ext>
                </a:extLst>
              </p:cNvPr>
              <p:cNvSpPr/>
              <p:nvPr/>
            </p:nvSpPr>
            <p:spPr>
              <a:xfrm>
                <a:off x="51895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8" name="Freeform: Shape 2717">
                <a:extLst>
                  <a:ext uri="{FF2B5EF4-FFF2-40B4-BE49-F238E27FC236}">
                    <a16:creationId xmlns:a16="http://schemas.microsoft.com/office/drawing/2014/main" id="{1E93E8F7-757F-42EE-AF51-00F81A3C626D}"/>
                  </a:ext>
                </a:extLst>
              </p:cNvPr>
              <p:cNvSpPr/>
              <p:nvPr/>
            </p:nvSpPr>
            <p:spPr>
              <a:xfrm>
                <a:off x="51895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9" name="Freeform: Shape 2718">
                <a:extLst>
                  <a:ext uri="{FF2B5EF4-FFF2-40B4-BE49-F238E27FC236}">
                    <a16:creationId xmlns:a16="http://schemas.microsoft.com/office/drawing/2014/main" id="{3FBB1AAE-564C-4129-9753-248EC63E6E31}"/>
                  </a:ext>
                </a:extLst>
              </p:cNvPr>
              <p:cNvSpPr/>
              <p:nvPr/>
            </p:nvSpPr>
            <p:spPr>
              <a:xfrm>
                <a:off x="518955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0" name="Freeform: Shape 2719">
                <a:extLst>
                  <a:ext uri="{FF2B5EF4-FFF2-40B4-BE49-F238E27FC236}">
                    <a16:creationId xmlns:a16="http://schemas.microsoft.com/office/drawing/2014/main" id="{F9CA4621-957E-4FFB-93B2-BD6ED82C72B7}"/>
                  </a:ext>
                </a:extLst>
              </p:cNvPr>
              <p:cNvSpPr/>
              <p:nvPr/>
            </p:nvSpPr>
            <p:spPr>
              <a:xfrm>
                <a:off x="5189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1" name="Freeform: Shape 2720">
                <a:extLst>
                  <a:ext uri="{FF2B5EF4-FFF2-40B4-BE49-F238E27FC236}">
                    <a16:creationId xmlns:a16="http://schemas.microsoft.com/office/drawing/2014/main" id="{1752A008-A1DE-479F-AF23-70231C781111}"/>
                  </a:ext>
                </a:extLst>
              </p:cNvPr>
              <p:cNvSpPr/>
              <p:nvPr/>
            </p:nvSpPr>
            <p:spPr>
              <a:xfrm>
                <a:off x="5189550" y="20282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2" name="Freeform: Shape 2721">
                <a:extLst>
                  <a:ext uri="{FF2B5EF4-FFF2-40B4-BE49-F238E27FC236}">
                    <a16:creationId xmlns:a16="http://schemas.microsoft.com/office/drawing/2014/main" id="{E335F8CF-5D85-4900-80AB-FC834F768FB7}"/>
                  </a:ext>
                </a:extLst>
              </p:cNvPr>
              <p:cNvSpPr/>
              <p:nvPr/>
            </p:nvSpPr>
            <p:spPr>
              <a:xfrm>
                <a:off x="5189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3" name="Freeform: Shape 2722">
                <a:extLst>
                  <a:ext uri="{FF2B5EF4-FFF2-40B4-BE49-F238E27FC236}">
                    <a16:creationId xmlns:a16="http://schemas.microsoft.com/office/drawing/2014/main" id="{23781D6B-2686-42C9-A894-E651DDB1639C}"/>
                  </a:ext>
                </a:extLst>
              </p:cNvPr>
              <p:cNvSpPr/>
              <p:nvPr/>
            </p:nvSpPr>
            <p:spPr>
              <a:xfrm>
                <a:off x="5189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4" name="Freeform: Shape 2723">
                <a:extLst>
                  <a:ext uri="{FF2B5EF4-FFF2-40B4-BE49-F238E27FC236}">
                    <a16:creationId xmlns:a16="http://schemas.microsoft.com/office/drawing/2014/main" id="{1CDFC8CB-BF44-422D-9B38-F32947053D90}"/>
                  </a:ext>
                </a:extLst>
              </p:cNvPr>
              <p:cNvSpPr/>
              <p:nvPr/>
            </p:nvSpPr>
            <p:spPr>
              <a:xfrm>
                <a:off x="5189550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5" name="Freeform: Shape 2724">
                <a:extLst>
                  <a:ext uri="{FF2B5EF4-FFF2-40B4-BE49-F238E27FC236}">
                    <a16:creationId xmlns:a16="http://schemas.microsoft.com/office/drawing/2014/main" id="{9DD4C50E-01AF-4A0D-8F2B-7E815BCA3C13}"/>
                  </a:ext>
                </a:extLst>
              </p:cNvPr>
              <p:cNvSpPr/>
              <p:nvPr/>
            </p:nvSpPr>
            <p:spPr>
              <a:xfrm>
                <a:off x="5189550" y="23331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6" name="Freeform: Shape 2725">
                <a:extLst>
                  <a:ext uri="{FF2B5EF4-FFF2-40B4-BE49-F238E27FC236}">
                    <a16:creationId xmlns:a16="http://schemas.microsoft.com/office/drawing/2014/main" id="{1C0CE748-80B7-4F1E-8970-77FC41F9D6CD}"/>
                  </a:ext>
                </a:extLst>
              </p:cNvPr>
              <p:cNvSpPr/>
              <p:nvPr/>
            </p:nvSpPr>
            <p:spPr>
              <a:xfrm>
                <a:off x="5189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7" name="Freeform: Shape 2726">
                <a:extLst>
                  <a:ext uri="{FF2B5EF4-FFF2-40B4-BE49-F238E27FC236}">
                    <a16:creationId xmlns:a16="http://schemas.microsoft.com/office/drawing/2014/main" id="{0E345011-1C09-4FCF-A374-D88AB094FD27}"/>
                  </a:ext>
                </a:extLst>
              </p:cNvPr>
              <p:cNvSpPr/>
              <p:nvPr/>
            </p:nvSpPr>
            <p:spPr>
              <a:xfrm>
                <a:off x="51895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8" name="Freeform: Shape 2727">
                <a:extLst>
                  <a:ext uri="{FF2B5EF4-FFF2-40B4-BE49-F238E27FC236}">
                    <a16:creationId xmlns:a16="http://schemas.microsoft.com/office/drawing/2014/main" id="{EBDC5863-7759-4E0D-8D5C-C07B3980A006}"/>
                  </a:ext>
                </a:extLst>
              </p:cNvPr>
              <p:cNvSpPr/>
              <p:nvPr/>
            </p:nvSpPr>
            <p:spPr>
              <a:xfrm>
                <a:off x="5189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9" name="Freeform: Shape 2728">
                <a:extLst>
                  <a:ext uri="{FF2B5EF4-FFF2-40B4-BE49-F238E27FC236}">
                    <a16:creationId xmlns:a16="http://schemas.microsoft.com/office/drawing/2014/main" id="{9D89B05C-3FA0-460B-A130-CA6B98D2C0E0}"/>
                  </a:ext>
                </a:extLst>
              </p:cNvPr>
              <p:cNvSpPr/>
              <p:nvPr/>
            </p:nvSpPr>
            <p:spPr>
              <a:xfrm>
                <a:off x="51895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5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0" name="Freeform: Shape 2729">
                <a:extLst>
                  <a:ext uri="{FF2B5EF4-FFF2-40B4-BE49-F238E27FC236}">
                    <a16:creationId xmlns:a16="http://schemas.microsoft.com/office/drawing/2014/main" id="{EBA2B90C-C859-46C0-BFF7-D08A6996281C}"/>
                  </a:ext>
                </a:extLst>
              </p:cNvPr>
              <p:cNvSpPr/>
              <p:nvPr/>
            </p:nvSpPr>
            <p:spPr>
              <a:xfrm>
                <a:off x="51895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1" name="Freeform: Shape 2730">
                <a:extLst>
                  <a:ext uri="{FF2B5EF4-FFF2-40B4-BE49-F238E27FC236}">
                    <a16:creationId xmlns:a16="http://schemas.microsoft.com/office/drawing/2014/main" id="{3B63AC52-0502-4C8E-8F17-F6D1852AB71A}"/>
                  </a:ext>
                </a:extLst>
              </p:cNvPr>
              <p:cNvSpPr/>
              <p:nvPr/>
            </p:nvSpPr>
            <p:spPr>
              <a:xfrm>
                <a:off x="5265775" y="13427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2" name="Freeform: Shape 2731">
                <a:extLst>
                  <a:ext uri="{FF2B5EF4-FFF2-40B4-BE49-F238E27FC236}">
                    <a16:creationId xmlns:a16="http://schemas.microsoft.com/office/drawing/2014/main" id="{7AAFDDD3-4015-4852-A637-2AC51F15094B}"/>
                  </a:ext>
                </a:extLst>
              </p:cNvPr>
              <p:cNvSpPr/>
              <p:nvPr/>
            </p:nvSpPr>
            <p:spPr>
              <a:xfrm>
                <a:off x="52657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3" name="Freeform: Shape 2732">
                <a:extLst>
                  <a:ext uri="{FF2B5EF4-FFF2-40B4-BE49-F238E27FC236}">
                    <a16:creationId xmlns:a16="http://schemas.microsoft.com/office/drawing/2014/main" id="{FEBFD5E4-E7BD-437D-8602-99EBBC40019F}"/>
                  </a:ext>
                </a:extLst>
              </p:cNvPr>
              <p:cNvSpPr/>
              <p:nvPr/>
            </p:nvSpPr>
            <p:spPr>
              <a:xfrm>
                <a:off x="52657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4" name="Freeform: Shape 2733">
                <a:extLst>
                  <a:ext uri="{FF2B5EF4-FFF2-40B4-BE49-F238E27FC236}">
                    <a16:creationId xmlns:a16="http://schemas.microsoft.com/office/drawing/2014/main" id="{11B07EB7-D19C-467D-85BB-20C4D8991985}"/>
                  </a:ext>
                </a:extLst>
              </p:cNvPr>
              <p:cNvSpPr/>
              <p:nvPr/>
            </p:nvSpPr>
            <p:spPr>
              <a:xfrm>
                <a:off x="5265775" y="157140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51" y="0"/>
                    </a:moveTo>
                    <a:cubicBezTo>
                      <a:pt x="472" y="0"/>
                      <a:pt x="0" y="477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ubicBezTo>
                      <a:pt x="1060" y="1"/>
                      <a:pt x="1055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5" name="Freeform: Shape 2734">
                <a:extLst>
                  <a:ext uri="{FF2B5EF4-FFF2-40B4-BE49-F238E27FC236}">
                    <a16:creationId xmlns:a16="http://schemas.microsoft.com/office/drawing/2014/main" id="{BD8B67F1-479E-47A6-9CF9-6F071846500F}"/>
                  </a:ext>
                </a:extLst>
              </p:cNvPr>
              <p:cNvSpPr/>
              <p:nvPr/>
            </p:nvSpPr>
            <p:spPr>
              <a:xfrm>
                <a:off x="52657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8"/>
                      <a:pt x="1068" y="2138"/>
                    </a:cubicBezTo>
                    <a:cubicBezTo>
                      <a:pt x="1329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6" name="Freeform: Shape 2735">
                <a:extLst>
                  <a:ext uri="{FF2B5EF4-FFF2-40B4-BE49-F238E27FC236}">
                    <a16:creationId xmlns:a16="http://schemas.microsoft.com/office/drawing/2014/main" id="{60DEE019-DC1B-4E29-83B1-5A71BD3E521C}"/>
                  </a:ext>
                </a:extLst>
              </p:cNvPr>
              <p:cNvSpPr/>
              <p:nvPr/>
            </p:nvSpPr>
            <p:spPr>
              <a:xfrm>
                <a:off x="52657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7" name="Freeform: Shape 2736">
                <a:extLst>
                  <a:ext uri="{FF2B5EF4-FFF2-40B4-BE49-F238E27FC236}">
                    <a16:creationId xmlns:a16="http://schemas.microsoft.com/office/drawing/2014/main" id="{AD6F6FDB-765D-472E-A1AF-59FED2C7A410}"/>
                  </a:ext>
                </a:extLst>
              </p:cNvPr>
              <p:cNvSpPr/>
              <p:nvPr/>
            </p:nvSpPr>
            <p:spPr>
              <a:xfrm>
                <a:off x="52657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8" name="Freeform: Shape 2737">
                <a:extLst>
                  <a:ext uri="{FF2B5EF4-FFF2-40B4-BE49-F238E27FC236}">
                    <a16:creationId xmlns:a16="http://schemas.microsoft.com/office/drawing/2014/main" id="{062524E4-2693-41CF-A3B6-3BDE60AED0A2}"/>
                  </a:ext>
                </a:extLst>
              </p:cNvPr>
              <p:cNvSpPr/>
              <p:nvPr/>
            </p:nvSpPr>
            <p:spPr>
              <a:xfrm>
                <a:off x="5265775" y="18760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9" name="Freeform: Shape 2738">
                <a:extLst>
                  <a:ext uri="{FF2B5EF4-FFF2-40B4-BE49-F238E27FC236}">
                    <a16:creationId xmlns:a16="http://schemas.microsoft.com/office/drawing/2014/main" id="{AA68AD7E-8618-445A-B0D7-B737B5AEFC4B}"/>
                  </a:ext>
                </a:extLst>
              </p:cNvPr>
              <p:cNvSpPr/>
              <p:nvPr/>
            </p:nvSpPr>
            <p:spPr>
              <a:xfrm>
                <a:off x="52657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74"/>
                    </a:cubicBezTo>
                    <a:cubicBezTo>
                      <a:pt x="0" y="1712"/>
                      <a:pt x="521" y="2138"/>
                      <a:pt x="1067" y="2138"/>
                    </a:cubicBezTo>
                    <a:cubicBezTo>
                      <a:pt x="1328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0" name="Freeform: Shape 2739">
                <a:extLst>
                  <a:ext uri="{FF2B5EF4-FFF2-40B4-BE49-F238E27FC236}">
                    <a16:creationId xmlns:a16="http://schemas.microsoft.com/office/drawing/2014/main" id="{7B85AE2F-CAEC-4C8E-85F7-8DD85FF532C1}"/>
                  </a:ext>
                </a:extLst>
              </p:cNvPr>
              <p:cNvSpPr/>
              <p:nvPr/>
            </p:nvSpPr>
            <p:spPr>
              <a:xfrm>
                <a:off x="5265775" y="20282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1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1" name="Freeform: Shape 2740">
                <a:extLst>
                  <a:ext uri="{FF2B5EF4-FFF2-40B4-BE49-F238E27FC236}">
                    <a16:creationId xmlns:a16="http://schemas.microsoft.com/office/drawing/2014/main" id="{898FCCD8-F401-4868-9CAA-6012BDB8181A}"/>
                  </a:ext>
                </a:extLst>
              </p:cNvPr>
              <p:cNvSpPr/>
              <p:nvPr/>
            </p:nvSpPr>
            <p:spPr>
              <a:xfrm>
                <a:off x="52657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2" name="Freeform: Shape 2741">
                <a:extLst>
                  <a:ext uri="{FF2B5EF4-FFF2-40B4-BE49-F238E27FC236}">
                    <a16:creationId xmlns:a16="http://schemas.microsoft.com/office/drawing/2014/main" id="{773DE751-3249-4B2E-9223-07EB1F21F700}"/>
                  </a:ext>
                </a:extLst>
              </p:cNvPr>
              <p:cNvSpPr/>
              <p:nvPr/>
            </p:nvSpPr>
            <p:spPr>
              <a:xfrm>
                <a:off x="52657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3" name="Freeform: Shape 2742">
                <a:extLst>
                  <a:ext uri="{FF2B5EF4-FFF2-40B4-BE49-F238E27FC236}">
                    <a16:creationId xmlns:a16="http://schemas.microsoft.com/office/drawing/2014/main" id="{71CC61CF-1DD9-4F67-8831-B7D2B8AC4AEE}"/>
                  </a:ext>
                </a:extLst>
              </p:cNvPr>
              <p:cNvSpPr/>
              <p:nvPr/>
            </p:nvSpPr>
            <p:spPr>
              <a:xfrm>
                <a:off x="5265775" y="225692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4" name="Freeform: Shape 2743">
                <a:extLst>
                  <a:ext uri="{FF2B5EF4-FFF2-40B4-BE49-F238E27FC236}">
                    <a16:creationId xmlns:a16="http://schemas.microsoft.com/office/drawing/2014/main" id="{7151AE21-6E3F-436D-BA26-E37E6FECA5DF}"/>
                  </a:ext>
                </a:extLst>
              </p:cNvPr>
              <p:cNvSpPr/>
              <p:nvPr/>
            </p:nvSpPr>
            <p:spPr>
              <a:xfrm>
                <a:off x="5265775" y="23331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5" name="Freeform: Shape 2744">
                <a:extLst>
                  <a:ext uri="{FF2B5EF4-FFF2-40B4-BE49-F238E27FC236}">
                    <a16:creationId xmlns:a16="http://schemas.microsoft.com/office/drawing/2014/main" id="{AD786672-DE5F-4476-8284-0D359B23F5BA}"/>
                  </a:ext>
                </a:extLst>
              </p:cNvPr>
              <p:cNvSpPr/>
              <p:nvPr/>
            </p:nvSpPr>
            <p:spPr>
              <a:xfrm>
                <a:off x="52657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6" name="Freeform: Shape 2745">
                <a:extLst>
                  <a:ext uri="{FF2B5EF4-FFF2-40B4-BE49-F238E27FC236}">
                    <a16:creationId xmlns:a16="http://schemas.microsoft.com/office/drawing/2014/main" id="{3660ADB5-7EB8-4D1A-B82F-230346AF4F08}"/>
                  </a:ext>
                </a:extLst>
              </p:cNvPr>
              <p:cNvSpPr/>
              <p:nvPr/>
            </p:nvSpPr>
            <p:spPr>
              <a:xfrm>
                <a:off x="5265775" y="24855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7" name="Freeform: Shape 2746">
                <a:extLst>
                  <a:ext uri="{FF2B5EF4-FFF2-40B4-BE49-F238E27FC236}">
                    <a16:creationId xmlns:a16="http://schemas.microsoft.com/office/drawing/2014/main" id="{B5E3CC28-756D-4DF8-B8AC-C4B3F8C827C4}"/>
                  </a:ext>
                </a:extLst>
              </p:cNvPr>
              <p:cNvSpPr/>
              <p:nvPr/>
            </p:nvSpPr>
            <p:spPr>
              <a:xfrm>
                <a:off x="52657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8" name="Freeform: Shape 2747">
                <a:extLst>
                  <a:ext uri="{FF2B5EF4-FFF2-40B4-BE49-F238E27FC236}">
                    <a16:creationId xmlns:a16="http://schemas.microsoft.com/office/drawing/2014/main" id="{B6BC969B-6E20-4004-B631-17803847785F}"/>
                  </a:ext>
                </a:extLst>
              </p:cNvPr>
              <p:cNvSpPr/>
              <p:nvPr/>
            </p:nvSpPr>
            <p:spPr>
              <a:xfrm>
                <a:off x="526577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9" name="Freeform: Shape 2748">
                <a:extLst>
                  <a:ext uri="{FF2B5EF4-FFF2-40B4-BE49-F238E27FC236}">
                    <a16:creationId xmlns:a16="http://schemas.microsoft.com/office/drawing/2014/main" id="{5E03657B-48DF-4DA7-844C-5F3B0AC344D9}"/>
                  </a:ext>
                </a:extLst>
              </p:cNvPr>
              <p:cNvSpPr/>
              <p:nvPr/>
            </p:nvSpPr>
            <p:spPr>
              <a:xfrm>
                <a:off x="53419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0" name="Freeform: Shape 2749">
                <a:extLst>
                  <a:ext uri="{FF2B5EF4-FFF2-40B4-BE49-F238E27FC236}">
                    <a16:creationId xmlns:a16="http://schemas.microsoft.com/office/drawing/2014/main" id="{07B45081-5184-41AB-B777-581D89C7F526}"/>
                  </a:ext>
                </a:extLst>
              </p:cNvPr>
              <p:cNvSpPr/>
              <p:nvPr/>
            </p:nvSpPr>
            <p:spPr>
              <a:xfrm>
                <a:off x="53419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1" name="Freeform: Shape 2750">
                <a:extLst>
                  <a:ext uri="{FF2B5EF4-FFF2-40B4-BE49-F238E27FC236}">
                    <a16:creationId xmlns:a16="http://schemas.microsoft.com/office/drawing/2014/main" id="{0A4D7C60-7CB4-4297-A226-D14AEB27175C}"/>
                  </a:ext>
                </a:extLst>
              </p:cNvPr>
              <p:cNvSpPr/>
              <p:nvPr/>
            </p:nvSpPr>
            <p:spPr>
              <a:xfrm>
                <a:off x="53419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2" name="Freeform: Shape 2751">
                <a:extLst>
                  <a:ext uri="{FF2B5EF4-FFF2-40B4-BE49-F238E27FC236}">
                    <a16:creationId xmlns:a16="http://schemas.microsoft.com/office/drawing/2014/main" id="{20A65D59-15A4-42B2-9DF5-068DD1FB748D}"/>
                  </a:ext>
                </a:extLst>
              </p:cNvPr>
              <p:cNvSpPr/>
              <p:nvPr/>
            </p:nvSpPr>
            <p:spPr>
              <a:xfrm>
                <a:off x="5341975" y="1571400"/>
                <a:ext cx="623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0" extrusionOk="0">
                    <a:moveTo>
                      <a:pt x="1084" y="1"/>
                    </a:moveTo>
                    <a:cubicBezTo>
                      <a:pt x="1080" y="1"/>
                      <a:pt x="1077" y="1"/>
                      <a:pt x="1074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4" y="1149"/>
                      <a:pt x="2020" y="1"/>
                      <a:pt x="108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3" name="Freeform: Shape 2752">
                <a:extLst>
                  <a:ext uri="{FF2B5EF4-FFF2-40B4-BE49-F238E27FC236}">
                    <a16:creationId xmlns:a16="http://schemas.microsoft.com/office/drawing/2014/main" id="{5D76344F-7476-4219-835D-F70F0E9266AD}"/>
                  </a:ext>
                </a:extLst>
              </p:cNvPr>
              <p:cNvSpPr/>
              <p:nvPr/>
            </p:nvSpPr>
            <p:spPr>
              <a:xfrm>
                <a:off x="53419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4" name="Freeform: Shape 2753">
                <a:extLst>
                  <a:ext uri="{FF2B5EF4-FFF2-40B4-BE49-F238E27FC236}">
                    <a16:creationId xmlns:a16="http://schemas.microsoft.com/office/drawing/2014/main" id="{2B9280BB-E634-4C81-9FC7-E7033ABE154F}"/>
                  </a:ext>
                </a:extLst>
              </p:cNvPr>
              <p:cNvSpPr/>
              <p:nvPr/>
            </p:nvSpPr>
            <p:spPr>
              <a:xfrm>
                <a:off x="53419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5" name="Freeform: Shape 2754">
                <a:extLst>
                  <a:ext uri="{FF2B5EF4-FFF2-40B4-BE49-F238E27FC236}">
                    <a16:creationId xmlns:a16="http://schemas.microsoft.com/office/drawing/2014/main" id="{8BCEB2EB-BC86-4AA6-8338-712FBBBCDC0D}"/>
                  </a:ext>
                </a:extLst>
              </p:cNvPr>
              <p:cNvSpPr/>
              <p:nvPr/>
            </p:nvSpPr>
            <p:spPr>
              <a:xfrm>
                <a:off x="53419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6" name="Freeform: Shape 2755">
                <a:extLst>
                  <a:ext uri="{FF2B5EF4-FFF2-40B4-BE49-F238E27FC236}">
                    <a16:creationId xmlns:a16="http://schemas.microsoft.com/office/drawing/2014/main" id="{2D418E0E-6034-40B0-8DA4-285B95AF01DF}"/>
                  </a:ext>
                </a:extLst>
              </p:cNvPr>
              <p:cNvSpPr/>
              <p:nvPr/>
            </p:nvSpPr>
            <p:spPr>
              <a:xfrm>
                <a:off x="53419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7" name="Freeform: Shape 2756">
                <a:extLst>
                  <a:ext uri="{FF2B5EF4-FFF2-40B4-BE49-F238E27FC236}">
                    <a16:creationId xmlns:a16="http://schemas.microsoft.com/office/drawing/2014/main" id="{E3C7912E-7B8E-4380-B35E-3F733BECE218}"/>
                  </a:ext>
                </a:extLst>
              </p:cNvPr>
              <p:cNvSpPr/>
              <p:nvPr/>
            </p:nvSpPr>
            <p:spPr>
              <a:xfrm>
                <a:off x="53419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8" name="Freeform: Shape 2757">
                <a:extLst>
                  <a:ext uri="{FF2B5EF4-FFF2-40B4-BE49-F238E27FC236}">
                    <a16:creationId xmlns:a16="http://schemas.microsoft.com/office/drawing/2014/main" id="{C0201862-912C-44A3-9EE5-64631E98E5B0}"/>
                  </a:ext>
                </a:extLst>
              </p:cNvPr>
              <p:cNvSpPr/>
              <p:nvPr/>
            </p:nvSpPr>
            <p:spPr>
              <a:xfrm>
                <a:off x="53419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9" name="Freeform: Shape 2758">
                <a:extLst>
                  <a:ext uri="{FF2B5EF4-FFF2-40B4-BE49-F238E27FC236}">
                    <a16:creationId xmlns:a16="http://schemas.microsoft.com/office/drawing/2014/main" id="{098A2BEC-E7C7-43B8-B77A-D010C989619A}"/>
                  </a:ext>
                </a:extLst>
              </p:cNvPr>
              <p:cNvSpPr/>
              <p:nvPr/>
            </p:nvSpPr>
            <p:spPr>
              <a:xfrm>
                <a:off x="53419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0" name="Freeform: Shape 2759">
                <a:extLst>
                  <a:ext uri="{FF2B5EF4-FFF2-40B4-BE49-F238E27FC236}">
                    <a16:creationId xmlns:a16="http://schemas.microsoft.com/office/drawing/2014/main" id="{4E08F11A-B591-49FC-83F0-3BAE389B0A9E}"/>
                  </a:ext>
                </a:extLst>
              </p:cNvPr>
              <p:cNvSpPr/>
              <p:nvPr/>
            </p:nvSpPr>
            <p:spPr>
              <a:xfrm>
                <a:off x="53419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1" name="Freeform: Shape 2760">
                <a:extLst>
                  <a:ext uri="{FF2B5EF4-FFF2-40B4-BE49-F238E27FC236}">
                    <a16:creationId xmlns:a16="http://schemas.microsoft.com/office/drawing/2014/main" id="{043AF757-2F92-491C-B57C-B1FD6865A7F8}"/>
                  </a:ext>
                </a:extLst>
              </p:cNvPr>
              <p:cNvSpPr/>
              <p:nvPr/>
            </p:nvSpPr>
            <p:spPr>
              <a:xfrm>
                <a:off x="53419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2" name="Freeform: Shape 2761">
                <a:extLst>
                  <a:ext uri="{FF2B5EF4-FFF2-40B4-BE49-F238E27FC236}">
                    <a16:creationId xmlns:a16="http://schemas.microsoft.com/office/drawing/2014/main" id="{595A0D5E-7E49-4DBF-BAC3-4A13E8624E22}"/>
                  </a:ext>
                </a:extLst>
              </p:cNvPr>
              <p:cNvSpPr/>
              <p:nvPr/>
            </p:nvSpPr>
            <p:spPr>
              <a:xfrm>
                <a:off x="53419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3" name="Freeform: Shape 2762">
                <a:extLst>
                  <a:ext uri="{FF2B5EF4-FFF2-40B4-BE49-F238E27FC236}">
                    <a16:creationId xmlns:a16="http://schemas.microsoft.com/office/drawing/2014/main" id="{9D12C3E5-0A4F-4004-998A-67FF9BAFE680}"/>
                  </a:ext>
                </a:extLst>
              </p:cNvPr>
              <p:cNvSpPr/>
              <p:nvPr/>
            </p:nvSpPr>
            <p:spPr>
              <a:xfrm>
                <a:off x="53419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4" name="Freeform: Shape 2763">
                <a:extLst>
                  <a:ext uri="{FF2B5EF4-FFF2-40B4-BE49-F238E27FC236}">
                    <a16:creationId xmlns:a16="http://schemas.microsoft.com/office/drawing/2014/main" id="{CA2883F7-4121-4872-97D6-D2A62235FA0A}"/>
                  </a:ext>
                </a:extLst>
              </p:cNvPr>
              <p:cNvSpPr/>
              <p:nvPr/>
            </p:nvSpPr>
            <p:spPr>
              <a:xfrm>
                <a:off x="53419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5" name="Freeform: Shape 2764">
                <a:extLst>
                  <a:ext uri="{FF2B5EF4-FFF2-40B4-BE49-F238E27FC236}">
                    <a16:creationId xmlns:a16="http://schemas.microsoft.com/office/drawing/2014/main" id="{CE095471-993E-403A-9647-D1CB15438DD9}"/>
                  </a:ext>
                </a:extLst>
              </p:cNvPr>
              <p:cNvSpPr/>
              <p:nvPr/>
            </p:nvSpPr>
            <p:spPr>
              <a:xfrm>
                <a:off x="53419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6" name="Freeform: Shape 2765">
                <a:extLst>
                  <a:ext uri="{FF2B5EF4-FFF2-40B4-BE49-F238E27FC236}">
                    <a16:creationId xmlns:a16="http://schemas.microsoft.com/office/drawing/2014/main" id="{11C443E1-2BF3-4AA5-9906-5E20018F06A4}"/>
                  </a:ext>
                </a:extLst>
              </p:cNvPr>
              <p:cNvSpPr/>
              <p:nvPr/>
            </p:nvSpPr>
            <p:spPr>
              <a:xfrm>
                <a:off x="54182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7" name="Freeform: Shape 2766">
                <a:extLst>
                  <a:ext uri="{FF2B5EF4-FFF2-40B4-BE49-F238E27FC236}">
                    <a16:creationId xmlns:a16="http://schemas.microsoft.com/office/drawing/2014/main" id="{FAB9DFDD-797C-4CB0-8C58-AC22BD2DC910}"/>
                  </a:ext>
                </a:extLst>
              </p:cNvPr>
              <p:cNvSpPr/>
              <p:nvPr/>
            </p:nvSpPr>
            <p:spPr>
              <a:xfrm>
                <a:off x="54182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8" name="Freeform: Shape 2767">
                <a:extLst>
                  <a:ext uri="{FF2B5EF4-FFF2-40B4-BE49-F238E27FC236}">
                    <a16:creationId xmlns:a16="http://schemas.microsoft.com/office/drawing/2014/main" id="{925C40EA-55EF-4C4D-A17B-EEDD3659652E}"/>
                  </a:ext>
                </a:extLst>
              </p:cNvPr>
              <p:cNvSpPr/>
              <p:nvPr/>
            </p:nvSpPr>
            <p:spPr>
              <a:xfrm>
                <a:off x="54182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9" name="Freeform: Shape 2768">
                <a:extLst>
                  <a:ext uri="{FF2B5EF4-FFF2-40B4-BE49-F238E27FC236}">
                    <a16:creationId xmlns:a16="http://schemas.microsoft.com/office/drawing/2014/main" id="{96077B8D-2A41-4C41-B76D-2961ADCF561F}"/>
                  </a:ext>
                </a:extLst>
              </p:cNvPr>
              <p:cNvSpPr/>
              <p:nvPr/>
            </p:nvSpPr>
            <p:spPr>
              <a:xfrm>
                <a:off x="54182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0" name="Freeform: Shape 2769">
                <a:extLst>
                  <a:ext uri="{FF2B5EF4-FFF2-40B4-BE49-F238E27FC236}">
                    <a16:creationId xmlns:a16="http://schemas.microsoft.com/office/drawing/2014/main" id="{FD937E65-BBB8-4420-9AF3-8FDAB57BB65A}"/>
                  </a:ext>
                </a:extLst>
              </p:cNvPr>
              <p:cNvSpPr/>
              <p:nvPr/>
            </p:nvSpPr>
            <p:spPr>
              <a:xfrm>
                <a:off x="54182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1" name="Freeform: Shape 2770">
                <a:extLst>
                  <a:ext uri="{FF2B5EF4-FFF2-40B4-BE49-F238E27FC236}">
                    <a16:creationId xmlns:a16="http://schemas.microsoft.com/office/drawing/2014/main" id="{651E972B-CA3C-427F-84BB-A6A1758424A8}"/>
                  </a:ext>
                </a:extLst>
              </p:cNvPr>
              <p:cNvSpPr/>
              <p:nvPr/>
            </p:nvSpPr>
            <p:spPr>
              <a:xfrm>
                <a:off x="54182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2" name="Freeform: Shape 2771">
                <a:extLst>
                  <a:ext uri="{FF2B5EF4-FFF2-40B4-BE49-F238E27FC236}">
                    <a16:creationId xmlns:a16="http://schemas.microsoft.com/office/drawing/2014/main" id="{1D6AF3EE-A1DA-4F73-9641-A4C29FAED926}"/>
                  </a:ext>
                </a:extLst>
              </p:cNvPr>
              <p:cNvSpPr/>
              <p:nvPr/>
            </p:nvSpPr>
            <p:spPr>
              <a:xfrm>
                <a:off x="54182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3" name="Freeform: Shape 2772">
                <a:extLst>
                  <a:ext uri="{FF2B5EF4-FFF2-40B4-BE49-F238E27FC236}">
                    <a16:creationId xmlns:a16="http://schemas.microsoft.com/office/drawing/2014/main" id="{FDA7C88F-9BA9-46C1-8496-C46B417E0342}"/>
                  </a:ext>
                </a:extLst>
              </p:cNvPr>
              <p:cNvSpPr/>
              <p:nvPr/>
            </p:nvSpPr>
            <p:spPr>
              <a:xfrm>
                <a:off x="54182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4" name="Freeform: Shape 2773">
                <a:extLst>
                  <a:ext uri="{FF2B5EF4-FFF2-40B4-BE49-F238E27FC236}">
                    <a16:creationId xmlns:a16="http://schemas.microsoft.com/office/drawing/2014/main" id="{5A49F2B1-2C7D-4FF5-80CD-41BA5CF05C86}"/>
                  </a:ext>
                </a:extLst>
              </p:cNvPr>
              <p:cNvSpPr/>
              <p:nvPr/>
            </p:nvSpPr>
            <p:spPr>
              <a:xfrm>
                <a:off x="54182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5" name="Freeform: Shape 2774">
                <a:extLst>
                  <a:ext uri="{FF2B5EF4-FFF2-40B4-BE49-F238E27FC236}">
                    <a16:creationId xmlns:a16="http://schemas.microsoft.com/office/drawing/2014/main" id="{3B431318-7D55-436E-B9D5-710218BD96E7}"/>
                  </a:ext>
                </a:extLst>
              </p:cNvPr>
              <p:cNvSpPr/>
              <p:nvPr/>
            </p:nvSpPr>
            <p:spPr>
              <a:xfrm>
                <a:off x="54182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6" name="Freeform: Shape 2775">
                <a:extLst>
                  <a:ext uri="{FF2B5EF4-FFF2-40B4-BE49-F238E27FC236}">
                    <a16:creationId xmlns:a16="http://schemas.microsoft.com/office/drawing/2014/main" id="{D78E75DE-4C78-4125-9F63-A5838410911C}"/>
                  </a:ext>
                </a:extLst>
              </p:cNvPr>
              <p:cNvSpPr/>
              <p:nvPr/>
            </p:nvSpPr>
            <p:spPr>
              <a:xfrm>
                <a:off x="54182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7" name="Freeform: Shape 2776">
                <a:extLst>
                  <a:ext uri="{FF2B5EF4-FFF2-40B4-BE49-F238E27FC236}">
                    <a16:creationId xmlns:a16="http://schemas.microsoft.com/office/drawing/2014/main" id="{0F0B86A0-AA26-43FC-992A-2C9BB89EFFF7}"/>
                  </a:ext>
                </a:extLst>
              </p:cNvPr>
              <p:cNvSpPr/>
              <p:nvPr/>
            </p:nvSpPr>
            <p:spPr>
              <a:xfrm>
                <a:off x="54182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8" name="Freeform: Shape 2777">
                <a:extLst>
                  <a:ext uri="{FF2B5EF4-FFF2-40B4-BE49-F238E27FC236}">
                    <a16:creationId xmlns:a16="http://schemas.microsoft.com/office/drawing/2014/main" id="{6E42E384-F53B-4435-A125-B56B24648B6D}"/>
                  </a:ext>
                </a:extLst>
              </p:cNvPr>
              <p:cNvSpPr/>
              <p:nvPr/>
            </p:nvSpPr>
            <p:spPr>
              <a:xfrm>
                <a:off x="54182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9" name="Freeform: Shape 2778">
                <a:extLst>
                  <a:ext uri="{FF2B5EF4-FFF2-40B4-BE49-F238E27FC236}">
                    <a16:creationId xmlns:a16="http://schemas.microsoft.com/office/drawing/2014/main" id="{068E3A2A-49F5-4856-BD33-89521AEC1942}"/>
                  </a:ext>
                </a:extLst>
              </p:cNvPr>
              <p:cNvSpPr/>
              <p:nvPr/>
            </p:nvSpPr>
            <p:spPr>
              <a:xfrm>
                <a:off x="54182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0" name="Freeform: Shape 2779">
                <a:extLst>
                  <a:ext uri="{FF2B5EF4-FFF2-40B4-BE49-F238E27FC236}">
                    <a16:creationId xmlns:a16="http://schemas.microsoft.com/office/drawing/2014/main" id="{E5A9A38D-DD90-4D10-9619-4B3E825FBB8D}"/>
                  </a:ext>
                </a:extLst>
              </p:cNvPr>
              <p:cNvSpPr/>
              <p:nvPr/>
            </p:nvSpPr>
            <p:spPr>
              <a:xfrm>
                <a:off x="54182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1" name="Freeform: Shape 2780">
                <a:extLst>
                  <a:ext uri="{FF2B5EF4-FFF2-40B4-BE49-F238E27FC236}">
                    <a16:creationId xmlns:a16="http://schemas.microsoft.com/office/drawing/2014/main" id="{85920F00-FE1E-43CD-9EC2-C7016E0450E3}"/>
                  </a:ext>
                </a:extLst>
              </p:cNvPr>
              <p:cNvSpPr/>
              <p:nvPr/>
            </p:nvSpPr>
            <p:spPr>
              <a:xfrm>
                <a:off x="54182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2" name="Freeform: Shape 2781">
                <a:extLst>
                  <a:ext uri="{FF2B5EF4-FFF2-40B4-BE49-F238E27FC236}">
                    <a16:creationId xmlns:a16="http://schemas.microsoft.com/office/drawing/2014/main" id="{409C000A-B538-49D7-A94A-4FA452E69A69}"/>
                  </a:ext>
                </a:extLst>
              </p:cNvPr>
              <p:cNvSpPr/>
              <p:nvPr/>
            </p:nvSpPr>
            <p:spPr>
              <a:xfrm>
                <a:off x="54182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3" name="Freeform: Shape 2782">
                <a:extLst>
                  <a:ext uri="{FF2B5EF4-FFF2-40B4-BE49-F238E27FC236}">
                    <a16:creationId xmlns:a16="http://schemas.microsoft.com/office/drawing/2014/main" id="{6BF6177A-C752-40AF-AA30-D214097116FD}"/>
                  </a:ext>
                </a:extLst>
              </p:cNvPr>
              <p:cNvSpPr/>
              <p:nvPr/>
            </p:nvSpPr>
            <p:spPr>
              <a:xfrm>
                <a:off x="54182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4" name="Freeform: Shape 2783">
                <a:extLst>
                  <a:ext uri="{FF2B5EF4-FFF2-40B4-BE49-F238E27FC236}">
                    <a16:creationId xmlns:a16="http://schemas.microsoft.com/office/drawing/2014/main" id="{91C4CD34-6DB4-4519-92D7-A3B146A3D1C3}"/>
                  </a:ext>
                </a:extLst>
              </p:cNvPr>
              <p:cNvSpPr/>
              <p:nvPr/>
            </p:nvSpPr>
            <p:spPr>
              <a:xfrm>
                <a:off x="54944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5" name="Freeform: Shape 2784">
                <a:extLst>
                  <a:ext uri="{FF2B5EF4-FFF2-40B4-BE49-F238E27FC236}">
                    <a16:creationId xmlns:a16="http://schemas.microsoft.com/office/drawing/2014/main" id="{81467EA1-277A-41D3-B3FC-36EFB8FEE11F}"/>
                  </a:ext>
                </a:extLst>
              </p:cNvPr>
              <p:cNvSpPr/>
              <p:nvPr/>
            </p:nvSpPr>
            <p:spPr>
              <a:xfrm>
                <a:off x="54944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6" name="Freeform: Shape 2785">
                <a:extLst>
                  <a:ext uri="{FF2B5EF4-FFF2-40B4-BE49-F238E27FC236}">
                    <a16:creationId xmlns:a16="http://schemas.microsoft.com/office/drawing/2014/main" id="{6E3D98CA-D064-4A4E-97A4-37FACF6EF43D}"/>
                  </a:ext>
                </a:extLst>
              </p:cNvPr>
              <p:cNvSpPr/>
              <p:nvPr/>
            </p:nvSpPr>
            <p:spPr>
              <a:xfrm>
                <a:off x="54944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7" name="Freeform: Shape 2786">
                <a:extLst>
                  <a:ext uri="{FF2B5EF4-FFF2-40B4-BE49-F238E27FC236}">
                    <a16:creationId xmlns:a16="http://schemas.microsoft.com/office/drawing/2014/main" id="{C7034DBE-6C20-44B5-B494-B8A30C346046}"/>
                  </a:ext>
                </a:extLst>
              </p:cNvPr>
              <p:cNvSpPr/>
              <p:nvPr/>
            </p:nvSpPr>
            <p:spPr>
              <a:xfrm>
                <a:off x="54944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8" name="Freeform: Shape 2787">
                <a:extLst>
                  <a:ext uri="{FF2B5EF4-FFF2-40B4-BE49-F238E27FC236}">
                    <a16:creationId xmlns:a16="http://schemas.microsoft.com/office/drawing/2014/main" id="{3415AEED-7789-41D3-9E37-79C3896FFE95}"/>
                  </a:ext>
                </a:extLst>
              </p:cNvPr>
              <p:cNvSpPr/>
              <p:nvPr/>
            </p:nvSpPr>
            <p:spPr>
              <a:xfrm>
                <a:off x="54944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9" name="Freeform: Shape 2788">
                <a:extLst>
                  <a:ext uri="{FF2B5EF4-FFF2-40B4-BE49-F238E27FC236}">
                    <a16:creationId xmlns:a16="http://schemas.microsoft.com/office/drawing/2014/main" id="{77AFEED4-51F7-4237-BF3D-7AD39256CEA6}"/>
                  </a:ext>
                </a:extLst>
              </p:cNvPr>
              <p:cNvSpPr/>
              <p:nvPr/>
            </p:nvSpPr>
            <p:spPr>
              <a:xfrm>
                <a:off x="63323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0" name="Freeform: Shape 2789">
                <a:extLst>
                  <a:ext uri="{FF2B5EF4-FFF2-40B4-BE49-F238E27FC236}">
                    <a16:creationId xmlns:a16="http://schemas.microsoft.com/office/drawing/2014/main" id="{90C8D1CA-8A78-4988-9550-2292CFFB5659}"/>
                  </a:ext>
                </a:extLst>
              </p:cNvPr>
              <p:cNvSpPr/>
              <p:nvPr/>
            </p:nvSpPr>
            <p:spPr>
              <a:xfrm>
                <a:off x="63323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1" name="Freeform: Shape 2790">
                <a:extLst>
                  <a:ext uri="{FF2B5EF4-FFF2-40B4-BE49-F238E27FC236}">
                    <a16:creationId xmlns:a16="http://schemas.microsoft.com/office/drawing/2014/main" id="{164CDF4D-BC57-4178-BE02-6C08F54A1401}"/>
                  </a:ext>
                </a:extLst>
              </p:cNvPr>
              <p:cNvSpPr/>
              <p:nvPr/>
            </p:nvSpPr>
            <p:spPr>
              <a:xfrm>
                <a:off x="64083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2" name="Freeform: Shape 2791">
                <a:extLst>
                  <a:ext uri="{FF2B5EF4-FFF2-40B4-BE49-F238E27FC236}">
                    <a16:creationId xmlns:a16="http://schemas.microsoft.com/office/drawing/2014/main" id="{CE56456B-4FBF-43D2-9ED6-19510E6C7AA0}"/>
                  </a:ext>
                </a:extLst>
              </p:cNvPr>
              <p:cNvSpPr/>
              <p:nvPr/>
            </p:nvSpPr>
            <p:spPr>
              <a:xfrm>
                <a:off x="64083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3" name="Freeform: Shape 2792">
                <a:extLst>
                  <a:ext uri="{FF2B5EF4-FFF2-40B4-BE49-F238E27FC236}">
                    <a16:creationId xmlns:a16="http://schemas.microsoft.com/office/drawing/2014/main" id="{93E2F986-B9A3-467B-8062-8B62DB26F571}"/>
                  </a:ext>
                </a:extLst>
              </p:cNvPr>
              <p:cNvSpPr/>
              <p:nvPr/>
            </p:nvSpPr>
            <p:spPr>
              <a:xfrm>
                <a:off x="64845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4" name="Freeform: Shape 2793">
                <a:extLst>
                  <a:ext uri="{FF2B5EF4-FFF2-40B4-BE49-F238E27FC236}">
                    <a16:creationId xmlns:a16="http://schemas.microsoft.com/office/drawing/2014/main" id="{5219A51F-32A6-48DC-A11A-27D5D5EEA128}"/>
                  </a:ext>
                </a:extLst>
              </p:cNvPr>
              <p:cNvSpPr/>
              <p:nvPr/>
            </p:nvSpPr>
            <p:spPr>
              <a:xfrm>
                <a:off x="64845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5" name="Freeform: Shape 2794">
                <a:extLst>
                  <a:ext uri="{FF2B5EF4-FFF2-40B4-BE49-F238E27FC236}">
                    <a16:creationId xmlns:a16="http://schemas.microsoft.com/office/drawing/2014/main" id="{62EC2611-0DD2-4C4B-BEB8-D9B31FA913E0}"/>
                  </a:ext>
                </a:extLst>
              </p:cNvPr>
              <p:cNvSpPr/>
              <p:nvPr/>
            </p:nvSpPr>
            <p:spPr>
              <a:xfrm>
                <a:off x="64845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6" name="Freeform: Shape 2795">
                <a:extLst>
                  <a:ext uri="{FF2B5EF4-FFF2-40B4-BE49-F238E27FC236}">
                    <a16:creationId xmlns:a16="http://schemas.microsoft.com/office/drawing/2014/main" id="{DA21895A-03D6-4097-A466-A6E2404DC1CB}"/>
                  </a:ext>
                </a:extLst>
              </p:cNvPr>
              <p:cNvSpPr/>
              <p:nvPr/>
            </p:nvSpPr>
            <p:spPr>
              <a:xfrm>
                <a:off x="65608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7" name="Freeform: Shape 2796">
                <a:extLst>
                  <a:ext uri="{FF2B5EF4-FFF2-40B4-BE49-F238E27FC236}">
                    <a16:creationId xmlns:a16="http://schemas.microsoft.com/office/drawing/2014/main" id="{2684F651-5994-47F5-9A6F-0BBA6F0E5F98}"/>
                  </a:ext>
                </a:extLst>
              </p:cNvPr>
              <p:cNvSpPr/>
              <p:nvPr/>
            </p:nvSpPr>
            <p:spPr>
              <a:xfrm>
                <a:off x="65608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8" name="Freeform: Shape 2797">
                <a:extLst>
                  <a:ext uri="{FF2B5EF4-FFF2-40B4-BE49-F238E27FC236}">
                    <a16:creationId xmlns:a16="http://schemas.microsoft.com/office/drawing/2014/main" id="{C10BD5BF-A188-4D5E-8335-40A9C6C92B2D}"/>
                  </a:ext>
                </a:extLst>
              </p:cNvPr>
              <p:cNvSpPr/>
              <p:nvPr/>
            </p:nvSpPr>
            <p:spPr>
              <a:xfrm>
                <a:off x="6637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9" name="Freeform: Shape 2798">
                <a:extLst>
                  <a:ext uri="{FF2B5EF4-FFF2-40B4-BE49-F238E27FC236}">
                    <a16:creationId xmlns:a16="http://schemas.microsoft.com/office/drawing/2014/main" id="{5336AC3A-7AE5-4B1A-AB37-3FE830014410}"/>
                  </a:ext>
                </a:extLst>
              </p:cNvPr>
              <p:cNvSpPr/>
              <p:nvPr/>
            </p:nvSpPr>
            <p:spPr>
              <a:xfrm>
                <a:off x="70940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0" name="Freeform: Shape 2799">
                <a:extLst>
                  <a:ext uri="{FF2B5EF4-FFF2-40B4-BE49-F238E27FC236}">
                    <a16:creationId xmlns:a16="http://schemas.microsoft.com/office/drawing/2014/main" id="{CF2CAA9E-8361-4257-A2F7-335EA62FD454}"/>
                  </a:ext>
                </a:extLst>
              </p:cNvPr>
              <p:cNvSpPr/>
              <p:nvPr/>
            </p:nvSpPr>
            <p:spPr>
              <a:xfrm>
                <a:off x="67132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1" name="Freeform: Shape 2800">
                <a:extLst>
                  <a:ext uri="{FF2B5EF4-FFF2-40B4-BE49-F238E27FC236}">
                    <a16:creationId xmlns:a16="http://schemas.microsoft.com/office/drawing/2014/main" id="{5544AA69-6980-4399-ABF6-7725381728E0}"/>
                  </a:ext>
                </a:extLst>
              </p:cNvPr>
              <p:cNvSpPr/>
              <p:nvPr/>
            </p:nvSpPr>
            <p:spPr>
              <a:xfrm>
                <a:off x="678922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2" name="Freeform: Shape 2801">
                <a:extLst>
                  <a:ext uri="{FF2B5EF4-FFF2-40B4-BE49-F238E27FC236}">
                    <a16:creationId xmlns:a16="http://schemas.microsoft.com/office/drawing/2014/main" id="{4B9B1521-10BF-45D9-8BA8-F0571BDF1FBB}"/>
                  </a:ext>
                </a:extLst>
              </p:cNvPr>
              <p:cNvSpPr/>
              <p:nvPr/>
            </p:nvSpPr>
            <p:spPr>
              <a:xfrm>
                <a:off x="68656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3" name="Freeform: Shape 2802">
                <a:extLst>
                  <a:ext uri="{FF2B5EF4-FFF2-40B4-BE49-F238E27FC236}">
                    <a16:creationId xmlns:a16="http://schemas.microsoft.com/office/drawing/2014/main" id="{D4B76DAF-6919-4762-ADE8-6CD99F6AA317}"/>
                  </a:ext>
                </a:extLst>
              </p:cNvPr>
              <p:cNvSpPr/>
              <p:nvPr/>
            </p:nvSpPr>
            <p:spPr>
              <a:xfrm>
                <a:off x="701787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4" name="Freeform: Shape 2803">
                <a:extLst>
                  <a:ext uri="{FF2B5EF4-FFF2-40B4-BE49-F238E27FC236}">
                    <a16:creationId xmlns:a16="http://schemas.microsoft.com/office/drawing/2014/main" id="{4D8B7A45-2776-4DF3-B3C1-23FA3EB74ABB}"/>
                  </a:ext>
                </a:extLst>
              </p:cNvPr>
              <p:cNvSpPr/>
              <p:nvPr/>
            </p:nvSpPr>
            <p:spPr>
              <a:xfrm>
                <a:off x="69418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5" name="Freeform: Shape 2804">
                <a:extLst>
                  <a:ext uri="{FF2B5EF4-FFF2-40B4-BE49-F238E27FC236}">
                    <a16:creationId xmlns:a16="http://schemas.microsoft.com/office/drawing/2014/main" id="{23216A63-0478-443E-8AAD-777E4F0290EB}"/>
                  </a:ext>
                </a:extLst>
              </p:cNvPr>
              <p:cNvSpPr/>
              <p:nvPr/>
            </p:nvSpPr>
            <p:spPr>
              <a:xfrm>
                <a:off x="68656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6" name="Freeform: Shape 2805">
                <a:extLst>
                  <a:ext uri="{FF2B5EF4-FFF2-40B4-BE49-F238E27FC236}">
                    <a16:creationId xmlns:a16="http://schemas.microsoft.com/office/drawing/2014/main" id="{AFD7E41D-9B4A-4B65-B9EF-B24A5285719D}"/>
                  </a:ext>
                </a:extLst>
              </p:cNvPr>
              <p:cNvSpPr/>
              <p:nvPr/>
            </p:nvSpPr>
            <p:spPr>
              <a:xfrm>
                <a:off x="67892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7" name="Freeform: Shape 2806">
                <a:extLst>
                  <a:ext uri="{FF2B5EF4-FFF2-40B4-BE49-F238E27FC236}">
                    <a16:creationId xmlns:a16="http://schemas.microsoft.com/office/drawing/2014/main" id="{1FE7C543-1F9A-4BA7-B584-D9098D788001}"/>
                  </a:ext>
                </a:extLst>
              </p:cNvPr>
              <p:cNvSpPr/>
              <p:nvPr/>
            </p:nvSpPr>
            <p:spPr>
              <a:xfrm>
                <a:off x="67132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8" name="Freeform: Shape 2807">
                <a:extLst>
                  <a:ext uri="{FF2B5EF4-FFF2-40B4-BE49-F238E27FC236}">
                    <a16:creationId xmlns:a16="http://schemas.microsoft.com/office/drawing/2014/main" id="{8BF3AB00-8EBF-4592-A65D-CDE4C6C1ACB8}"/>
                  </a:ext>
                </a:extLst>
              </p:cNvPr>
              <p:cNvSpPr/>
              <p:nvPr/>
            </p:nvSpPr>
            <p:spPr>
              <a:xfrm>
                <a:off x="66370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9" name="Freeform: Shape 2808">
                <a:extLst>
                  <a:ext uri="{FF2B5EF4-FFF2-40B4-BE49-F238E27FC236}">
                    <a16:creationId xmlns:a16="http://schemas.microsoft.com/office/drawing/2014/main" id="{98C823DB-5CC8-4CBE-9DE1-13F7E310D529}"/>
                  </a:ext>
                </a:extLst>
              </p:cNvPr>
              <p:cNvSpPr/>
              <p:nvPr/>
            </p:nvSpPr>
            <p:spPr>
              <a:xfrm>
                <a:off x="66370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0" name="Freeform: Shape 2809">
                <a:extLst>
                  <a:ext uri="{FF2B5EF4-FFF2-40B4-BE49-F238E27FC236}">
                    <a16:creationId xmlns:a16="http://schemas.microsoft.com/office/drawing/2014/main" id="{46248EB1-D85A-4F3C-883B-67EC8FAE3A0C}"/>
                  </a:ext>
                </a:extLst>
              </p:cNvPr>
              <p:cNvSpPr/>
              <p:nvPr/>
            </p:nvSpPr>
            <p:spPr>
              <a:xfrm>
                <a:off x="65608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1" name="Freeform: Shape 2810">
                <a:extLst>
                  <a:ext uri="{FF2B5EF4-FFF2-40B4-BE49-F238E27FC236}">
                    <a16:creationId xmlns:a16="http://schemas.microsoft.com/office/drawing/2014/main" id="{BBE3E2D5-4EF5-432B-A2E7-8D001FB1F265}"/>
                  </a:ext>
                </a:extLst>
              </p:cNvPr>
              <p:cNvSpPr/>
              <p:nvPr/>
            </p:nvSpPr>
            <p:spPr>
              <a:xfrm>
                <a:off x="64845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2" name="Freeform: Shape 2811">
                <a:extLst>
                  <a:ext uri="{FF2B5EF4-FFF2-40B4-BE49-F238E27FC236}">
                    <a16:creationId xmlns:a16="http://schemas.microsoft.com/office/drawing/2014/main" id="{937A13E8-C36C-4453-8CE3-C8B1E52F6472}"/>
                  </a:ext>
                </a:extLst>
              </p:cNvPr>
              <p:cNvSpPr/>
              <p:nvPr/>
            </p:nvSpPr>
            <p:spPr>
              <a:xfrm>
                <a:off x="64083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3" name="Freeform: Shape 2812">
                <a:extLst>
                  <a:ext uri="{FF2B5EF4-FFF2-40B4-BE49-F238E27FC236}">
                    <a16:creationId xmlns:a16="http://schemas.microsoft.com/office/drawing/2014/main" id="{2163E8D5-7151-4972-9774-C0A3F974D6F2}"/>
                  </a:ext>
                </a:extLst>
              </p:cNvPr>
              <p:cNvSpPr/>
              <p:nvPr/>
            </p:nvSpPr>
            <p:spPr>
              <a:xfrm>
                <a:off x="63323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4" name="Freeform: Shape 2813">
                <a:extLst>
                  <a:ext uri="{FF2B5EF4-FFF2-40B4-BE49-F238E27FC236}">
                    <a16:creationId xmlns:a16="http://schemas.microsoft.com/office/drawing/2014/main" id="{A6307625-DA65-4D87-92D4-6D792056352F}"/>
                  </a:ext>
                </a:extLst>
              </p:cNvPr>
              <p:cNvSpPr/>
              <p:nvPr/>
            </p:nvSpPr>
            <p:spPr>
              <a:xfrm>
                <a:off x="58752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5" name="Freeform: Shape 2814">
                <a:extLst>
                  <a:ext uri="{FF2B5EF4-FFF2-40B4-BE49-F238E27FC236}">
                    <a16:creationId xmlns:a16="http://schemas.microsoft.com/office/drawing/2014/main" id="{DA6B3EDE-A5B1-4CF0-A41B-144F95576E33}"/>
                  </a:ext>
                </a:extLst>
              </p:cNvPr>
              <p:cNvSpPr/>
              <p:nvPr/>
            </p:nvSpPr>
            <p:spPr>
              <a:xfrm>
                <a:off x="58752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6" name="Freeform: Shape 2815">
                <a:extLst>
                  <a:ext uri="{FF2B5EF4-FFF2-40B4-BE49-F238E27FC236}">
                    <a16:creationId xmlns:a16="http://schemas.microsoft.com/office/drawing/2014/main" id="{C1FDDC3F-97E2-4E06-B160-CC89D7A790BD}"/>
                  </a:ext>
                </a:extLst>
              </p:cNvPr>
              <p:cNvSpPr/>
              <p:nvPr/>
            </p:nvSpPr>
            <p:spPr>
              <a:xfrm>
                <a:off x="59514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7" name="Freeform: Shape 2816">
                <a:extLst>
                  <a:ext uri="{FF2B5EF4-FFF2-40B4-BE49-F238E27FC236}">
                    <a16:creationId xmlns:a16="http://schemas.microsoft.com/office/drawing/2014/main" id="{1246B0A1-0C96-487E-A80E-0295B177A1ED}"/>
                  </a:ext>
                </a:extLst>
              </p:cNvPr>
              <p:cNvSpPr/>
              <p:nvPr/>
            </p:nvSpPr>
            <p:spPr>
              <a:xfrm>
                <a:off x="5951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8" name="Freeform: Shape 2817">
                <a:extLst>
                  <a:ext uri="{FF2B5EF4-FFF2-40B4-BE49-F238E27FC236}">
                    <a16:creationId xmlns:a16="http://schemas.microsoft.com/office/drawing/2014/main" id="{1EAEDA80-41B2-48FE-ADC2-34A17BA1BAFE}"/>
                  </a:ext>
                </a:extLst>
              </p:cNvPr>
              <p:cNvSpPr/>
              <p:nvPr/>
            </p:nvSpPr>
            <p:spPr>
              <a:xfrm>
                <a:off x="5951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9" name="Freeform: Shape 2818">
                <a:extLst>
                  <a:ext uri="{FF2B5EF4-FFF2-40B4-BE49-F238E27FC236}">
                    <a16:creationId xmlns:a16="http://schemas.microsoft.com/office/drawing/2014/main" id="{3915958A-46E3-4064-9728-591C02CC399D}"/>
                  </a:ext>
                </a:extLst>
              </p:cNvPr>
              <p:cNvSpPr/>
              <p:nvPr/>
            </p:nvSpPr>
            <p:spPr>
              <a:xfrm>
                <a:off x="5951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0" name="Freeform: Shape 2819">
                <a:extLst>
                  <a:ext uri="{FF2B5EF4-FFF2-40B4-BE49-F238E27FC236}">
                    <a16:creationId xmlns:a16="http://schemas.microsoft.com/office/drawing/2014/main" id="{C8FD6F9E-F445-496E-9C5E-D2E7AFADF2A3}"/>
                  </a:ext>
                </a:extLst>
              </p:cNvPr>
              <p:cNvSpPr/>
              <p:nvPr/>
            </p:nvSpPr>
            <p:spPr>
              <a:xfrm>
                <a:off x="5951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1" name="Freeform: Shape 2820">
                <a:extLst>
                  <a:ext uri="{FF2B5EF4-FFF2-40B4-BE49-F238E27FC236}">
                    <a16:creationId xmlns:a16="http://schemas.microsoft.com/office/drawing/2014/main" id="{9CEF24F4-F65A-4F7D-9262-8C79164DFAAF}"/>
                  </a:ext>
                </a:extLst>
              </p:cNvPr>
              <p:cNvSpPr/>
              <p:nvPr/>
            </p:nvSpPr>
            <p:spPr>
              <a:xfrm>
                <a:off x="5951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2" name="Freeform: Shape 2821">
                <a:extLst>
                  <a:ext uri="{FF2B5EF4-FFF2-40B4-BE49-F238E27FC236}">
                    <a16:creationId xmlns:a16="http://schemas.microsoft.com/office/drawing/2014/main" id="{8DD720B4-CEF8-4653-92BA-A22DDB603BB5}"/>
                  </a:ext>
                </a:extLst>
              </p:cNvPr>
              <p:cNvSpPr/>
              <p:nvPr/>
            </p:nvSpPr>
            <p:spPr>
              <a:xfrm>
                <a:off x="5951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3" name="Freeform: Shape 2822">
                <a:extLst>
                  <a:ext uri="{FF2B5EF4-FFF2-40B4-BE49-F238E27FC236}">
                    <a16:creationId xmlns:a16="http://schemas.microsoft.com/office/drawing/2014/main" id="{EA5E2BC7-B402-4040-B56E-023E277A75D5}"/>
                  </a:ext>
                </a:extLst>
              </p:cNvPr>
              <p:cNvSpPr/>
              <p:nvPr/>
            </p:nvSpPr>
            <p:spPr>
              <a:xfrm>
                <a:off x="5951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4" name="Freeform: Shape 2823">
                <a:extLst>
                  <a:ext uri="{FF2B5EF4-FFF2-40B4-BE49-F238E27FC236}">
                    <a16:creationId xmlns:a16="http://schemas.microsoft.com/office/drawing/2014/main" id="{4C520118-F1AE-4CA0-A78F-46FD62A0A6A9}"/>
                  </a:ext>
                </a:extLst>
              </p:cNvPr>
              <p:cNvSpPr/>
              <p:nvPr/>
            </p:nvSpPr>
            <p:spPr>
              <a:xfrm>
                <a:off x="5951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5" name="Freeform: Shape 2824">
                <a:extLst>
                  <a:ext uri="{FF2B5EF4-FFF2-40B4-BE49-F238E27FC236}">
                    <a16:creationId xmlns:a16="http://schemas.microsoft.com/office/drawing/2014/main" id="{A7A465BD-F5CB-45F3-973A-EE9B2AB46A4B}"/>
                  </a:ext>
                </a:extLst>
              </p:cNvPr>
              <p:cNvSpPr/>
              <p:nvPr/>
            </p:nvSpPr>
            <p:spPr>
              <a:xfrm>
                <a:off x="60275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6" name="Freeform: Shape 2825">
                <a:extLst>
                  <a:ext uri="{FF2B5EF4-FFF2-40B4-BE49-F238E27FC236}">
                    <a16:creationId xmlns:a16="http://schemas.microsoft.com/office/drawing/2014/main" id="{17CC7A91-9CEF-4618-89A8-3FEB303FA5C2}"/>
                  </a:ext>
                </a:extLst>
              </p:cNvPr>
              <p:cNvSpPr/>
              <p:nvPr/>
            </p:nvSpPr>
            <p:spPr>
              <a:xfrm>
                <a:off x="60275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7" name="Freeform: Shape 2826">
                <a:extLst>
                  <a:ext uri="{FF2B5EF4-FFF2-40B4-BE49-F238E27FC236}">
                    <a16:creationId xmlns:a16="http://schemas.microsoft.com/office/drawing/2014/main" id="{1C9B7244-D3BD-46A8-9D3C-1931D4689D35}"/>
                  </a:ext>
                </a:extLst>
              </p:cNvPr>
              <p:cNvSpPr/>
              <p:nvPr/>
            </p:nvSpPr>
            <p:spPr>
              <a:xfrm>
                <a:off x="60275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8" name="Freeform: Shape 2827">
                <a:extLst>
                  <a:ext uri="{FF2B5EF4-FFF2-40B4-BE49-F238E27FC236}">
                    <a16:creationId xmlns:a16="http://schemas.microsoft.com/office/drawing/2014/main" id="{36E011F7-4F42-4D9E-A107-9EF4D9348DDC}"/>
                  </a:ext>
                </a:extLst>
              </p:cNvPr>
              <p:cNvSpPr/>
              <p:nvPr/>
            </p:nvSpPr>
            <p:spPr>
              <a:xfrm>
                <a:off x="60275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9" name="Freeform: Shape 2828">
                <a:extLst>
                  <a:ext uri="{FF2B5EF4-FFF2-40B4-BE49-F238E27FC236}">
                    <a16:creationId xmlns:a16="http://schemas.microsoft.com/office/drawing/2014/main" id="{CD7B1EC7-D884-4AF5-BE5D-A1114348A83F}"/>
                  </a:ext>
                </a:extLst>
              </p:cNvPr>
              <p:cNvSpPr/>
              <p:nvPr/>
            </p:nvSpPr>
            <p:spPr>
              <a:xfrm>
                <a:off x="60275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0" name="Freeform: Shape 2829">
                <a:extLst>
                  <a:ext uri="{FF2B5EF4-FFF2-40B4-BE49-F238E27FC236}">
                    <a16:creationId xmlns:a16="http://schemas.microsoft.com/office/drawing/2014/main" id="{C7275BAA-2CF8-4834-B616-494791B6587D}"/>
                  </a:ext>
                </a:extLst>
              </p:cNvPr>
              <p:cNvSpPr/>
              <p:nvPr/>
            </p:nvSpPr>
            <p:spPr>
              <a:xfrm>
                <a:off x="60275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1" name="Freeform: Shape 2830">
                <a:extLst>
                  <a:ext uri="{FF2B5EF4-FFF2-40B4-BE49-F238E27FC236}">
                    <a16:creationId xmlns:a16="http://schemas.microsoft.com/office/drawing/2014/main" id="{F975ADE2-C0A2-475B-9533-721FF7FE7507}"/>
                  </a:ext>
                </a:extLst>
              </p:cNvPr>
              <p:cNvSpPr/>
              <p:nvPr/>
            </p:nvSpPr>
            <p:spPr>
              <a:xfrm>
                <a:off x="60275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2" name="Freeform: Shape 2831">
                <a:extLst>
                  <a:ext uri="{FF2B5EF4-FFF2-40B4-BE49-F238E27FC236}">
                    <a16:creationId xmlns:a16="http://schemas.microsoft.com/office/drawing/2014/main" id="{91E350BC-41D7-4681-96F2-0FB2352D8033}"/>
                  </a:ext>
                </a:extLst>
              </p:cNvPr>
              <p:cNvSpPr/>
              <p:nvPr/>
            </p:nvSpPr>
            <p:spPr>
              <a:xfrm>
                <a:off x="60275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9" y="481"/>
                      <a:pt x="0" y="1074"/>
                    </a:cubicBezTo>
                    <a:cubicBezTo>
                      <a:pt x="0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3" name="Freeform: Shape 2832">
                <a:extLst>
                  <a:ext uri="{FF2B5EF4-FFF2-40B4-BE49-F238E27FC236}">
                    <a16:creationId xmlns:a16="http://schemas.microsoft.com/office/drawing/2014/main" id="{54BF17ED-757E-46B5-AB4D-4B5C23B81046}"/>
                  </a:ext>
                </a:extLst>
              </p:cNvPr>
              <p:cNvSpPr/>
              <p:nvPr/>
            </p:nvSpPr>
            <p:spPr>
              <a:xfrm>
                <a:off x="61037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4" name="Freeform: Shape 2833">
                <a:extLst>
                  <a:ext uri="{FF2B5EF4-FFF2-40B4-BE49-F238E27FC236}">
                    <a16:creationId xmlns:a16="http://schemas.microsoft.com/office/drawing/2014/main" id="{61D6059D-C439-4177-9DBE-DF6BA76C7143}"/>
                  </a:ext>
                </a:extLst>
              </p:cNvPr>
              <p:cNvSpPr/>
              <p:nvPr/>
            </p:nvSpPr>
            <p:spPr>
              <a:xfrm>
                <a:off x="61037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5" name="Freeform: Shape 2834">
                <a:extLst>
                  <a:ext uri="{FF2B5EF4-FFF2-40B4-BE49-F238E27FC236}">
                    <a16:creationId xmlns:a16="http://schemas.microsoft.com/office/drawing/2014/main" id="{24A0FF60-FD84-41D8-941E-E8F11059CE93}"/>
                  </a:ext>
                </a:extLst>
              </p:cNvPr>
              <p:cNvSpPr/>
              <p:nvPr/>
            </p:nvSpPr>
            <p:spPr>
              <a:xfrm>
                <a:off x="61037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6" name="Freeform: Shape 2835">
                <a:extLst>
                  <a:ext uri="{FF2B5EF4-FFF2-40B4-BE49-F238E27FC236}">
                    <a16:creationId xmlns:a16="http://schemas.microsoft.com/office/drawing/2014/main" id="{FB1C4D84-A807-4B05-A6C8-36FB66D6AF8B}"/>
                  </a:ext>
                </a:extLst>
              </p:cNvPr>
              <p:cNvSpPr/>
              <p:nvPr/>
            </p:nvSpPr>
            <p:spPr>
              <a:xfrm>
                <a:off x="61037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7" name="Freeform: Shape 2836">
                <a:extLst>
                  <a:ext uri="{FF2B5EF4-FFF2-40B4-BE49-F238E27FC236}">
                    <a16:creationId xmlns:a16="http://schemas.microsoft.com/office/drawing/2014/main" id="{674ADBF5-345B-4603-97A1-BE6E653B38AD}"/>
                  </a:ext>
                </a:extLst>
              </p:cNvPr>
              <p:cNvSpPr/>
              <p:nvPr/>
            </p:nvSpPr>
            <p:spPr>
              <a:xfrm>
                <a:off x="61037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8" name="Freeform: Shape 2837">
                <a:extLst>
                  <a:ext uri="{FF2B5EF4-FFF2-40B4-BE49-F238E27FC236}">
                    <a16:creationId xmlns:a16="http://schemas.microsoft.com/office/drawing/2014/main" id="{4D04D805-4958-47F8-BCC5-5FA42690548D}"/>
                  </a:ext>
                </a:extLst>
              </p:cNvPr>
              <p:cNvSpPr/>
              <p:nvPr/>
            </p:nvSpPr>
            <p:spPr>
              <a:xfrm>
                <a:off x="61037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9" name="Freeform: Shape 2838">
                <a:extLst>
                  <a:ext uri="{FF2B5EF4-FFF2-40B4-BE49-F238E27FC236}">
                    <a16:creationId xmlns:a16="http://schemas.microsoft.com/office/drawing/2014/main" id="{810D36F8-2366-4E58-8933-50890BDA31D2}"/>
                  </a:ext>
                </a:extLst>
              </p:cNvPr>
              <p:cNvSpPr/>
              <p:nvPr/>
            </p:nvSpPr>
            <p:spPr>
              <a:xfrm>
                <a:off x="61037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0" name="Freeform: Shape 2839">
                <a:extLst>
                  <a:ext uri="{FF2B5EF4-FFF2-40B4-BE49-F238E27FC236}">
                    <a16:creationId xmlns:a16="http://schemas.microsoft.com/office/drawing/2014/main" id="{DF100826-C057-435E-B74F-E33A4FF257BB}"/>
                  </a:ext>
                </a:extLst>
              </p:cNvPr>
              <p:cNvSpPr/>
              <p:nvPr/>
            </p:nvSpPr>
            <p:spPr>
              <a:xfrm>
                <a:off x="61037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1" name="Freeform: Shape 2840">
                <a:extLst>
                  <a:ext uri="{FF2B5EF4-FFF2-40B4-BE49-F238E27FC236}">
                    <a16:creationId xmlns:a16="http://schemas.microsoft.com/office/drawing/2014/main" id="{57D7B663-CC10-4476-8D8F-4A906418FAFD}"/>
                  </a:ext>
                </a:extLst>
              </p:cNvPr>
              <p:cNvSpPr/>
              <p:nvPr/>
            </p:nvSpPr>
            <p:spPr>
              <a:xfrm>
                <a:off x="6179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2" name="Freeform: Shape 2841">
                <a:extLst>
                  <a:ext uri="{FF2B5EF4-FFF2-40B4-BE49-F238E27FC236}">
                    <a16:creationId xmlns:a16="http://schemas.microsoft.com/office/drawing/2014/main" id="{B5A94D94-6163-4E3E-BB83-18E72C6EA8A7}"/>
                  </a:ext>
                </a:extLst>
              </p:cNvPr>
              <p:cNvSpPr/>
              <p:nvPr/>
            </p:nvSpPr>
            <p:spPr>
              <a:xfrm>
                <a:off x="6179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3" name="Freeform: Shape 2842">
                <a:extLst>
                  <a:ext uri="{FF2B5EF4-FFF2-40B4-BE49-F238E27FC236}">
                    <a16:creationId xmlns:a16="http://schemas.microsoft.com/office/drawing/2014/main" id="{AAB57E05-6790-4CE6-BBC6-6A48CCB27155}"/>
                  </a:ext>
                </a:extLst>
              </p:cNvPr>
              <p:cNvSpPr/>
              <p:nvPr/>
            </p:nvSpPr>
            <p:spPr>
              <a:xfrm>
                <a:off x="6179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4" name="Freeform: Shape 2843">
                <a:extLst>
                  <a:ext uri="{FF2B5EF4-FFF2-40B4-BE49-F238E27FC236}">
                    <a16:creationId xmlns:a16="http://schemas.microsoft.com/office/drawing/2014/main" id="{40B526F8-FBE0-4FF7-B2B8-97728AE6A475}"/>
                  </a:ext>
                </a:extLst>
              </p:cNvPr>
              <p:cNvSpPr/>
              <p:nvPr/>
            </p:nvSpPr>
            <p:spPr>
              <a:xfrm>
                <a:off x="62561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5" name="Freeform: Shape 2844">
                <a:extLst>
                  <a:ext uri="{FF2B5EF4-FFF2-40B4-BE49-F238E27FC236}">
                    <a16:creationId xmlns:a16="http://schemas.microsoft.com/office/drawing/2014/main" id="{3ABE13D4-A544-4102-8650-91807AD68978}"/>
                  </a:ext>
                </a:extLst>
              </p:cNvPr>
              <p:cNvSpPr/>
              <p:nvPr/>
            </p:nvSpPr>
            <p:spPr>
              <a:xfrm>
                <a:off x="62561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6" name="Freeform: Shape 2845">
                <a:extLst>
                  <a:ext uri="{FF2B5EF4-FFF2-40B4-BE49-F238E27FC236}">
                    <a16:creationId xmlns:a16="http://schemas.microsoft.com/office/drawing/2014/main" id="{F4DF6CDA-9B29-48E6-AD21-55C9E77CA0C3}"/>
                  </a:ext>
                </a:extLst>
              </p:cNvPr>
              <p:cNvSpPr/>
              <p:nvPr/>
            </p:nvSpPr>
            <p:spPr>
              <a:xfrm>
                <a:off x="62561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7" name="Freeform: Shape 2846">
                <a:extLst>
                  <a:ext uri="{FF2B5EF4-FFF2-40B4-BE49-F238E27FC236}">
                    <a16:creationId xmlns:a16="http://schemas.microsoft.com/office/drawing/2014/main" id="{77EDBFD7-EA07-41A0-B92F-036D5489B7A0}"/>
                  </a:ext>
                </a:extLst>
              </p:cNvPr>
              <p:cNvSpPr/>
              <p:nvPr/>
            </p:nvSpPr>
            <p:spPr>
              <a:xfrm>
                <a:off x="62561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8" name="Freeform: Shape 2847">
                <a:extLst>
                  <a:ext uri="{FF2B5EF4-FFF2-40B4-BE49-F238E27FC236}">
                    <a16:creationId xmlns:a16="http://schemas.microsoft.com/office/drawing/2014/main" id="{3D344CAF-9DBD-46E8-A084-48B9C2631CC8}"/>
                  </a:ext>
                </a:extLst>
              </p:cNvPr>
              <p:cNvSpPr/>
              <p:nvPr/>
            </p:nvSpPr>
            <p:spPr>
              <a:xfrm>
                <a:off x="61799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9" name="Freeform: Shape 2848">
                <a:extLst>
                  <a:ext uri="{FF2B5EF4-FFF2-40B4-BE49-F238E27FC236}">
                    <a16:creationId xmlns:a16="http://schemas.microsoft.com/office/drawing/2014/main" id="{FDD98A47-3E0F-4629-AA84-28C050BF157C}"/>
                  </a:ext>
                </a:extLst>
              </p:cNvPr>
              <p:cNvSpPr/>
              <p:nvPr/>
            </p:nvSpPr>
            <p:spPr>
              <a:xfrm>
                <a:off x="61799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0" name="Freeform: Shape 2849">
                <a:extLst>
                  <a:ext uri="{FF2B5EF4-FFF2-40B4-BE49-F238E27FC236}">
                    <a16:creationId xmlns:a16="http://schemas.microsoft.com/office/drawing/2014/main" id="{CC58B12E-CBEC-46FE-8C05-2B4B2B4A1A88}"/>
                  </a:ext>
                </a:extLst>
              </p:cNvPr>
              <p:cNvSpPr/>
              <p:nvPr/>
            </p:nvSpPr>
            <p:spPr>
              <a:xfrm>
                <a:off x="61799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1" name="Freeform: Shape 2850">
                <a:extLst>
                  <a:ext uri="{FF2B5EF4-FFF2-40B4-BE49-F238E27FC236}">
                    <a16:creationId xmlns:a16="http://schemas.microsoft.com/office/drawing/2014/main" id="{B137414D-661D-4886-9231-C7FC35381D77}"/>
                  </a:ext>
                </a:extLst>
              </p:cNvPr>
              <p:cNvSpPr/>
              <p:nvPr/>
            </p:nvSpPr>
            <p:spPr>
              <a:xfrm>
                <a:off x="61799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2" name="Freeform: Shape 2851">
                <a:extLst>
                  <a:ext uri="{FF2B5EF4-FFF2-40B4-BE49-F238E27FC236}">
                    <a16:creationId xmlns:a16="http://schemas.microsoft.com/office/drawing/2014/main" id="{86105F40-DC66-4955-AD4D-273EBB617013}"/>
                  </a:ext>
                </a:extLst>
              </p:cNvPr>
              <p:cNvSpPr/>
              <p:nvPr/>
            </p:nvSpPr>
            <p:spPr>
              <a:xfrm>
                <a:off x="61799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3" name="Freeform: Shape 2852">
                <a:extLst>
                  <a:ext uri="{FF2B5EF4-FFF2-40B4-BE49-F238E27FC236}">
                    <a16:creationId xmlns:a16="http://schemas.microsoft.com/office/drawing/2014/main" id="{F027B0BA-5C8A-4ADD-8117-9C0A64A372C9}"/>
                  </a:ext>
                </a:extLst>
              </p:cNvPr>
              <p:cNvSpPr/>
              <p:nvPr/>
            </p:nvSpPr>
            <p:spPr>
              <a:xfrm>
                <a:off x="61799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4" name="Freeform: Shape 2853">
                <a:extLst>
                  <a:ext uri="{FF2B5EF4-FFF2-40B4-BE49-F238E27FC236}">
                    <a16:creationId xmlns:a16="http://schemas.microsoft.com/office/drawing/2014/main" id="{787F914E-8F01-4275-B963-62B3F4296A73}"/>
                  </a:ext>
                </a:extLst>
              </p:cNvPr>
              <p:cNvSpPr/>
              <p:nvPr/>
            </p:nvSpPr>
            <p:spPr>
              <a:xfrm>
                <a:off x="61037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5" name="Freeform: Shape 2854">
                <a:extLst>
                  <a:ext uri="{FF2B5EF4-FFF2-40B4-BE49-F238E27FC236}">
                    <a16:creationId xmlns:a16="http://schemas.microsoft.com/office/drawing/2014/main" id="{91402295-13EC-464A-9BF3-EA74778263ED}"/>
                  </a:ext>
                </a:extLst>
              </p:cNvPr>
              <p:cNvSpPr/>
              <p:nvPr/>
            </p:nvSpPr>
            <p:spPr>
              <a:xfrm>
                <a:off x="60275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6" name="Freeform: Shape 2855">
                <a:extLst>
                  <a:ext uri="{FF2B5EF4-FFF2-40B4-BE49-F238E27FC236}">
                    <a16:creationId xmlns:a16="http://schemas.microsoft.com/office/drawing/2014/main" id="{653CCD4C-CE7D-4A72-AEA4-C94BD1262777}"/>
                  </a:ext>
                </a:extLst>
              </p:cNvPr>
              <p:cNvSpPr/>
              <p:nvPr/>
            </p:nvSpPr>
            <p:spPr>
              <a:xfrm>
                <a:off x="60275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7" name="Freeform: Shape 2856">
                <a:extLst>
                  <a:ext uri="{FF2B5EF4-FFF2-40B4-BE49-F238E27FC236}">
                    <a16:creationId xmlns:a16="http://schemas.microsoft.com/office/drawing/2014/main" id="{C5B15E2E-18B8-4EC2-9323-DCEC9DB13689}"/>
                  </a:ext>
                </a:extLst>
              </p:cNvPr>
              <p:cNvSpPr/>
              <p:nvPr/>
            </p:nvSpPr>
            <p:spPr>
              <a:xfrm>
                <a:off x="5951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8" name="Freeform: Shape 2857">
                <a:extLst>
                  <a:ext uri="{FF2B5EF4-FFF2-40B4-BE49-F238E27FC236}">
                    <a16:creationId xmlns:a16="http://schemas.microsoft.com/office/drawing/2014/main" id="{F2247753-DB2C-4AE4-AB6F-D7746F85CE6E}"/>
                  </a:ext>
                </a:extLst>
              </p:cNvPr>
              <p:cNvSpPr/>
              <p:nvPr/>
            </p:nvSpPr>
            <p:spPr>
              <a:xfrm>
                <a:off x="54944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9" name="Freeform: Shape 2858">
                <a:extLst>
                  <a:ext uri="{FF2B5EF4-FFF2-40B4-BE49-F238E27FC236}">
                    <a16:creationId xmlns:a16="http://schemas.microsoft.com/office/drawing/2014/main" id="{B61FA436-53DE-4FD4-9B6A-190F9D7CA5BA}"/>
                  </a:ext>
                </a:extLst>
              </p:cNvPr>
              <p:cNvSpPr/>
              <p:nvPr/>
            </p:nvSpPr>
            <p:spPr>
              <a:xfrm>
                <a:off x="54944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0" name="Freeform: Shape 2859">
                <a:extLst>
                  <a:ext uri="{FF2B5EF4-FFF2-40B4-BE49-F238E27FC236}">
                    <a16:creationId xmlns:a16="http://schemas.microsoft.com/office/drawing/2014/main" id="{C4A7889C-C8D0-481F-941A-E8D8C04F5532}"/>
                  </a:ext>
                </a:extLst>
              </p:cNvPr>
              <p:cNvSpPr/>
              <p:nvPr/>
            </p:nvSpPr>
            <p:spPr>
              <a:xfrm>
                <a:off x="54944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1" name="Freeform: Shape 2860">
                <a:extLst>
                  <a:ext uri="{FF2B5EF4-FFF2-40B4-BE49-F238E27FC236}">
                    <a16:creationId xmlns:a16="http://schemas.microsoft.com/office/drawing/2014/main" id="{D0B5B07B-50C0-4E70-A67A-7AF9CE74D76B}"/>
                  </a:ext>
                </a:extLst>
              </p:cNvPr>
              <p:cNvSpPr/>
              <p:nvPr/>
            </p:nvSpPr>
            <p:spPr>
              <a:xfrm>
                <a:off x="54944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5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2" name="Freeform: Shape 2861">
                <a:extLst>
                  <a:ext uri="{FF2B5EF4-FFF2-40B4-BE49-F238E27FC236}">
                    <a16:creationId xmlns:a16="http://schemas.microsoft.com/office/drawing/2014/main" id="{06B2B62E-9F2D-4E6A-972B-4950977C0106}"/>
                  </a:ext>
                </a:extLst>
              </p:cNvPr>
              <p:cNvSpPr/>
              <p:nvPr/>
            </p:nvSpPr>
            <p:spPr>
              <a:xfrm>
                <a:off x="54944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3" name="Freeform: Shape 2862">
                <a:extLst>
                  <a:ext uri="{FF2B5EF4-FFF2-40B4-BE49-F238E27FC236}">
                    <a16:creationId xmlns:a16="http://schemas.microsoft.com/office/drawing/2014/main" id="{40017760-BB92-43CA-8D65-DE03CD95CAFB}"/>
                  </a:ext>
                </a:extLst>
              </p:cNvPr>
              <p:cNvSpPr/>
              <p:nvPr/>
            </p:nvSpPr>
            <p:spPr>
              <a:xfrm>
                <a:off x="54944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4" name="Freeform: Shape 2863">
                <a:extLst>
                  <a:ext uri="{FF2B5EF4-FFF2-40B4-BE49-F238E27FC236}">
                    <a16:creationId xmlns:a16="http://schemas.microsoft.com/office/drawing/2014/main" id="{5B61E473-AFF7-4CE5-8AE4-97A24D63E8B4}"/>
                  </a:ext>
                </a:extLst>
              </p:cNvPr>
              <p:cNvSpPr/>
              <p:nvPr/>
            </p:nvSpPr>
            <p:spPr>
              <a:xfrm>
                <a:off x="54944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5" name="Freeform: Shape 2864">
                <a:extLst>
                  <a:ext uri="{FF2B5EF4-FFF2-40B4-BE49-F238E27FC236}">
                    <a16:creationId xmlns:a16="http://schemas.microsoft.com/office/drawing/2014/main" id="{8FECA64B-6D07-4689-9253-48688615E00E}"/>
                  </a:ext>
                </a:extLst>
              </p:cNvPr>
              <p:cNvSpPr/>
              <p:nvPr/>
            </p:nvSpPr>
            <p:spPr>
              <a:xfrm>
                <a:off x="54944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6" name="Freeform: Shape 2865">
                <a:extLst>
                  <a:ext uri="{FF2B5EF4-FFF2-40B4-BE49-F238E27FC236}">
                    <a16:creationId xmlns:a16="http://schemas.microsoft.com/office/drawing/2014/main" id="{02C8D805-2E5F-4EA4-8B90-5BE4483CDF29}"/>
                  </a:ext>
                </a:extLst>
              </p:cNvPr>
              <p:cNvSpPr/>
              <p:nvPr/>
            </p:nvSpPr>
            <p:spPr>
              <a:xfrm>
                <a:off x="54944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7" name="Freeform: Shape 2866">
                <a:extLst>
                  <a:ext uri="{FF2B5EF4-FFF2-40B4-BE49-F238E27FC236}">
                    <a16:creationId xmlns:a16="http://schemas.microsoft.com/office/drawing/2014/main" id="{66719262-62A5-4168-A16D-DBD95ED3E8E0}"/>
                  </a:ext>
                </a:extLst>
              </p:cNvPr>
              <p:cNvSpPr/>
              <p:nvPr/>
            </p:nvSpPr>
            <p:spPr>
              <a:xfrm>
                <a:off x="54944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8" name="Freeform: Shape 2867">
                <a:extLst>
                  <a:ext uri="{FF2B5EF4-FFF2-40B4-BE49-F238E27FC236}">
                    <a16:creationId xmlns:a16="http://schemas.microsoft.com/office/drawing/2014/main" id="{F832AC37-1270-4490-B8E5-2DEDEDC75078}"/>
                  </a:ext>
                </a:extLst>
              </p:cNvPr>
              <p:cNvSpPr/>
              <p:nvPr/>
            </p:nvSpPr>
            <p:spPr>
              <a:xfrm>
                <a:off x="54944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9" name="Freeform: Shape 2868">
                <a:extLst>
                  <a:ext uri="{FF2B5EF4-FFF2-40B4-BE49-F238E27FC236}">
                    <a16:creationId xmlns:a16="http://schemas.microsoft.com/office/drawing/2014/main" id="{687998C2-C607-4D9E-841D-071548FF173A}"/>
                  </a:ext>
                </a:extLst>
              </p:cNvPr>
              <p:cNvSpPr/>
              <p:nvPr/>
            </p:nvSpPr>
            <p:spPr>
              <a:xfrm>
                <a:off x="54944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2" y="2137"/>
                      <a:pt x="1067" y="2137"/>
                    </a:cubicBezTo>
                    <a:cubicBezTo>
                      <a:pt x="1329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0" name="Freeform: Shape 2869">
                <a:extLst>
                  <a:ext uri="{FF2B5EF4-FFF2-40B4-BE49-F238E27FC236}">
                    <a16:creationId xmlns:a16="http://schemas.microsoft.com/office/drawing/2014/main" id="{18151A9E-9135-42A3-A94C-D5BE6464086E}"/>
                  </a:ext>
                </a:extLst>
              </p:cNvPr>
              <p:cNvSpPr/>
              <p:nvPr/>
            </p:nvSpPr>
            <p:spPr>
              <a:xfrm>
                <a:off x="54944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1" name="Freeform: Shape 2870">
                <a:extLst>
                  <a:ext uri="{FF2B5EF4-FFF2-40B4-BE49-F238E27FC236}">
                    <a16:creationId xmlns:a16="http://schemas.microsoft.com/office/drawing/2014/main" id="{6FFD7B02-639D-490A-A753-EC61D812DB16}"/>
                  </a:ext>
                </a:extLst>
              </p:cNvPr>
              <p:cNvSpPr/>
              <p:nvPr/>
            </p:nvSpPr>
            <p:spPr>
              <a:xfrm>
                <a:off x="54944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2" name="Freeform: Shape 2871">
                <a:extLst>
                  <a:ext uri="{FF2B5EF4-FFF2-40B4-BE49-F238E27FC236}">
                    <a16:creationId xmlns:a16="http://schemas.microsoft.com/office/drawing/2014/main" id="{D9B031ED-7A65-4969-8A6C-C1B56403DB06}"/>
                  </a:ext>
                </a:extLst>
              </p:cNvPr>
              <p:cNvSpPr/>
              <p:nvPr/>
            </p:nvSpPr>
            <p:spPr>
              <a:xfrm>
                <a:off x="54944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3" name="Freeform: Shape 2872">
                <a:extLst>
                  <a:ext uri="{FF2B5EF4-FFF2-40B4-BE49-F238E27FC236}">
                    <a16:creationId xmlns:a16="http://schemas.microsoft.com/office/drawing/2014/main" id="{D862736A-CDC5-4822-9317-A7A5E780C65C}"/>
                  </a:ext>
                </a:extLst>
              </p:cNvPr>
              <p:cNvSpPr/>
              <p:nvPr/>
            </p:nvSpPr>
            <p:spPr>
              <a:xfrm>
                <a:off x="55706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4" name="Freeform: Shape 2873">
                <a:extLst>
                  <a:ext uri="{FF2B5EF4-FFF2-40B4-BE49-F238E27FC236}">
                    <a16:creationId xmlns:a16="http://schemas.microsoft.com/office/drawing/2014/main" id="{6B2EA40C-B616-4EA7-B1DE-21A41D6EA35C}"/>
                  </a:ext>
                </a:extLst>
              </p:cNvPr>
              <p:cNvSpPr/>
              <p:nvPr/>
            </p:nvSpPr>
            <p:spPr>
              <a:xfrm>
                <a:off x="55706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5" name="Freeform: Shape 2874">
                <a:extLst>
                  <a:ext uri="{FF2B5EF4-FFF2-40B4-BE49-F238E27FC236}">
                    <a16:creationId xmlns:a16="http://schemas.microsoft.com/office/drawing/2014/main" id="{1BB07567-039A-4E1D-917A-E049868941BD}"/>
                  </a:ext>
                </a:extLst>
              </p:cNvPr>
              <p:cNvSpPr/>
              <p:nvPr/>
            </p:nvSpPr>
            <p:spPr>
              <a:xfrm>
                <a:off x="55706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6" name="Freeform: Shape 2875">
                <a:extLst>
                  <a:ext uri="{FF2B5EF4-FFF2-40B4-BE49-F238E27FC236}">
                    <a16:creationId xmlns:a16="http://schemas.microsoft.com/office/drawing/2014/main" id="{8A585F46-A100-4CEC-BDCC-DD844F43844E}"/>
                  </a:ext>
                </a:extLst>
              </p:cNvPr>
              <p:cNvSpPr/>
              <p:nvPr/>
            </p:nvSpPr>
            <p:spPr>
              <a:xfrm>
                <a:off x="55706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7" name="Freeform: Shape 2876">
                <a:extLst>
                  <a:ext uri="{FF2B5EF4-FFF2-40B4-BE49-F238E27FC236}">
                    <a16:creationId xmlns:a16="http://schemas.microsoft.com/office/drawing/2014/main" id="{DE6837E2-9D96-4036-82F4-BD943EBBCBFD}"/>
                  </a:ext>
                </a:extLst>
              </p:cNvPr>
              <p:cNvSpPr/>
              <p:nvPr/>
            </p:nvSpPr>
            <p:spPr>
              <a:xfrm>
                <a:off x="5570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8" name="Freeform: Shape 2877">
                <a:extLst>
                  <a:ext uri="{FF2B5EF4-FFF2-40B4-BE49-F238E27FC236}">
                    <a16:creationId xmlns:a16="http://schemas.microsoft.com/office/drawing/2014/main" id="{47043FA7-321A-446E-AF73-2FF001AE66D1}"/>
                  </a:ext>
                </a:extLst>
              </p:cNvPr>
              <p:cNvSpPr/>
              <p:nvPr/>
            </p:nvSpPr>
            <p:spPr>
              <a:xfrm>
                <a:off x="5570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9" name="Freeform: Shape 2878">
                <a:extLst>
                  <a:ext uri="{FF2B5EF4-FFF2-40B4-BE49-F238E27FC236}">
                    <a16:creationId xmlns:a16="http://schemas.microsoft.com/office/drawing/2014/main" id="{CDE9A684-5350-42E5-B77D-49A67C23A08F}"/>
                  </a:ext>
                </a:extLst>
              </p:cNvPr>
              <p:cNvSpPr/>
              <p:nvPr/>
            </p:nvSpPr>
            <p:spPr>
              <a:xfrm>
                <a:off x="5570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0" name="Freeform: Shape 2879">
                <a:extLst>
                  <a:ext uri="{FF2B5EF4-FFF2-40B4-BE49-F238E27FC236}">
                    <a16:creationId xmlns:a16="http://schemas.microsoft.com/office/drawing/2014/main" id="{3D82662C-E92D-4EDF-BAFE-543C03F2354C}"/>
                  </a:ext>
                </a:extLst>
              </p:cNvPr>
              <p:cNvSpPr/>
              <p:nvPr/>
            </p:nvSpPr>
            <p:spPr>
              <a:xfrm>
                <a:off x="5570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1" name="Freeform: Shape 2880">
                <a:extLst>
                  <a:ext uri="{FF2B5EF4-FFF2-40B4-BE49-F238E27FC236}">
                    <a16:creationId xmlns:a16="http://schemas.microsoft.com/office/drawing/2014/main" id="{DC611174-4BC5-45D6-847B-C9D41C356331}"/>
                  </a:ext>
                </a:extLst>
              </p:cNvPr>
              <p:cNvSpPr/>
              <p:nvPr/>
            </p:nvSpPr>
            <p:spPr>
              <a:xfrm>
                <a:off x="5570625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2" name="Freeform: Shape 2881">
                <a:extLst>
                  <a:ext uri="{FF2B5EF4-FFF2-40B4-BE49-F238E27FC236}">
                    <a16:creationId xmlns:a16="http://schemas.microsoft.com/office/drawing/2014/main" id="{8215A25D-8855-4938-92BF-88DC80B100F2}"/>
                  </a:ext>
                </a:extLst>
              </p:cNvPr>
              <p:cNvSpPr/>
              <p:nvPr/>
            </p:nvSpPr>
            <p:spPr>
              <a:xfrm>
                <a:off x="5570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3" name="Freeform: Shape 2882">
                <a:extLst>
                  <a:ext uri="{FF2B5EF4-FFF2-40B4-BE49-F238E27FC236}">
                    <a16:creationId xmlns:a16="http://schemas.microsoft.com/office/drawing/2014/main" id="{71535DD6-E05D-438C-82C0-6CD2C03CF9FC}"/>
                  </a:ext>
                </a:extLst>
              </p:cNvPr>
              <p:cNvSpPr/>
              <p:nvPr/>
            </p:nvSpPr>
            <p:spPr>
              <a:xfrm>
                <a:off x="55706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4" name="Freeform: Shape 2883">
                <a:extLst>
                  <a:ext uri="{FF2B5EF4-FFF2-40B4-BE49-F238E27FC236}">
                    <a16:creationId xmlns:a16="http://schemas.microsoft.com/office/drawing/2014/main" id="{E2E7683D-4DC8-49EE-A825-E8011000719E}"/>
                  </a:ext>
                </a:extLst>
              </p:cNvPr>
              <p:cNvSpPr/>
              <p:nvPr/>
            </p:nvSpPr>
            <p:spPr>
              <a:xfrm>
                <a:off x="55706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5" name="Freeform: Shape 2884">
                <a:extLst>
                  <a:ext uri="{FF2B5EF4-FFF2-40B4-BE49-F238E27FC236}">
                    <a16:creationId xmlns:a16="http://schemas.microsoft.com/office/drawing/2014/main" id="{BDD865FA-E62C-4BDC-B0C0-421FC6ED06A4}"/>
                  </a:ext>
                </a:extLst>
              </p:cNvPr>
              <p:cNvSpPr/>
              <p:nvPr/>
            </p:nvSpPr>
            <p:spPr>
              <a:xfrm>
                <a:off x="55706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6" name="Freeform: Shape 2885">
                <a:extLst>
                  <a:ext uri="{FF2B5EF4-FFF2-40B4-BE49-F238E27FC236}">
                    <a16:creationId xmlns:a16="http://schemas.microsoft.com/office/drawing/2014/main" id="{6AD2994B-8F1F-46CF-83EE-FCE44AF78650}"/>
                  </a:ext>
                </a:extLst>
              </p:cNvPr>
              <p:cNvSpPr/>
              <p:nvPr/>
            </p:nvSpPr>
            <p:spPr>
              <a:xfrm>
                <a:off x="5570625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7" name="Freeform: Shape 2886">
                <a:extLst>
                  <a:ext uri="{FF2B5EF4-FFF2-40B4-BE49-F238E27FC236}">
                    <a16:creationId xmlns:a16="http://schemas.microsoft.com/office/drawing/2014/main" id="{306E688F-6272-47C5-9F6D-7D87DC6D2E50}"/>
                  </a:ext>
                </a:extLst>
              </p:cNvPr>
              <p:cNvSpPr/>
              <p:nvPr/>
            </p:nvSpPr>
            <p:spPr>
              <a:xfrm>
                <a:off x="55706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8" name="Freeform: Shape 2887">
                <a:extLst>
                  <a:ext uri="{FF2B5EF4-FFF2-40B4-BE49-F238E27FC236}">
                    <a16:creationId xmlns:a16="http://schemas.microsoft.com/office/drawing/2014/main" id="{FA5BF90E-CA79-4C05-9148-A7E4739E82CE}"/>
                  </a:ext>
                </a:extLst>
              </p:cNvPr>
              <p:cNvSpPr/>
              <p:nvPr/>
            </p:nvSpPr>
            <p:spPr>
              <a:xfrm>
                <a:off x="55706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9" name="Freeform: Shape 2888">
                <a:extLst>
                  <a:ext uri="{FF2B5EF4-FFF2-40B4-BE49-F238E27FC236}">
                    <a16:creationId xmlns:a16="http://schemas.microsoft.com/office/drawing/2014/main" id="{FDBBEA08-6C9E-4427-BBCE-B4DA3702FD53}"/>
                  </a:ext>
                </a:extLst>
              </p:cNvPr>
              <p:cNvSpPr/>
              <p:nvPr/>
            </p:nvSpPr>
            <p:spPr>
              <a:xfrm>
                <a:off x="55706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0" name="Freeform: Shape 2889">
                <a:extLst>
                  <a:ext uri="{FF2B5EF4-FFF2-40B4-BE49-F238E27FC236}">
                    <a16:creationId xmlns:a16="http://schemas.microsoft.com/office/drawing/2014/main" id="{EBF97EAE-7609-4410-88BD-8993E4DA33E5}"/>
                  </a:ext>
                </a:extLst>
              </p:cNvPr>
              <p:cNvSpPr/>
              <p:nvPr/>
            </p:nvSpPr>
            <p:spPr>
              <a:xfrm>
                <a:off x="55706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1" name="Freeform: Shape 2890">
                <a:extLst>
                  <a:ext uri="{FF2B5EF4-FFF2-40B4-BE49-F238E27FC236}">
                    <a16:creationId xmlns:a16="http://schemas.microsoft.com/office/drawing/2014/main" id="{CED9A868-7BA6-4BB6-9054-A1737CD53CB0}"/>
                  </a:ext>
                </a:extLst>
              </p:cNvPr>
              <p:cNvSpPr/>
              <p:nvPr/>
            </p:nvSpPr>
            <p:spPr>
              <a:xfrm>
                <a:off x="55706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2" name="Freeform: Shape 2891">
                <a:extLst>
                  <a:ext uri="{FF2B5EF4-FFF2-40B4-BE49-F238E27FC236}">
                    <a16:creationId xmlns:a16="http://schemas.microsoft.com/office/drawing/2014/main" id="{75895EDD-E199-4F8E-A8CB-D8A5993582E7}"/>
                  </a:ext>
                </a:extLst>
              </p:cNvPr>
              <p:cNvSpPr/>
              <p:nvPr/>
            </p:nvSpPr>
            <p:spPr>
              <a:xfrm>
                <a:off x="55706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3" name="Freeform: Shape 2892">
                <a:extLst>
                  <a:ext uri="{FF2B5EF4-FFF2-40B4-BE49-F238E27FC236}">
                    <a16:creationId xmlns:a16="http://schemas.microsoft.com/office/drawing/2014/main" id="{26DAC9D0-8E31-4185-9D78-4C7BC1E41BFA}"/>
                  </a:ext>
                </a:extLst>
              </p:cNvPr>
              <p:cNvSpPr/>
              <p:nvPr/>
            </p:nvSpPr>
            <p:spPr>
              <a:xfrm>
                <a:off x="55706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4" name="Freeform: Shape 2893">
                <a:extLst>
                  <a:ext uri="{FF2B5EF4-FFF2-40B4-BE49-F238E27FC236}">
                    <a16:creationId xmlns:a16="http://schemas.microsoft.com/office/drawing/2014/main" id="{15939A49-048A-4F84-B61A-748A21368E4B}"/>
                  </a:ext>
                </a:extLst>
              </p:cNvPr>
              <p:cNvSpPr/>
              <p:nvPr/>
            </p:nvSpPr>
            <p:spPr>
              <a:xfrm>
                <a:off x="56468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5" name="Freeform: Shape 2894">
                <a:extLst>
                  <a:ext uri="{FF2B5EF4-FFF2-40B4-BE49-F238E27FC236}">
                    <a16:creationId xmlns:a16="http://schemas.microsoft.com/office/drawing/2014/main" id="{C52EB4AB-D68F-47A7-B789-37237883505D}"/>
                  </a:ext>
                </a:extLst>
              </p:cNvPr>
              <p:cNvSpPr/>
              <p:nvPr/>
            </p:nvSpPr>
            <p:spPr>
              <a:xfrm>
                <a:off x="56468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6" name="Freeform: Shape 2895">
                <a:extLst>
                  <a:ext uri="{FF2B5EF4-FFF2-40B4-BE49-F238E27FC236}">
                    <a16:creationId xmlns:a16="http://schemas.microsoft.com/office/drawing/2014/main" id="{AB97B455-CC7C-4BB6-B3F0-4E2D7F8F6060}"/>
                  </a:ext>
                </a:extLst>
              </p:cNvPr>
              <p:cNvSpPr/>
              <p:nvPr/>
            </p:nvSpPr>
            <p:spPr>
              <a:xfrm>
                <a:off x="5646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7" name="Freeform: Shape 2896">
                <a:extLst>
                  <a:ext uri="{FF2B5EF4-FFF2-40B4-BE49-F238E27FC236}">
                    <a16:creationId xmlns:a16="http://schemas.microsoft.com/office/drawing/2014/main" id="{827EE3BC-7884-430C-9EB4-49147DBC8F06}"/>
                  </a:ext>
                </a:extLst>
              </p:cNvPr>
              <p:cNvSpPr/>
              <p:nvPr/>
            </p:nvSpPr>
            <p:spPr>
              <a:xfrm>
                <a:off x="5646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8" name="Freeform: Shape 2897">
                <a:extLst>
                  <a:ext uri="{FF2B5EF4-FFF2-40B4-BE49-F238E27FC236}">
                    <a16:creationId xmlns:a16="http://schemas.microsoft.com/office/drawing/2014/main" id="{C11B6B8D-7FB3-4B52-BC20-EAD7D80E7CF6}"/>
                  </a:ext>
                </a:extLst>
              </p:cNvPr>
              <p:cNvSpPr/>
              <p:nvPr/>
            </p:nvSpPr>
            <p:spPr>
              <a:xfrm>
                <a:off x="5646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9" name="Freeform: Shape 2898">
                <a:extLst>
                  <a:ext uri="{FF2B5EF4-FFF2-40B4-BE49-F238E27FC236}">
                    <a16:creationId xmlns:a16="http://schemas.microsoft.com/office/drawing/2014/main" id="{1C89538D-E103-4194-B1B4-EC4CFD0E6989}"/>
                  </a:ext>
                </a:extLst>
              </p:cNvPr>
              <p:cNvSpPr/>
              <p:nvPr/>
            </p:nvSpPr>
            <p:spPr>
              <a:xfrm>
                <a:off x="5646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0" name="Freeform: Shape 2899">
                <a:extLst>
                  <a:ext uri="{FF2B5EF4-FFF2-40B4-BE49-F238E27FC236}">
                    <a16:creationId xmlns:a16="http://schemas.microsoft.com/office/drawing/2014/main" id="{8A36D7A8-088D-4B56-BDFA-08BA3A13EEBE}"/>
                  </a:ext>
                </a:extLst>
              </p:cNvPr>
              <p:cNvSpPr/>
              <p:nvPr/>
            </p:nvSpPr>
            <p:spPr>
              <a:xfrm>
                <a:off x="5646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1" name="Freeform: Shape 2900">
                <a:extLst>
                  <a:ext uri="{FF2B5EF4-FFF2-40B4-BE49-F238E27FC236}">
                    <a16:creationId xmlns:a16="http://schemas.microsoft.com/office/drawing/2014/main" id="{9227984F-8E10-475C-9316-754D2C9EABC9}"/>
                  </a:ext>
                </a:extLst>
              </p:cNvPr>
              <p:cNvSpPr/>
              <p:nvPr/>
            </p:nvSpPr>
            <p:spPr>
              <a:xfrm>
                <a:off x="5646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2" name="Freeform: Shape 2901">
                <a:extLst>
                  <a:ext uri="{FF2B5EF4-FFF2-40B4-BE49-F238E27FC236}">
                    <a16:creationId xmlns:a16="http://schemas.microsoft.com/office/drawing/2014/main" id="{50D9C290-C34C-40ED-B9B5-9AB2B75263DA}"/>
                  </a:ext>
                </a:extLst>
              </p:cNvPr>
              <p:cNvSpPr/>
              <p:nvPr/>
            </p:nvSpPr>
            <p:spPr>
              <a:xfrm>
                <a:off x="5646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3" name="Freeform: Shape 2902">
                <a:extLst>
                  <a:ext uri="{FF2B5EF4-FFF2-40B4-BE49-F238E27FC236}">
                    <a16:creationId xmlns:a16="http://schemas.microsoft.com/office/drawing/2014/main" id="{AD1B2B49-F516-42FA-85DC-64B874194E45}"/>
                  </a:ext>
                </a:extLst>
              </p:cNvPr>
              <p:cNvSpPr/>
              <p:nvPr/>
            </p:nvSpPr>
            <p:spPr>
              <a:xfrm>
                <a:off x="56468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4" name="Freeform: Shape 2903">
                <a:extLst>
                  <a:ext uri="{FF2B5EF4-FFF2-40B4-BE49-F238E27FC236}">
                    <a16:creationId xmlns:a16="http://schemas.microsoft.com/office/drawing/2014/main" id="{29CF1917-60B4-4615-9541-F53127AD7DB0}"/>
                  </a:ext>
                </a:extLst>
              </p:cNvPr>
              <p:cNvSpPr/>
              <p:nvPr/>
            </p:nvSpPr>
            <p:spPr>
              <a:xfrm>
                <a:off x="56468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5" name="Freeform: Shape 2904">
                <a:extLst>
                  <a:ext uri="{FF2B5EF4-FFF2-40B4-BE49-F238E27FC236}">
                    <a16:creationId xmlns:a16="http://schemas.microsoft.com/office/drawing/2014/main" id="{F7CB7D35-2D78-448D-8729-0AF86E9A7CA0}"/>
                  </a:ext>
                </a:extLst>
              </p:cNvPr>
              <p:cNvSpPr/>
              <p:nvPr/>
            </p:nvSpPr>
            <p:spPr>
              <a:xfrm>
                <a:off x="56468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6" name="Freeform: Shape 2905">
                <a:extLst>
                  <a:ext uri="{FF2B5EF4-FFF2-40B4-BE49-F238E27FC236}">
                    <a16:creationId xmlns:a16="http://schemas.microsoft.com/office/drawing/2014/main" id="{F18B38E3-3BC6-4CD5-9081-B74E66B4DFFF}"/>
                  </a:ext>
                </a:extLst>
              </p:cNvPr>
              <p:cNvSpPr/>
              <p:nvPr/>
            </p:nvSpPr>
            <p:spPr>
              <a:xfrm>
                <a:off x="56468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7" name="Freeform: Shape 2906">
                <a:extLst>
                  <a:ext uri="{FF2B5EF4-FFF2-40B4-BE49-F238E27FC236}">
                    <a16:creationId xmlns:a16="http://schemas.microsoft.com/office/drawing/2014/main" id="{581FD93C-C88F-4729-AC97-BDC46009ADAC}"/>
                  </a:ext>
                </a:extLst>
              </p:cNvPr>
              <p:cNvSpPr/>
              <p:nvPr/>
            </p:nvSpPr>
            <p:spPr>
              <a:xfrm>
                <a:off x="56468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8" name="Freeform: Shape 2907">
                <a:extLst>
                  <a:ext uri="{FF2B5EF4-FFF2-40B4-BE49-F238E27FC236}">
                    <a16:creationId xmlns:a16="http://schemas.microsoft.com/office/drawing/2014/main" id="{51A0F18A-8F40-43C7-8FC5-AF6F7CD31A57}"/>
                  </a:ext>
                </a:extLst>
              </p:cNvPr>
              <p:cNvSpPr/>
              <p:nvPr/>
            </p:nvSpPr>
            <p:spPr>
              <a:xfrm>
                <a:off x="56468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9" name="Freeform: Shape 2908">
                <a:extLst>
                  <a:ext uri="{FF2B5EF4-FFF2-40B4-BE49-F238E27FC236}">
                    <a16:creationId xmlns:a16="http://schemas.microsoft.com/office/drawing/2014/main" id="{56154D89-6367-4136-A443-7DFE4800686F}"/>
                  </a:ext>
                </a:extLst>
              </p:cNvPr>
              <p:cNvSpPr/>
              <p:nvPr/>
            </p:nvSpPr>
            <p:spPr>
              <a:xfrm>
                <a:off x="56468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0" name="Freeform: Shape 2909">
                <a:extLst>
                  <a:ext uri="{FF2B5EF4-FFF2-40B4-BE49-F238E27FC236}">
                    <a16:creationId xmlns:a16="http://schemas.microsoft.com/office/drawing/2014/main" id="{78C1DD76-6043-4DFA-8ACE-FF661035597B}"/>
                  </a:ext>
                </a:extLst>
              </p:cNvPr>
              <p:cNvSpPr/>
              <p:nvPr/>
            </p:nvSpPr>
            <p:spPr>
              <a:xfrm>
                <a:off x="56468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1" name="Freeform: Shape 2910">
                <a:extLst>
                  <a:ext uri="{FF2B5EF4-FFF2-40B4-BE49-F238E27FC236}">
                    <a16:creationId xmlns:a16="http://schemas.microsoft.com/office/drawing/2014/main" id="{E77B4000-FADE-43EE-B3DC-25D4A996CE00}"/>
                  </a:ext>
                </a:extLst>
              </p:cNvPr>
              <p:cNvSpPr/>
              <p:nvPr/>
            </p:nvSpPr>
            <p:spPr>
              <a:xfrm>
                <a:off x="57230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2" name="Freeform: Shape 2911">
                <a:extLst>
                  <a:ext uri="{FF2B5EF4-FFF2-40B4-BE49-F238E27FC236}">
                    <a16:creationId xmlns:a16="http://schemas.microsoft.com/office/drawing/2014/main" id="{9FECAB8D-7D08-47DA-B304-BB1DD0F20726}"/>
                  </a:ext>
                </a:extLst>
              </p:cNvPr>
              <p:cNvSpPr/>
              <p:nvPr/>
            </p:nvSpPr>
            <p:spPr>
              <a:xfrm>
                <a:off x="57230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3" name="Freeform: Shape 2912">
                <a:extLst>
                  <a:ext uri="{FF2B5EF4-FFF2-40B4-BE49-F238E27FC236}">
                    <a16:creationId xmlns:a16="http://schemas.microsoft.com/office/drawing/2014/main" id="{E176139A-F6BC-4000-998A-8E3742E6C5A1}"/>
                  </a:ext>
                </a:extLst>
              </p:cNvPr>
              <p:cNvSpPr/>
              <p:nvPr/>
            </p:nvSpPr>
            <p:spPr>
              <a:xfrm>
                <a:off x="57230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6" y="1149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4" name="Freeform: Shape 2913">
                <a:extLst>
                  <a:ext uri="{FF2B5EF4-FFF2-40B4-BE49-F238E27FC236}">
                    <a16:creationId xmlns:a16="http://schemas.microsoft.com/office/drawing/2014/main" id="{76BA38CE-EC69-461B-8B4F-71260BC7C8D2}"/>
                  </a:ext>
                </a:extLst>
              </p:cNvPr>
              <p:cNvSpPr/>
              <p:nvPr/>
            </p:nvSpPr>
            <p:spPr>
              <a:xfrm>
                <a:off x="57230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5" name="Freeform: Shape 2914">
                <a:extLst>
                  <a:ext uri="{FF2B5EF4-FFF2-40B4-BE49-F238E27FC236}">
                    <a16:creationId xmlns:a16="http://schemas.microsoft.com/office/drawing/2014/main" id="{F025C9B6-0F11-49C4-9D5D-3634ABF9C619}"/>
                  </a:ext>
                </a:extLst>
              </p:cNvPr>
              <p:cNvSpPr/>
              <p:nvPr/>
            </p:nvSpPr>
            <p:spPr>
              <a:xfrm>
                <a:off x="57230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6" name="Freeform: Shape 2915">
                <a:extLst>
                  <a:ext uri="{FF2B5EF4-FFF2-40B4-BE49-F238E27FC236}">
                    <a16:creationId xmlns:a16="http://schemas.microsoft.com/office/drawing/2014/main" id="{C6195DF6-B908-4CC3-A56A-E6F6FCDC1190}"/>
                  </a:ext>
                </a:extLst>
              </p:cNvPr>
              <p:cNvSpPr/>
              <p:nvPr/>
            </p:nvSpPr>
            <p:spPr>
              <a:xfrm>
                <a:off x="57230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7" name="Freeform: Shape 2916">
                <a:extLst>
                  <a:ext uri="{FF2B5EF4-FFF2-40B4-BE49-F238E27FC236}">
                    <a16:creationId xmlns:a16="http://schemas.microsoft.com/office/drawing/2014/main" id="{FC672D20-F46E-405F-A4DC-C94F5C73025E}"/>
                  </a:ext>
                </a:extLst>
              </p:cNvPr>
              <p:cNvSpPr/>
              <p:nvPr/>
            </p:nvSpPr>
            <p:spPr>
              <a:xfrm>
                <a:off x="57230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8" name="Freeform: Shape 2917">
                <a:extLst>
                  <a:ext uri="{FF2B5EF4-FFF2-40B4-BE49-F238E27FC236}">
                    <a16:creationId xmlns:a16="http://schemas.microsoft.com/office/drawing/2014/main" id="{F53B722C-3B16-4F9C-B054-903A96D12000}"/>
                  </a:ext>
                </a:extLst>
              </p:cNvPr>
              <p:cNvSpPr/>
              <p:nvPr/>
            </p:nvSpPr>
            <p:spPr>
              <a:xfrm>
                <a:off x="57230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9" name="Freeform: Shape 2918">
                <a:extLst>
                  <a:ext uri="{FF2B5EF4-FFF2-40B4-BE49-F238E27FC236}">
                    <a16:creationId xmlns:a16="http://schemas.microsoft.com/office/drawing/2014/main" id="{36B25CBD-F479-4A22-B86E-B38AA3838C9E}"/>
                  </a:ext>
                </a:extLst>
              </p:cNvPr>
              <p:cNvSpPr/>
              <p:nvPr/>
            </p:nvSpPr>
            <p:spPr>
              <a:xfrm>
                <a:off x="57230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0" name="Freeform: Shape 2919">
                <a:extLst>
                  <a:ext uri="{FF2B5EF4-FFF2-40B4-BE49-F238E27FC236}">
                    <a16:creationId xmlns:a16="http://schemas.microsoft.com/office/drawing/2014/main" id="{713D5158-5741-443E-8CB8-44A292DA8484}"/>
                  </a:ext>
                </a:extLst>
              </p:cNvPr>
              <p:cNvSpPr/>
              <p:nvPr/>
            </p:nvSpPr>
            <p:spPr>
              <a:xfrm>
                <a:off x="57230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1" name="Freeform: Shape 2920">
                <a:extLst>
                  <a:ext uri="{FF2B5EF4-FFF2-40B4-BE49-F238E27FC236}">
                    <a16:creationId xmlns:a16="http://schemas.microsoft.com/office/drawing/2014/main" id="{73AAC766-CC25-4F48-BA18-F7ABAF676542}"/>
                  </a:ext>
                </a:extLst>
              </p:cNvPr>
              <p:cNvSpPr/>
              <p:nvPr/>
            </p:nvSpPr>
            <p:spPr>
              <a:xfrm>
                <a:off x="57230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2" name="Freeform: Shape 2921">
                <a:extLst>
                  <a:ext uri="{FF2B5EF4-FFF2-40B4-BE49-F238E27FC236}">
                    <a16:creationId xmlns:a16="http://schemas.microsoft.com/office/drawing/2014/main" id="{C46380CC-D69B-4237-A589-8F5862BF2E74}"/>
                  </a:ext>
                </a:extLst>
              </p:cNvPr>
              <p:cNvSpPr/>
              <p:nvPr/>
            </p:nvSpPr>
            <p:spPr>
              <a:xfrm>
                <a:off x="5723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3" name="Freeform: Shape 2922">
                <a:extLst>
                  <a:ext uri="{FF2B5EF4-FFF2-40B4-BE49-F238E27FC236}">
                    <a16:creationId xmlns:a16="http://schemas.microsoft.com/office/drawing/2014/main" id="{FAD04BE7-503D-40C7-A8C3-8E2370BDDC42}"/>
                  </a:ext>
                </a:extLst>
              </p:cNvPr>
              <p:cNvSpPr/>
              <p:nvPr/>
            </p:nvSpPr>
            <p:spPr>
              <a:xfrm>
                <a:off x="57230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4" name="Freeform: Shape 2923">
                <a:extLst>
                  <a:ext uri="{FF2B5EF4-FFF2-40B4-BE49-F238E27FC236}">
                    <a16:creationId xmlns:a16="http://schemas.microsoft.com/office/drawing/2014/main" id="{A0478C4D-6C65-4A45-809B-806A8CCE7C45}"/>
                  </a:ext>
                </a:extLst>
              </p:cNvPr>
              <p:cNvSpPr/>
              <p:nvPr/>
            </p:nvSpPr>
            <p:spPr>
              <a:xfrm>
                <a:off x="57228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5" name="Freeform: Shape 2924">
                <a:extLst>
                  <a:ext uri="{FF2B5EF4-FFF2-40B4-BE49-F238E27FC236}">
                    <a16:creationId xmlns:a16="http://schemas.microsoft.com/office/drawing/2014/main" id="{EEA32433-10D6-4EB0-8B72-810A5F0EAEEA}"/>
                  </a:ext>
                </a:extLst>
              </p:cNvPr>
              <p:cNvSpPr/>
              <p:nvPr/>
            </p:nvSpPr>
            <p:spPr>
              <a:xfrm>
                <a:off x="57230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6" name="Freeform: Shape 2925">
                <a:extLst>
                  <a:ext uri="{FF2B5EF4-FFF2-40B4-BE49-F238E27FC236}">
                    <a16:creationId xmlns:a16="http://schemas.microsoft.com/office/drawing/2014/main" id="{2EEF28BA-4CDB-4BCC-9C33-0817F937542D}"/>
                  </a:ext>
                </a:extLst>
              </p:cNvPr>
              <p:cNvSpPr/>
              <p:nvPr/>
            </p:nvSpPr>
            <p:spPr>
              <a:xfrm>
                <a:off x="57228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7" name="Freeform: Shape 2926">
                <a:extLst>
                  <a:ext uri="{FF2B5EF4-FFF2-40B4-BE49-F238E27FC236}">
                    <a16:creationId xmlns:a16="http://schemas.microsoft.com/office/drawing/2014/main" id="{9D819953-AFCB-4D81-8124-4E3E57BC89EA}"/>
                  </a:ext>
                </a:extLst>
              </p:cNvPr>
              <p:cNvSpPr/>
              <p:nvPr/>
            </p:nvSpPr>
            <p:spPr>
              <a:xfrm>
                <a:off x="57992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8" name="Freeform: Shape 2927">
                <a:extLst>
                  <a:ext uri="{FF2B5EF4-FFF2-40B4-BE49-F238E27FC236}">
                    <a16:creationId xmlns:a16="http://schemas.microsoft.com/office/drawing/2014/main" id="{CC44BAEE-FFEE-4395-A7D0-860D9125B73D}"/>
                  </a:ext>
                </a:extLst>
              </p:cNvPr>
              <p:cNvSpPr/>
              <p:nvPr/>
            </p:nvSpPr>
            <p:spPr>
              <a:xfrm>
                <a:off x="5799275" y="14952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0"/>
                      <a:pt x="1067" y="2130"/>
                    </a:cubicBezTo>
                    <a:cubicBezTo>
                      <a:pt x="1329" y="2130"/>
                      <a:pt x="1596" y="2032"/>
                      <a:pt x="1813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9" name="Freeform: Shape 2928">
                <a:extLst>
                  <a:ext uri="{FF2B5EF4-FFF2-40B4-BE49-F238E27FC236}">
                    <a16:creationId xmlns:a16="http://schemas.microsoft.com/office/drawing/2014/main" id="{CC3FBAE1-7710-4B12-B2B1-50187B87259B}"/>
                  </a:ext>
                </a:extLst>
              </p:cNvPr>
              <p:cNvSpPr/>
              <p:nvPr/>
            </p:nvSpPr>
            <p:spPr>
              <a:xfrm>
                <a:off x="5799275" y="15714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1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0" name="Freeform: Shape 2929">
                <a:extLst>
                  <a:ext uri="{FF2B5EF4-FFF2-40B4-BE49-F238E27FC236}">
                    <a16:creationId xmlns:a16="http://schemas.microsoft.com/office/drawing/2014/main" id="{A436710D-4CB8-48F5-AB1C-9DD2F5440E46}"/>
                  </a:ext>
                </a:extLst>
              </p:cNvPr>
              <p:cNvSpPr/>
              <p:nvPr/>
            </p:nvSpPr>
            <p:spPr>
              <a:xfrm>
                <a:off x="57992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1" name="Freeform: Shape 2930">
                <a:extLst>
                  <a:ext uri="{FF2B5EF4-FFF2-40B4-BE49-F238E27FC236}">
                    <a16:creationId xmlns:a16="http://schemas.microsoft.com/office/drawing/2014/main" id="{E9A42D17-76F2-4048-BC9C-BCB84A3FA5C8}"/>
                  </a:ext>
                </a:extLst>
              </p:cNvPr>
              <p:cNvSpPr/>
              <p:nvPr/>
            </p:nvSpPr>
            <p:spPr>
              <a:xfrm>
                <a:off x="57992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2" name="Freeform: Shape 2931">
                <a:extLst>
                  <a:ext uri="{FF2B5EF4-FFF2-40B4-BE49-F238E27FC236}">
                    <a16:creationId xmlns:a16="http://schemas.microsoft.com/office/drawing/2014/main" id="{259CD854-B9E7-4584-A436-82700A1D0EB7}"/>
                  </a:ext>
                </a:extLst>
              </p:cNvPr>
              <p:cNvSpPr/>
              <p:nvPr/>
            </p:nvSpPr>
            <p:spPr>
              <a:xfrm>
                <a:off x="5799275" y="17998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5" y="1150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3" name="Freeform: Shape 2932">
                <a:extLst>
                  <a:ext uri="{FF2B5EF4-FFF2-40B4-BE49-F238E27FC236}">
                    <a16:creationId xmlns:a16="http://schemas.microsoft.com/office/drawing/2014/main" id="{286DB9A0-1258-40D9-BD79-5CDF92CB29A7}"/>
                  </a:ext>
                </a:extLst>
              </p:cNvPr>
              <p:cNvSpPr/>
              <p:nvPr/>
            </p:nvSpPr>
            <p:spPr>
              <a:xfrm>
                <a:off x="5799275" y="18760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4" name="Freeform: Shape 2933">
                <a:extLst>
                  <a:ext uri="{FF2B5EF4-FFF2-40B4-BE49-F238E27FC236}">
                    <a16:creationId xmlns:a16="http://schemas.microsoft.com/office/drawing/2014/main" id="{2DE7A3F2-48A2-4E71-86C7-CA763E7B04E7}"/>
                  </a:ext>
                </a:extLst>
              </p:cNvPr>
              <p:cNvSpPr/>
              <p:nvPr/>
            </p:nvSpPr>
            <p:spPr>
              <a:xfrm>
                <a:off x="5799275" y="1952050"/>
                <a:ext cx="6220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40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6"/>
                      <a:pt x="522" y="2139"/>
                      <a:pt x="1069" y="2139"/>
                    </a:cubicBezTo>
                    <a:cubicBezTo>
                      <a:pt x="1333" y="2139"/>
                      <a:pt x="1602" y="2041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5" name="Freeform: Shape 2934">
                <a:extLst>
                  <a:ext uri="{FF2B5EF4-FFF2-40B4-BE49-F238E27FC236}">
                    <a16:creationId xmlns:a16="http://schemas.microsoft.com/office/drawing/2014/main" id="{F9C898BE-1EC8-4BD5-A524-4A0B5925F05F}"/>
                  </a:ext>
                </a:extLst>
              </p:cNvPr>
              <p:cNvSpPr/>
              <p:nvPr/>
            </p:nvSpPr>
            <p:spPr>
              <a:xfrm>
                <a:off x="57992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6" name="Freeform: Shape 2935">
                <a:extLst>
                  <a:ext uri="{FF2B5EF4-FFF2-40B4-BE49-F238E27FC236}">
                    <a16:creationId xmlns:a16="http://schemas.microsoft.com/office/drawing/2014/main" id="{D1D27DB2-1599-4466-894D-14E8DF51D7C2}"/>
                  </a:ext>
                </a:extLst>
              </p:cNvPr>
              <p:cNvSpPr/>
              <p:nvPr/>
            </p:nvSpPr>
            <p:spPr>
              <a:xfrm>
                <a:off x="5875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7" name="Freeform: Shape 2936">
                <a:extLst>
                  <a:ext uri="{FF2B5EF4-FFF2-40B4-BE49-F238E27FC236}">
                    <a16:creationId xmlns:a16="http://schemas.microsoft.com/office/drawing/2014/main" id="{6989EF2A-7591-437E-A6E0-A36E9753889B}"/>
                  </a:ext>
                </a:extLst>
              </p:cNvPr>
              <p:cNvSpPr/>
              <p:nvPr/>
            </p:nvSpPr>
            <p:spPr>
              <a:xfrm>
                <a:off x="5875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8" name="Freeform: Shape 2937">
                <a:extLst>
                  <a:ext uri="{FF2B5EF4-FFF2-40B4-BE49-F238E27FC236}">
                    <a16:creationId xmlns:a16="http://schemas.microsoft.com/office/drawing/2014/main" id="{635AC57E-A6EA-4FE4-A705-CE339B2290EE}"/>
                  </a:ext>
                </a:extLst>
              </p:cNvPr>
              <p:cNvSpPr/>
              <p:nvPr/>
            </p:nvSpPr>
            <p:spPr>
              <a:xfrm>
                <a:off x="5875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9" name="Freeform: Shape 2938">
                <a:extLst>
                  <a:ext uri="{FF2B5EF4-FFF2-40B4-BE49-F238E27FC236}">
                    <a16:creationId xmlns:a16="http://schemas.microsoft.com/office/drawing/2014/main" id="{FAD06684-B357-431A-9F86-CC4A134518AE}"/>
                  </a:ext>
                </a:extLst>
              </p:cNvPr>
              <p:cNvSpPr/>
              <p:nvPr/>
            </p:nvSpPr>
            <p:spPr>
              <a:xfrm>
                <a:off x="5875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0" name="Freeform: Shape 2939">
                <a:extLst>
                  <a:ext uri="{FF2B5EF4-FFF2-40B4-BE49-F238E27FC236}">
                    <a16:creationId xmlns:a16="http://schemas.microsoft.com/office/drawing/2014/main" id="{EF57432C-2089-4763-9E55-24F069914A08}"/>
                  </a:ext>
                </a:extLst>
              </p:cNvPr>
              <p:cNvSpPr/>
              <p:nvPr/>
            </p:nvSpPr>
            <p:spPr>
              <a:xfrm>
                <a:off x="58752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1" name="Freeform: Shape 2940">
                <a:extLst>
                  <a:ext uri="{FF2B5EF4-FFF2-40B4-BE49-F238E27FC236}">
                    <a16:creationId xmlns:a16="http://schemas.microsoft.com/office/drawing/2014/main" id="{F8FC6AC6-4F4F-4D1E-88D9-DC8821E73586}"/>
                  </a:ext>
                </a:extLst>
              </p:cNvPr>
              <p:cNvSpPr/>
              <p:nvPr/>
            </p:nvSpPr>
            <p:spPr>
              <a:xfrm>
                <a:off x="58752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2" name="Freeform: Shape 2941">
                <a:extLst>
                  <a:ext uri="{FF2B5EF4-FFF2-40B4-BE49-F238E27FC236}">
                    <a16:creationId xmlns:a16="http://schemas.microsoft.com/office/drawing/2014/main" id="{00FB208C-1715-4011-8839-9A03ECA30EC7}"/>
                  </a:ext>
                </a:extLst>
              </p:cNvPr>
              <p:cNvSpPr/>
              <p:nvPr/>
            </p:nvSpPr>
            <p:spPr>
              <a:xfrm>
                <a:off x="587527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3" name="Freeform: Shape 2942">
                <a:extLst>
                  <a:ext uri="{FF2B5EF4-FFF2-40B4-BE49-F238E27FC236}">
                    <a16:creationId xmlns:a16="http://schemas.microsoft.com/office/drawing/2014/main" id="{40D85622-F7DF-45C3-96BD-4D9720C462A8}"/>
                  </a:ext>
                </a:extLst>
              </p:cNvPr>
              <p:cNvSpPr/>
              <p:nvPr/>
            </p:nvSpPr>
            <p:spPr>
              <a:xfrm>
                <a:off x="58752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4" name="Freeform: Shape 2943">
                <a:extLst>
                  <a:ext uri="{FF2B5EF4-FFF2-40B4-BE49-F238E27FC236}">
                    <a16:creationId xmlns:a16="http://schemas.microsoft.com/office/drawing/2014/main" id="{94BCB89C-F649-43EF-AC15-9A3A49D96898}"/>
                  </a:ext>
                </a:extLst>
              </p:cNvPr>
              <p:cNvSpPr/>
              <p:nvPr/>
            </p:nvSpPr>
            <p:spPr>
              <a:xfrm>
                <a:off x="58752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5" name="Freeform: Shape 2944">
                <a:extLst>
                  <a:ext uri="{FF2B5EF4-FFF2-40B4-BE49-F238E27FC236}">
                    <a16:creationId xmlns:a16="http://schemas.microsoft.com/office/drawing/2014/main" id="{E6B65742-F302-4A8A-A087-DAF2CE77D87F}"/>
                  </a:ext>
                </a:extLst>
              </p:cNvPr>
              <p:cNvSpPr/>
              <p:nvPr/>
            </p:nvSpPr>
            <p:spPr>
              <a:xfrm>
                <a:off x="58752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6" name="Freeform: Shape 2945">
                <a:extLst>
                  <a:ext uri="{FF2B5EF4-FFF2-40B4-BE49-F238E27FC236}">
                    <a16:creationId xmlns:a16="http://schemas.microsoft.com/office/drawing/2014/main" id="{5A56E09F-698E-482B-95E2-47F08BBC9BEA}"/>
                  </a:ext>
                </a:extLst>
              </p:cNvPr>
              <p:cNvSpPr/>
              <p:nvPr/>
            </p:nvSpPr>
            <p:spPr>
              <a:xfrm>
                <a:off x="57992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7" name="Freeform: Shape 2946">
                <a:extLst>
                  <a:ext uri="{FF2B5EF4-FFF2-40B4-BE49-F238E27FC236}">
                    <a16:creationId xmlns:a16="http://schemas.microsoft.com/office/drawing/2014/main" id="{7DF449DA-0458-4B40-8924-CB431790CD5E}"/>
                  </a:ext>
                </a:extLst>
              </p:cNvPr>
              <p:cNvSpPr/>
              <p:nvPr/>
            </p:nvSpPr>
            <p:spPr>
              <a:xfrm>
                <a:off x="5799275" y="21807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8" name="Freeform: Shape 2947">
                <a:extLst>
                  <a:ext uri="{FF2B5EF4-FFF2-40B4-BE49-F238E27FC236}">
                    <a16:creationId xmlns:a16="http://schemas.microsoft.com/office/drawing/2014/main" id="{CB7BE5F5-4A41-4AC0-9C60-00D07A04CD73}"/>
                  </a:ext>
                </a:extLst>
              </p:cNvPr>
              <p:cNvSpPr/>
              <p:nvPr/>
            </p:nvSpPr>
            <p:spPr>
              <a:xfrm>
                <a:off x="5799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3" y="1149"/>
                      <a:pt x="2019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9" name="Freeform: Shape 2948">
                <a:extLst>
                  <a:ext uri="{FF2B5EF4-FFF2-40B4-BE49-F238E27FC236}">
                    <a16:creationId xmlns:a16="http://schemas.microsoft.com/office/drawing/2014/main" id="{CADA41E5-006A-4B29-A747-76359E06E146}"/>
                  </a:ext>
                </a:extLst>
              </p:cNvPr>
              <p:cNvSpPr/>
              <p:nvPr/>
            </p:nvSpPr>
            <p:spPr>
              <a:xfrm>
                <a:off x="57992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0" name="Freeform: Shape 2949">
                <a:extLst>
                  <a:ext uri="{FF2B5EF4-FFF2-40B4-BE49-F238E27FC236}">
                    <a16:creationId xmlns:a16="http://schemas.microsoft.com/office/drawing/2014/main" id="{4FE9C834-5BD7-45FD-B3C8-F7523048A114}"/>
                  </a:ext>
                </a:extLst>
              </p:cNvPr>
              <p:cNvSpPr/>
              <p:nvPr/>
            </p:nvSpPr>
            <p:spPr>
              <a:xfrm>
                <a:off x="57990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1" name="Freeform: Shape 2950">
                <a:extLst>
                  <a:ext uri="{FF2B5EF4-FFF2-40B4-BE49-F238E27FC236}">
                    <a16:creationId xmlns:a16="http://schemas.microsoft.com/office/drawing/2014/main" id="{41044905-1C5B-4B7D-965B-12501CA92744}"/>
                  </a:ext>
                </a:extLst>
              </p:cNvPr>
              <p:cNvSpPr/>
              <p:nvPr/>
            </p:nvSpPr>
            <p:spPr>
              <a:xfrm>
                <a:off x="57992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57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2" name="Freeform: Shape 2951">
                <a:extLst>
                  <a:ext uri="{FF2B5EF4-FFF2-40B4-BE49-F238E27FC236}">
                    <a16:creationId xmlns:a16="http://schemas.microsoft.com/office/drawing/2014/main" id="{34C3CEAA-CBF9-486A-B524-568E9A6D68E2}"/>
                  </a:ext>
                </a:extLst>
              </p:cNvPr>
              <p:cNvSpPr/>
              <p:nvPr/>
            </p:nvSpPr>
            <p:spPr>
              <a:xfrm>
                <a:off x="57990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3" name="Freeform: Shape 2952">
                <a:extLst>
                  <a:ext uri="{FF2B5EF4-FFF2-40B4-BE49-F238E27FC236}">
                    <a16:creationId xmlns:a16="http://schemas.microsoft.com/office/drawing/2014/main" id="{5EB6A59B-1B4E-4C7C-A5F5-6861174EC105}"/>
                  </a:ext>
                </a:extLst>
              </p:cNvPr>
              <p:cNvSpPr/>
              <p:nvPr/>
            </p:nvSpPr>
            <p:spPr>
              <a:xfrm>
                <a:off x="5799275" y="24093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4" name="Freeform: Shape 2953">
                <a:extLst>
                  <a:ext uri="{FF2B5EF4-FFF2-40B4-BE49-F238E27FC236}">
                    <a16:creationId xmlns:a16="http://schemas.microsoft.com/office/drawing/2014/main" id="{65D3C2B3-78CA-40A5-B558-02B0F1E7971C}"/>
                  </a:ext>
                </a:extLst>
              </p:cNvPr>
              <p:cNvSpPr/>
              <p:nvPr/>
            </p:nvSpPr>
            <p:spPr>
              <a:xfrm>
                <a:off x="57230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5" name="Freeform: Shape 2954">
                <a:extLst>
                  <a:ext uri="{FF2B5EF4-FFF2-40B4-BE49-F238E27FC236}">
                    <a16:creationId xmlns:a16="http://schemas.microsoft.com/office/drawing/2014/main" id="{E36E9A1E-C4B2-4BC0-9060-C3EB63BCB67E}"/>
                  </a:ext>
                </a:extLst>
              </p:cNvPr>
              <p:cNvSpPr/>
              <p:nvPr/>
            </p:nvSpPr>
            <p:spPr>
              <a:xfrm>
                <a:off x="56468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6" name="Freeform: Shape 2955">
                <a:extLst>
                  <a:ext uri="{FF2B5EF4-FFF2-40B4-BE49-F238E27FC236}">
                    <a16:creationId xmlns:a16="http://schemas.microsoft.com/office/drawing/2014/main" id="{FFFF146F-210F-4140-BBE5-B5DC349F39B0}"/>
                  </a:ext>
                </a:extLst>
              </p:cNvPr>
              <p:cNvSpPr/>
              <p:nvPr/>
            </p:nvSpPr>
            <p:spPr>
              <a:xfrm>
                <a:off x="55706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7" name="Freeform: Shape 2956">
                <a:extLst>
                  <a:ext uri="{FF2B5EF4-FFF2-40B4-BE49-F238E27FC236}">
                    <a16:creationId xmlns:a16="http://schemas.microsoft.com/office/drawing/2014/main" id="{63247155-B5E7-4F50-8A7C-AF8802717C65}"/>
                  </a:ext>
                </a:extLst>
              </p:cNvPr>
              <p:cNvSpPr/>
              <p:nvPr/>
            </p:nvSpPr>
            <p:spPr>
              <a:xfrm>
                <a:off x="54944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8" name="Freeform: Shape 2957">
                <a:extLst>
                  <a:ext uri="{FF2B5EF4-FFF2-40B4-BE49-F238E27FC236}">
                    <a16:creationId xmlns:a16="http://schemas.microsoft.com/office/drawing/2014/main" id="{C585D7D8-0C42-4A34-B640-A6D96D6BD00C}"/>
                  </a:ext>
                </a:extLst>
              </p:cNvPr>
              <p:cNvSpPr/>
              <p:nvPr/>
            </p:nvSpPr>
            <p:spPr>
              <a:xfrm>
                <a:off x="54182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9" name="Freeform: Shape 2958">
                <a:extLst>
                  <a:ext uri="{FF2B5EF4-FFF2-40B4-BE49-F238E27FC236}">
                    <a16:creationId xmlns:a16="http://schemas.microsoft.com/office/drawing/2014/main" id="{06000955-D4C3-4A58-9CDD-A2A204243297}"/>
                  </a:ext>
                </a:extLst>
              </p:cNvPr>
              <p:cNvSpPr/>
              <p:nvPr/>
            </p:nvSpPr>
            <p:spPr>
              <a:xfrm>
                <a:off x="53419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0" name="Freeform: Shape 2959">
                <a:extLst>
                  <a:ext uri="{FF2B5EF4-FFF2-40B4-BE49-F238E27FC236}">
                    <a16:creationId xmlns:a16="http://schemas.microsoft.com/office/drawing/2014/main" id="{7359ECF0-4CF2-43C0-A656-127E472E656C}"/>
                  </a:ext>
                </a:extLst>
              </p:cNvPr>
              <p:cNvSpPr/>
              <p:nvPr/>
            </p:nvSpPr>
            <p:spPr>
              <a:xfrm>
                <a:off x="60275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1" name="Freeform: Shape 2960">
                <a:extLst>
                  <a:ext uri="{FF2B5EF4-FFF2-40B4-BE49-F238E27FC236}">
                    <a16:creationId xmlns:a16="http://schemas.microsoft.com/office/drawing/2014/main" id="{D6A59C3F-3CF7-4DF5-8E97-21C997D75F8D}"/>
                  </a:ext>
                </a:extLst>
              </p:cNvPr>
              <p:cNvSpPr/>
              <p:nvPr/>
            </p:nvSpPr>
            <p:spPr>
              <a:xfrm>
                <a:off x="60275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2" name="Freeform: Shape 2961">
                <a:extLst>
                  <a:ext uri="{FF2B5EF4-FFF2-40B4-BE49-F238E27FC236}">
                    <a16:creationId xmlns:a16="http://schemas.microsoft.com/office/drawing/2014/main" id="{4BEA2331-4AE8-410F-AD5D-154BD63F03ED}"/>
                  </a:ext>
                </a:extLst>
              </p:cNvPr>
              <p:cNvSpPr/>
              <p:nvPr/>
            </p:nvSpPr>
            <p:spPr>
              <a:xfrm>
                <a:off x="610370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3" name="Freeform: Shape 2962">
                <a:extLst>
                  <a:ext uri="{FF2B5EF4-FFF2-40B4-BE49-F238E27FC236}">
                    <a16:creationId xmlns:a16="http://schemas.microsoft.com/office/drawing/2014/main" id="{4F263E8D-B8BE-41AA-87F4-2A2847E5A503}"/>
                  </a:ext>
                </a:extLst>
              </p:cNvPr>
              <p:cNvSpPr/>
              <p:nvPr/>
            </p:nvSpPr>
            <p:spPr>
              <a:xfrm>
                <a:off x="61037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4" name="Freeform: Shape 2963">
                <a:extLst>
                  <a:ext uri="{FF2B5EF4-FFF2-40B4-BE49-F238E27FC236}">
                    <a16:creationId xmlns:a16="http://schemas.microsoft.com/office/drawing/2014/main" id="{039227E7-8425-42DD-82AB-8A8A70A1FEAB}"/>
                  </a:ext>
                </a:extLst>
              </p:cNvPr>
              <p:cNvSpPr/>
              <p:nvPr/>
            </p:nvSpPr>
            <p:spPr>
              <a:xfrm>
                <a:off x="59514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5" name="Freeform: Shape 2964">
                <a:extLst>
                  <a:ext uri="{FF2B5EF4-FFF2-40B4-BE49-F238E27FC236}">
                    <a16:creationId xmlns:a16="http://schemas.microsoft.com/office/drawing/2014/main" id="{8ABBC342-334B-4349-B00D-D0FB390B6077}"/>
                  </a:ext>
                </a:extLst>
              </p:cNvPr>
              <p:cNvSpPr/>
              <p:nvPr/>
            </p:nvSpPr>
            <p:spPr>
              <a:xfrm>
                <a:off x="59514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6" name="Freeform: Shape 2965">
                <a:extLst>
                  <a:ext uri="{FF2B5EF4-FFF2-40B4-BE49-F238E27FC236}">
                    <a16:creationId xmlns:a16="http://schemas.microsoft.com/office/drawing/2014/main" id="{DBFDFAA4-52F5-4B0B-B961-62D569DF6C1F}"/>
                  </a:ext>
                </a:extLst>
              </p:cNvPr>
              <p:cNvSpPr/>
              <p:nvPr/>
            </p:nvSpPr>
            <p:spPr>
              <a:xfrm>
                <a:off x="587527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7" name="Freeform: Shape 2966">
                <a:extLst>
                  <a:ext uri="{FF2B5EF4-FFF2-40B4-BE49-F238E27FC236}">
                    <a16:creationId xmlns:a16="http://schemas.microsoft.com/office/drawing/2014/main" id="{941AAA7B-D87E-4C59-BE3A-568289F6D352}"/>
                  </a:ext>
                </a:extLst>
              </p:cNvPr>
              <p:cNvSpPr/>
              <p:nvPr/>
            </p:nvSpPr>
            <p:spPr>
              <a:xfrm>
                <a:off x="587527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8" name="Freeform: Shape 2967">
                <a:extLst>
                  <a:ext uri="{FF2B5EF4-FFF2-40B4-BE49-F238E27FC236}">
                    <a16:creationId xmlns:a16="http://schemas.microsoft.com/office/drawing/2014/main" id="{1A85D211-6A09-42E6-B38A-F5ECBEFAD9F4}"/>
                  </a:ext>
                </a:extLst>
              </p:cNvPr>
              <p:cNvSpPr/>
              <p:nvPr/>
            </p:nvSpPr>
            <p:spPr>
              <a:xfrm>
                <a:off x="58752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9" name="Freeform: Shape 2968">
                <a:extLst>
                  <a:ext uri="{FF2B5EF4-FFF2-40B4-BE49-F238E27FC236}">
                    <a16:creationId xmlns:a16="http://schemas.microsoft.com/office/drawing/2014/main" id="{22F4F4E1-F8A8-42CD-BE06-CC9AFAAB7E15}"/>
                  </a:ext>
                </a:extLst>
              </p:cNvPr>
              <p:cNvSpPr/>
              <p:nvPr/>
            </p:nvSpPr>
            <p:spPr>
              <a:xfrm>
                <a:off x="5799125" y="3399500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63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47"/>
                      <a:pt x="2014" y="1"/>
                      <a:pt x="106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0" name="Freeform: Shape 2969">
                <a:extLst>
                  <a:ext uri="{FF2B5EF4-FFF2-40B4-BE49-F238E27FC236}">
                    <a16:creationId xmlns:a16="http://schemas.microsoft.com/office/drawing/2014/main" id="{CB6E3441-AD47-49FA-9C9D-DBA3357FDBFC}"/>
                  </a:ext>
                </a:extLst>
              </p:cNvPr>
              <p:cNvSpPr/>
              <p:nvPr/>
            </p:nvSpPr>
            <p:spPr>
              <a:xfrm>
                <a:off x="57991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1" name="Freeform: Shape 2970">
                <a:extLst>
                  <a:ext uri="{FF2B5EF4-FFF2-40B4-BE49-F238E27FC236}">
                    <a16:creationId xmlns:a16="http://schemas.microsoft.com/office/drawing/2014/main" id="{BF1C9980-60F6-44A2-B853-6811C97C1B6E}"/>
                  </a:ext>
                </a:extLst>
              </p:cNvPr>
              <p:cNvSpPr/>
              <p:nvPr/>
            </p:nvSpPr>
            <p:spPr>
              <a:xfrm>
                <a:off x="602750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2" name="Freeform: Shape 2971">
                <a:extLst>
                  <a:ext uri="{FF2B5EF4-FFF2-40B4-BE49-F238E27FC236}">
                    <a16:creationId xmlns:a16="http://schemas.microsoft.com/office/drawing/2014/main" id="{375BAE88-8304-4DC9-934B-496B3DBFE0C8}"/>
                  </a:ext>
                </a:extLst>
              </p:cNvPr>
              <p:cNvSpPr/>
              <p:nvPr/>
            </p:nvSpPr>
            <p:spPr>
              <a:xfrm>
                <a:off x="59514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3" name="Freeform: Shape 2972">
                <a:extLst>
                  <a:ext uri="{FF2B5EF4-FFF2-40B4-BE49-F238E27FC236}">
                    <a16:creationId xmlns:a16="http://schemas.microsoft.com/office/drawing/2014/main" id="{BE1CA8CE-2860-4860-BA48-BD0665E77DE1}"/>
                  </a:ext>
                </a:extLst>
              </p:cNvPr>
              <p:cNvSpPr/>
              <p:nvPr/>
            </p:nvSpPr>
            <p:spPr>
              <a:xfrm>
                <a:off x="58752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4" name="Freeform: Shape 2973">
                <a:extLst>
                  <a:ext uri="{FF2B5EF4-FFF2-40B4-BE49-F238E27FC236}">
                    <a16:creationId xmlns:a16="http://schemas.microsoft.com/office/drawing/2014/main" id="{BD54B2E4-6F1F-4154-92F1-F50FF79E41FD}"/>
                  </a:ext>
                </a:extLst>
              </p:cNvPr>
              <p:cNvSpPr/>
              <p:nvPr/>
            </p:nvSpPr>
            <p:spPr>
              <a:xfrm>
                <a:off x="5799050" y="3551925"/>
                <a:ext cx="6237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2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80"/>
                      <a:pt x="9" y="1066"/>
                    </a:cubicBezTo>
                    <a:cubicBezTo>
                      <a:pt x="9" y="1708"/>
                      <a:pt x="531" y="2131"/>
                      <a:pt x="1078" y="2131"/>
                    </a:cubicBezTo>
                    <a:cubicBezTo>
                      <a:pt x="1342" y="2131"/>
                      <a:pt x="1611" y="2033"/>
                      <a:pt x="1830" y="1814"/>
                    </a:cubicBezTo>
                    <a:cubicBezTo>
                      <a:pt x="2494" y="1141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5" name="Freeform: Shape 2974">
                <a:extLst>
                  <a:ext uri="{FF2B5EF4-FFF2-40B4-BE49-F238E27FC236}">
                    <a16:creationId xmlns:a16="http://schemas.microsoft.com/office/drawing/2014/main" id="{029E8DBB-F8E1-4135-AC8F-01E841A90CA5}"/>
                  </a:ext>
                </a:extLst>
              </p:cNvPr>
              <p:cNvSpPr/>
              <p:nvPr/>
            </p:nvSpPr>
            <p:spPr>
              <a:xfrm>
                <a:off x="5723050" y="35519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6" y="1141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6" name="Freeform: Shape 2975">
                <a:extLst>
                  <a:ext uri="{FF2B5EF4-FFF2-40B4-BE49-F238E27FC236}">
                    <a16:creationId xmlns:a16="http://schemas.microsoft.com/office/drawing/2014/main" id="{32B82A7B-87E4-4E9F-8BF6-7F3D1B189DEE}"/>
                  </a:ext>
                </a:extLst>
              </p:cNvPr>
              <p:cNvSpPr/>
              <p:nvPr/>
            </p:nvSpPr>
            <p:spPr>
              <a:xfrm>
                <a:off x="57230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7" name="Freeform: Shape 2976">
                <a:extLst>
                  <a:ext uri="{FF2B5EF4-FFF2-40B4-BE49-F238E27FC236}">
                    <a16:creationId xmlns:a16="http://schemas.microsoft.com/office/drawing/2014/main" id="{160DFE6D-1F23-48BE-8647-3A8AF3E93CE6}"/>
                  </a:ext>
                </a:extLst>
              </p:cNvPr>
              <p:cNvSpPr/>
              <p:nvPr/>
            </p:nvSpPr>
            <p:spPr>
              <a:xfrm>
                <a:off x="56468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8" name="Freeform: Shape 2977">
                <a:extLst>
                  <a:ext uri="{FF2B5EF4-FFF2-40B4-BE49-F238E27FC236}">
                    <a16:creationId xmlns:a16="http://schemas.microsoft.com/office/drawing/2014/main" id="{9F51F04D-7C6A-4C04-A5C9-7C66AF70FC0E}"/>
                  </a:ext>
                </a:extLst>
              </p:cNvPr>
              <p:cNvSpPr/>
              <p:nvPr/>
            </p:nvSpPr>
            <p:spPr>
              <a:xfrm>
                <a:off x="5646700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77" y="1"/>
                      <a:pt x="6" y="480"/>
                      <a:pt x="6" y="1066"/>
                    </a:cubicBezTo>
                    <a:cubicBezTo>
                      <a:pt x="0" y="1709"/>
                      <a:pt x="528" y="2134"/>
                      <a:pt x="1076" y="2134"/>
                    </a:cubicBezTo>
                    <a:cubicBezTo>
                      <a:pt x="1337" y="2134"/>
                      <a:pt x="1603" y="2037"/>
                      <a:pt x="1819" y="1822"/>
                    </a:cubicBezTo>
                    <a:cubicBezTo>
                      <a:pt x="2494" y="1147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9" name="Freeform: Shape 2978">
                <a:extLst>
                  <a:ext uri="{FF2B5EF4-FFF2-40B4-BE49-F238E27FC236}">
                    <a16:creationId xmlns:a16="http://schemas.microsoft.com/office/drawing/2014/main" id="{EC5BC1AB-03C0-4911-8969-348CAC1A6D39}"/>
                  </a:ext>
                </a:extLst>
              </p:cNvPr>
              <p:cNvSpPr/>
              <p:nvPr/>
            </p:nvSpPr>
            <p:spPr>
              <a:xfrm>
                <a:off x="5570475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86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0" name="Freeform: Shape 2979">
                <a:extLst>
                  <a:ext uri="{FF2B5EF4-FFF2-40B4-BE49-F238E27FC236}">
                    <a16:creationId xmlns:a16="http://schemas.microsoft.com/office/drawing/2014/main" id="{35C0B4CC-48DC-4320-B8E1-0BB4C236273D}"/>
                  </a:ext>
                </a:extLst>
              </p:cNvPr>
              <p:cNvSpPr/>
              <p:nvPr/>
            </p:nvSpPr>
            <p:spPr>
              <a:xfrm>
                <a:off x="5570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1" name="Freeform: Shape 2980">
                <a:extLst>
                  <a:ext uri="{FF2B5EF4-FFF2-40B4-BE49-F238E27FC236}">
                    <a16:creationId xmlns:a16="http://schemas.microsoft.com/office/drawing/2014/main" id="{708463C7-F8DC-46F5-85DE-722361695A7D}"/>
                  </a:ext>
                </a:extLst>
              </p:cNvPr>
              <p:cNvSpPr/>
              <p:nvPr/>
            </p:nvSpPr>
            <p:spPr>
              <a:xfrm>
                <a:off x="54942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3" y="1154"/>
                      <a:pt x="2022" y="8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2" name="Freeform: Shape 2981">
                <a:extLst>
                  <a:ext uri="{FF2B5EF4-FFF2-40B4-BE49-F238E27FC236}">
                    <a16:creationId xmlns:a16="http://schemas.microsoft.com/office/drawing/2014/main" id="{D2BC2AAB-387C-47A9-B67C-644569F74551}"/>
                  </a:ext>
                </a:extLst>
              </p:cNvPr>
              <p:cNvSpPr/>
              <p:nvPr/>
            </p:nvSpPr>
            <p:spPr>
              <a:xfrm>
                <a:off x="5494275" y="3247075"/>
                <a:ext cx="6235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40" extrusionOk="0">
                    <a:moveTo>
                      <a:pt x="1071" y="1"/>
                    </a:moveTo>
                    <a:cubicBezTo>
                      <a:pt x="485" y="1"/>
                      <a:pt x="6" y="480"/>
                      <a:pt x="6" y="1066"/>
                    </a:cubicBezTo>
                    <a:cubicBezTo>
                      <a:pt x="0" y="1711"/>
                      <a:pt x="527" y="2140"/>
                      <a:pt x="1077" y="2140"/>
                    </a:cubicBezTo>
                    <a:cubicBezTo>
                      <a:pt x="1337" y="2140"/>
                      <a:pt x="1602" y="2044"/>
                      <a:pt x="1819" y="1830"/>
                    </a:cubicBezTo>
                    <a:cubicBezTo>
                      <a:pt x="2493" y="1155"/>
                      <a:pt x="2022" y="9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3" name="Freeform: Shape 2982">
                <a:extLst>
                  <a:ext uri="{FF2B5EF4-FFF2-40B4-BE49-F238E27FC236}">
                    <a16:creationId xmlns:a16="http://schemas.microsoft.com/office/drawing/2014/main" id="{90331D60-4B7A-4309-9338-8D2EA6B704B9}"/>
                  </a:ext>
                </a:extLst>
              </p:cNvPr>
              <p:cNvSpPr/>
              <p:nvPr/>
            </p:nvSpPr>
            <p:spPr>
              <a:xfrm>
                <a:off x="5646700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4" name="Freeform: Shape 2983">
                <a:extLst>
                  <a:ext uri="{FF2B5EF4-FFF2-40B4-BE49-F238E27FC236}">
                    <a16:creationId xmlns:a16="http://schemas.microsoft.com/office/drawing/2014/main" id="{D6F31872-52EF-4B98-9375-8DC43465EE88}"/>
                  </a:ext>
                </a:extLst>
              </p:cNvPr>
              <p:cNvSpPr/>
              <p:nvPr/>
            </p:nvSpPr>
            <p:spPr>
              <a:xfrm>
                <a:off x="5570625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5" name="Freeform: Shape 2984">
                <a:extLst>
                  <a:ext uri="{FF2B5EF4-FFF2-40B4-BE49-F238E27FC236}">
                    <a16:creationId xmlns:a16="http://schemas.microsoft.com/office/drawing/2014/main" id="{E09C01B8-D9CF-4471-8842-0C895C202424}"/>
                  </a:ext>
                </a:extLst>
              </p:cNvPr>
              <p:cNvSpPr/>
              <p:nvPr/>
            </p:nvSpPr>
            <p:spPr>
              <a:xfrm>
                <a:off x="54944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6" name="Freeform: Shape 2985">
                <a:extLst>
                  <a:ext uri="{FF2B5EF4-FFF2-40B4-BE49-F238E27FC236}">
                    <a16:creationId xmlns:a16="http://schemas.microsoft.com/office/drawing/2014/main" id="{9CAE62C9-A0F7-4CE8-A155-43B718E8834A}"/>
                  </a:ext>
                </a:extLst>
              </p:cNvPr>
              <p:cNvSpPr/>
              <p:nvPr/>
            </p:nvSpPr>
            <p:spPr>
              <a:xfrm>
                <a:off x="732252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7" name="Freeform: Shape 2986">
                <a:extLst>
                  <a:ext uri="{FF2B5EF4-FFF2-40B4-BE49-F238E27FC236}">
                    <a16:creationId xmlns:a16="http://schemas.microsoft.com/office/drawing/2014/main" id="{87E13BF2-6BAE-4200-AAA2-7C133F304E74}"/>
                  </a:ext>
                </a:extLst>
              </p:cNvPr>
              <p:cNvSpPr/>
              <p:nvPr/>
            </p:nvSpPr>
            <p:spPr>
              <a:xfrm>
                <a:off x="7246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8" name="Freeform: Shape 2987">
                <a:extLst>
                  <a:ext uri="{FF2B5EF4-FFF2-40B4-BE49-F238E27FC236}">
                    <a16:creationId xmlns:a16="http://schemas.microsoft.com/office/drawing/2014/main" id="{18EF65EF-35E5-4E45-B04A-E58AD4C29C0E}"/>
                  </a:ext>
                </a:extLst>
              </p:cNvPr>
              <p:cNvSpPr/>
              <p:nvPr/>
            </p:nvSpPr>
            <p:spPr>
              <a:xfrm>
                <a:off x="7246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9" name="Freeform: Shape 2988">
                <a:extLst>
                  <a:ext uri="{FF2B5EF4-FFF2-40B4-BE49-F238E27FC236}">
                    <a16:creationId xmlns:a16="http://schemas.microsoft.com/office/drawing/2014/main" id="{01212ABA-DD77-47B7-A885-141920F94E13}"/>
                  </a:ext>
                </a:extLst>
              </p:cNvPr>
              <p:cNvSpPr/>
              <p:nvPr/>
            </p:nvSpPr>
            <p:spPr>
              <a:xfrm>
                <a:off x="71703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0" name="Freeform: Shape 2989">
                <a:extLst>
                  <a:ext uri="{FF2B5EF4-FFF2-40B4-BE49-F238E27FC236}">
                    <a16:creationId xmlns:a16="http://schemas.microsoft.com/office/drawing/2014/main" id="{E55363FE-829F-4B74-AEC9-5A9DD67D9673}"/>
                  </a:ext>
                </a:extLst>
              </p:cNvPr>
              <p:cNvSpPr/>
              <p:nvPr/>
            </p:nvSpPr>
            <p:spPr>
              <a:xfrm>
                <a:off x="71703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1" name="Freeform: Shape 2990">
                <a:extLst>
                  <a:ext uri="{FF2B5EF4-FFF2-40B4-BE49-F238E27FC236}">
                    <a16:creationId xmlns:a16="http://schemas.microsoft.com/office/drawing/2014/main" id="{95D22240-5573-4FD7-BEDF-21A0AEE7DFA3}"/>
                  </a:ext>
                </a:extLst>
              </p:cNvPr>
              <p:cNvSpPr/>
              <p:nvPr/>
            </p:nvSpPr>
            <p:spPr>
              <a:xfrm>
                <a:off x="70940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2" name="Freeform: Shape 2991">
                <a:extLst>
                  <a:ext uri="{FF2B5EF4-FFF2-40B4-BE49-F238E27FC236}">
                    <a16:creationId xmlns:a16="http://schemas.microsoft.com/office/drawing/2014/main" id="{A4924047-48F8-4512-9FE5-0D98FCE43347}"/>
                  </a:ext>
                </a:extLst>
              </p:cNvPr>
              <p:cNvSpPr/>
              <p:nvPr/>
            </p:nvSpPr>
            <p:spPr>
              <a:xfrm>
                <a:off x="70940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3" name="Freeform: Shape 2992">
                <a:extLst>
                  <a:ext uri="{FF2B5EF4-FFF2-40B4-BE49-F238E27FC236}">
                    <a16:creationId xmlns:a16="http://schemas.microsoft.com/office/drawing/2014/main" id="{9E7DB3FE-41F5-4E40-B573-DB4C50CD4AE6}"/>
                  </a:ext>
                </a:extLst>
              </p:cNvPr>
              <p:cNvSpPr/>
              <p:nvPr/>
            </p:nvSpPr>
            <p:spPr>
              <a:xfrm>
                <a:off x="70178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8" y="2129"/>
                      <a:pt x="1076" y="2129"/>
                    </a:cubicBezTo>
                    <a:cubicBezTo>
                      <a:pt x="1339" y="2129"/>
                      <a:pt x="1605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4" name="Freeform: Shape 2993">
                <a:extLst>
                  <a:ext uri="{FF2B5EF4-FFF2-40B4-BE49-F238E27FC236}">
                    <a16:creationId xmlns:a16="http://schemas.microsoft.com/office/drawing/2014/main" id="{21B5CB25-527F-4E9B-876A-BF3B01282E8A}"/>
                  </a:ext>
                </a:extLst>
              </p:cNvPr>
              <p:cNvSpPr/>
              <p:nvPr/>
            </p:nvSpPr>
            <p:spPr>
              <a:xfrm>
                <a:off x="7017875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5" name="Freeform: Shape 2994">
                <a:extLst>
                  <a:ext uri="{FF2B5EF4-FFF2-40B4-BE49-F238E27FC236}">
                    <a16:creationId xmlns:a16="http://schemas.microsoft.com/office/drawing/2014/main" id="{C0AACA88-0ABB-415A-8943-3CDD71B9C950}"/>
                  </a:ext>
                </a:extLst>
              </p:cNvPr>
              <p:cNvSpPr/>
              <p:nvPr/>
            </p:nvSpPr>
            <p:spPr>
              <a:xfrm>
                <a:off x="69418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6" name="Freeform: Shape 2995">
                <a:extLst>
                  <a:ext uri="{FF2B5EF4-FFF2-40B4-BE49-F238E27FC236}">
                    <a16:creationId xmlns:a16="http://schemas.microsoft.com/office/drawing/2014/main" id="{3F6E8724-B199-4E9F-A6E5-D72170F10692}"/>
                  </a:ext>
                </a:extLst>
              </p:cNvPr>
              <p:cNvSpPr/>
              <p:nvPr/>
            </p:nvSpPr>
            <p:spPr>
              <a:xfrm>
                <a:off x="69418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7" name="Freeform: Shape 2996">
                <a:extLst>
                  <a:ext uri="{FF2B5EF4-FFF2-40B4-BE49-F238E27FC236}">
                    <a16:creationId xmlns:a16="http://schemas.microsoft.com/office/drawing/2014/main" id="{628855E1-9779-4AA7-988A-C0A17D878D71}"/>
                  </a:ext>
                </a:extLst>
              </p:cNvPr>
              <p:cNvSpPr/>
              <p:nvPr/>
            </p:nvSpPr>
            <p:spPr>
              <a:xfrm>
                <a:off x="69418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8" name="Freeform: Shape 2997">
                <a:extLst>
                  <a:ext uri="{FF2B5EF4-FFF2-40B4-BE49-F238E27FC236}">
                    <a16:creationId xmlns:a16="http://schemas.microsoft.com/office/drawing/2014/main" id="{DDF71222-EB06-46A4-AD50-27D5D66A7091}"/>
                  </a:ext>
                </a:extLst>
              </p:cNvPr>
              <p:cNvSpPr/>
              <p:nvPr/>
            </p:nvSpPr>
            <p:spPr>
              <a:xfrm>
                <a:off x="69418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9" name="Freeform: Shape 2998">
                <a:extLst>
                  <a:ext uri="{FF2B5EF4-FFF2-40B4-BE49-F238E27FC236}">
                    <a16:creationId xmlns:a16="http://schemas.microsoft.com/office/drawing/2014/main" id="{1C904099-1E8D-4B34-90F8-254C05FB1E58}"/>
                  </a:ext>
                </a:extLst>
              </p:cNvPr>
              <p:cNvSpPr/>
              <p:nvPr/>
            </p:nvSpPr>
            <p:spPr>
              <a:xfrm>
                <a:off x="68656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0" name="Freeform: Shape 2999">
                <a:extLst>
                  <a:ext uri="{FF2B5EF4-FFF2-40B4-BE49-F238E27FC236}">
                    <a16:creationId xmlns:a16="http://schemas.microsoft.com/office/drawing/2014/main" id="{7DE90221-59DD-40C2-9286-94EB5CA48720}"/>
                  </a:ext>
                </a:extLst>
              </p:cNvPr>
              <p:cNvSpPr/>
              <p:nvPr/>
            </p:nvSpPr>
            <p:spPr>
              <a:xfrm>
                <a:off x="68656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1" name="Freeform: Shape 3000">
                <a:extLst>
                  <a:ext uri="{FF2B5EF4-FFF2-40B4-BE49-F238E27FC236}">
                    <a16:creationId xmlns:a16="http://schemas.microsoft.com/office/drawing/2014/main" id="{DD1189D3-0E4F-4056-8D5D-44874772FF93}"/>
                  </a:ext>
                </a:extLst>
              </p:cNvPr>
              <p:cNvSpPr/>
              <p:nvPr/>
            </p:nvSpPr>
            <p:spPr>
              <a:xfrm>
                <a:off x="68656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2" name="Freeform: Shape 3001">
                <a:extLst>
                  <a:ext uri="{FF2B5EF4-FFF2-40B4-BE49-F238E27FC236}">
                    <a16:creationId xmlns:a16="http://schemas.microsoft.com/office/drawing/2014/main" id="{73382293-8E96-4616-953E-09EA8BF96A63}"/>
                  </a:ext>
                </a:extLst>
              </p:cNvPr>
              <p:cNvSpPr/>
              <p:nvPr/>
            </p:nvSpPr>
            <p:spPr>
              <a:xfrm>
                <a:off x="68656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3" name="Freeform: Shape 3002">
                <a:extLst>
                  <a:ext uri="{FF2B5EF4-FFF2-40B4-BE49-F238E27FC236}">
                    <a16:creationId xmlns:a16="http://schemas.microsoft.com/office/drawing/2014/main" id="{DFB2A0A5-0BE5-4580-BB75-54B5EFA098E5}"/>
                  </a:ext>
                </a:extLst>
              </p:cNvPr>
              <p:cNvSpPr/>
              <p:nvPr/>
            </p:nvSpPr>
            <p:spPr>
              <a:xfrm>
                <a:off x="67892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4" name="Freeform: Shape 3003">
                <a:extLst>
                  <a:ext uri="{FF2B5EF4-FFF2-40B4-BE49-F238E27FC236}">
                    <a16:creationId xmlns:a16="http://schemas.microsoft.com/office/drawing/2014/main" id="{CB74F52C-FA77-445E-ACF2-FB74C3561141}"/>
                  </a:ext>
                </a:extLst>
              </p:cNvPr>
              <p:cNvSpPr/>
              <p:nvPr/>
            </p:nvSpPr>
            <p:spPr>
              <a:xfrm>
                <a:off x="67892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5" name="Freeform: Shape 3004">
                <a:extLst>
                  <a:ext uri="{FF2B5EF4-FFF2-40B4-BE49-F238E27FC236}">
                    <a16:creationId xmlns:a16="http://schemas.microsoft.com/office/drawing/2014/main" id="{55DF13E9-9321-4046-85CC-0D715B2C233F}"/>
                  </a:ext>
                </a:extLst>
              </p:cNvPr>
              <p:cNvSpPr/>
              <p:nvPr/>
            </p:nvSpPr>
            <p:spPr>
              <a:xfrm>
                <a:off x="67892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6" name="Freeform: Shape 3005">
                <a:extLst>
                  <a:ext uri="{FF2B5EF4-FFF2-40B4-BE49-F238E27FC236}">
                    <a16:creationId xmlns:a16="http://schemas.microsoft.com/office/drawing/2014/main" id="{276B046C-C892-46E9-8C14-D7F6340BD5AE}"/>
                  </a:ext>
                </a:extLst>
              </p:cNvPr>
              <p:cNvSpPr/>
              <p:nvPr/>
            </p:nvSpPr>
            <p:spPr>
              <a:xfrm>
                <a:off x="67892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7" name="Freeform: Shape 3006">
                <a:extLst>
                  <a:ext uri="{FF2B5EF4-FFF2-40B4-BE49-F238E27FC236}">
                    <a16:creationId xmlns:a16="http://schemas.microsoft.com/office/drawing/2014/main" id="{8672F4A7-B365-4982-B3D2-EC7594E4156C}"/>
                  </a:ext>
                </a:extLst>
              </p:cNvPr>
              <p:cNvSpPr/>
              <p:nvPr/>
            </p:nvSpPr>
            <p:spPr>
              <a:xfrm>
                <a:off x="67132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8" name="Freeform: Shape 3007">
                <a:extLst>
                  <a:ext uri="{FF2B5EF4-FFF2-40B4-BE49-F238E27FC236}">
                    <a16:creationId xmlns:a16="http://schemas.microsoft.com/office/drawing/2014/main" id="{39C68CFF-06E9-4433-B259-9DBD54A39652}"/>
                  </a:ext>
                </a:extLst>
              </p:cNvPr>
              <p:cNvSpPr/>
              <p:nvPr/>
            </p:nvSpPr>
            <p:spPr>
              <a:xfrm>
                <a:off x="67132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9" name="Freeform: Shape 3008">
                <a:extLst>
                  <a:ext uri="{FF2B5EF4-FFF2-40B4-BE49-F238E27FC236}">
                    <a16:creationId xmlns:a16="http://schemas.microsoft.com/office/drawing/2014/main" id="{0E0527F2-7B8D-4EFE-854B-9D2D2397C4B8}"/>
                  </a:ext>
                </a:extLst>
              </p:cNvPr>
              <p:cNvSpPr/>
              <p:nvPr/>
            </p:nvSpPr>
            <p:spPr>
              <a:xfrm>
                <a:off x="67132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0" name="Freeform: Shape 3009">
                <a:extLst>
                  <a:ext uri="{FF2B5EF4-FFF2-40B4-BE49-F238E27FC236}">
                    <a16:creationId xmlns:a16="http://schemas.microsoft.com/office/drawing/2014/main" id="{B5067B95-9F69-4202-BA9A-96DEA5EE0098}"/>
                  </a:ext>
                </a:extLst>
              </p:cNvPr>
              <p:cNvSpPr/>
              <p:nvPr/>
            </p:nvSpPr>
            <p:spPr>
              <a:xfrm>
                <a:off x="67132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1" name="Freeform: Shape 3010">
                <a:extLst>
                  <a:ext uri="{FF2B5EF4-FFF2-40B4-BE49-F238E27FC236}">
                    <a16:creationId xmlns:a16="http://schemas.microsoft.com/office/drawing/2014/main" id="{EE4FF8FB-4BFC-4EC9-A41D-37F7D53AC12E}"/>
                  </a:ext>
                </a:extLst>
              </p:cNvPr>
              <p:cNvSpPr/>
              <p:nvPr/>
            </p:nvSpPr>
            <p:spPr>
              <a:xfrm>
                <a:off x="67132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2" name="Freeform: Shape 3011">
                <a:extLst>
                  <a:ext uri="{FF2B5EF4-FFF2-40B4-BE49-F238E27FC236}">
                    <a16:creationId xmlns:a16="http://schemas.microsoft.com/office/drawing/2014/main" id="{242817A7-423D-4B8B-9018-B127CE11CC90}"/>
                  </a:ext>
                </a:extLst>
              </p:cNvPr>
              <p:cNvSpPr/>
              <p:nvPr/>
            </p:nvSpPr>
            <p:spPr>
              <a:xfrm>
                <a:off x="6637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3" name="Freeform: Shape 3012">
                <a:extLst>
                  <a:ext uri="{FF2B5EF4-FFF2-40B4-BE49-F238E27FC236}">
                    <a16:creationId xmlns:a16="http://schemas.microsoft.com/office/drawing/2014/main" id="{B266284C-5C83-407F-BD89-C18FC49DDD82}"/>
                  </a:ext>
                </a:extLst>
              </p:cNvPr>
              <p:cNvSpPr/>
              <p:nvPr/>
            </p:nvSpPr>
            <p:spPr>
              <a:xfrm>
                <a:off x="66370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4" name="Freeform: Shape 3013">
                <a:extLst>
                  <a:ext uri="{FF2B5EF4-FFF2-40B4-BE49-F238E27FC236}">
                    <a16:creationId xmlns:a16="http://schemas.microsoft.com/office/drawing/2014/main" id="{7DAE432D-E29C-42D7-BCEB-6604B42ACF39}"/>
                  </a:ext>
                </a:extLst>
              </p:cNvPr>
              <p:cNvSpPr/>
              <p:nvPr/>
            </p:nvSpPr>
            <p:spPr>
              <a:xfrm>
                <a:off x="6560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5" name="Freeform: Shape 3014">
                <a:extLst>
                  <a:ext uri="{FF2B5EF4-FFF2-40B4-BE49-F238E27FC236}">
                    <a16:creationId xmlns:a16="http://schemas.microsoft.com/office/drawing/2014/main" id="{051EF93C-2DF3-4665-A82D-66434CEF1847}"/>
                  </a:ext>
                </a:extLst>
              </p:cNvPr>
              <p:cNvSpPr/>
              <p:nvPr/>
            </p:nvSpPr>
            <p:spPr>
              <a:xfrm>
                <a:off x="656080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6" name="Freeform: Shape 3015">
                <a:extLst>
                  <a:ext uri="{FF2B5EF4-FFF2-40B4-BE49-F238E27FC236}">
                    <a16:creationId xmlns:a16="http://schemas.microsoft.com/office/drawing/2014/main" id="{FD5411E8-9857-48B8-8814-52B2332D2A34}"/>
                  </a:ext>
                </a:extLst>
              </p:cNvPr>
              <p:cNvSpPr/>
              <p:nvPr/>
            </p:nvSpPr>
            <p:spPr>
              <a:xfrm>
                <a:off x="656080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7" name="Freeform: Shape 3016">
                <a:extLst>
                  <a:ext uri="{FF2B5EF4-FFF2-40B4-BE49-F238E27FC236}">
                    <a16:creationId xmlns:a16="http://schemas.microsoft.com/office/drawing/2014/main" id="{7D2B5BF1-899B-41CB-8771-4EFBD27FDEBE}"/>
                  </a:ext>
                </a:extLst>
              </p:cNvPr>
              <p:cNvSpPr/>
              <p:nvPr/>
            </p:nvSpPr>
            <p:spPr>
              <a:xfrm>
                <a:off x="64845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8" name="Freeform: Shape 3017">
                <a:extLst>
                  <a:ext uri="{FF2B5EF4-FFF2-40B4-BE49-F238E27FC236}">
                    <a16:creationId xmlns:a16="http://schemas.microsoft.com/office/drawing/2014/main" id="{1D1D446F-B32D-4021-AAE9-48CFFE7C6630}"/>
                  </a:ext>
                </a:extLst>
              </p:cNvPr>
              <p:cNvSpPr/>
              <p:nvPr/>
            </p:nvSpPr>
            <p:spPr>
              <a:xfrm>
                <a:off x="64845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9" name="Freeform: Shape 3018">
                <a:extLst>
                  <a:ext uri="{FF2B5EF4-FFF2-40B4-BE49-F238E27FC236}">
                    <a16:creationId xmlns:a16="http://schemas.microsoft.com/office/drawing/2014/main" id="{FFCEAB63-F0AC-4AA5-B905-8D5D6D8B8842}"/>
                  </a:ext>
                </a:extLst>
              </p:cNvPr>
              <p:cNvSpPr/>
              <p:nvPr/>
            </p:nvSpPr>
            <p:spPr>
              <a:xfrm>
                <a:off x="64083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0" name="Freeform: Shape 3019">
                <a:extLst>
                  <a:ext uri="{FF2B5EF4-FFF2-40B4-BE49-F238E27FC236}">
                    <a16:creationId xmlns:a16="http://schemas.microsoft.com/office/drawing/2014/main" id="{A4B36770-F87B-4DFA-9E0F-17FDA6C3BBE6}"/>
                  </a:ext>
                </a:extLst>
              </p:cNvPr>
              <p:cNvSpPr/>
              <p:nvPr/>
            </p:nvSpPr>
            <p:spPr>
              <a:xfrm>
                <a:off x="64083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1" name="Freeform: Shape 3020">
                <a:extLst>
                  <a:ext uri="{FF2B5EF4-FFF2-40B4-BE49-F238E27FC236}">
                    <a16:creationId xmlns:a16="http://schemas.microsoft.com/office/drawing/2014/main" id="{8FA9B47D-3076-49DF-BF57-12FC8618D57A}"/>
                  </a:ext>
                </a:extLst>
              </p:cNvPr>
              <p:cNvSpPr/>
              <p:nvPr/>
            </p:nvSpPr>
            <p:spPr>
              <a:xfrm>
                <a:off x="64083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2" name="Freeform: Shape 3021">
                <a:extLst>
                  <a:ext uri="{FF2B5EF4-FFF2-40B4-BE49-F238E27FC236}">
                    <a16:creationId xmlns:a16="http://schemas.microsoft.com/office/drawing/2014/main" id="{B3DD0D5D-95A9-4C9D-B287-63A687AFA946}"/>
                  </a:ext>
                </a:extLst>
              </p:cNvPr>
              <p:cNvSpPr/>
              <p:nvPr/>
            </p:nvSpPr>
            <p:spPr>
              <a:xfrm>
                <a:off x="64083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3" name="Freeform: Shape 3022">
                <a:extLst>
                  <a:ext uri="{FF2B5EF4-FFF2-40B4-BE49-F238E27FC236}">
                    <a16:creationId xmlns:a16="http://schemas.microsoft.com/office/drawing/2014/main" id="{D12DD7FA-FCA5-4045-86BC-61931066BB6B}"/>
                  </a:ext>
                </a:extLst>
              </p:cNvPr>
              <p:cNvSpPr/>
              <p:nvPr/>
            </p:nvSpPr>
            <p:spPr>
              <a:xfrm>
                <a:off x="64083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4" name="Freeform: Shape 3023">
                <a:extLst>
                  <a:ext uri="{FF2B5EF4-FFF2-40B4-BE49-F238E27FC236}">
                    <a16:creationId xmlns:a16="http://schemas.microsoft.com/office/drawing/2014/main" id="{450C94F2-0818-41A6-A85A-7E9C642C482B}"/>
                  </a:ext>
                </a:extLst>
              </p:cNvPr>
              <p:cNvSpPr/>
              <p:nvPr/>
            </p:nvSpPr>
            <p:spPr>
              <a:xfrm>
                <a:off x="64083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5" name="Freeform: Shape 3024">
                <a:extLst>
                  <a:ext uri="{FF2B5EF4-FFF2-40B4-BE49-F238E27FC236}">
                    <a16:creationId xmlns:a16="http://schemas.microsoft.com/office/drawing/2014/main" id="{57752408-BA8B-4065-9A28-2B2CBE9558DF}"/>
                  </a:ext>
                </a:extLst>
              </p:cNvPr>
              <p:cNvSpPr/>
              <p:nvPr/>
            </p:nvSpPr>
            <p:spPr>
              <a:xfrm>
                <a:off x="64083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6" name="Freeform: Shape 3025">
                <a:extLst>
                  <a:ext uri="{FF2B5EF4-FFF2-40B4-BE49-F238E27FC236}">
                    <a16:creationId xmlns:a16="http://schemas.microsoft.com/office/drawing/2014/main" id="{1454A282-9985-4746-A978-FE1540056D6C}"/>
                  </a:ext>
                </a:extLst>
              </p:cNvPr>
              <p:cNvSpPr/>
              <p:nvPr/>
            </p:nvSpPr>
            <p:spPr>
              <a:xfrm>
                <a:off x="63323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7" name="Freeform: Shape 3026">
                <a:extLst>
                  <a:ext uri="{FF2B5EF4-FFF2-40B4-BE49-F238E27FC236}">
                    <a16:creationId xmlns:a16="http://schemas.microsoft.com/office/drawing/2014/main" id="{F235D9EE-CD6B-4DBD-9F14-1A5153032398}"/>
                  </a:ext>
                </a:extLst>
              </p:cNvPr>
              <p:cNvSpPr/>
              <p:nvPr/>
            </p:nvSpPr>
            <p:spPr>
              <a:xfrm>
                <a:off x="63323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8" name="Freeform: Shape 3027">
                <a:extLst>
                  <a:ext uri="{FF2B5EF4-FFF2-40B4-BE49-F238E27FC236}">
                    <a16:creationId xmlns:a16="http://schemas.microsoft.com/office/drawing/2014/main" id="{FA014B95-14CB-42F8-8125-FC8C356AB81C}"/>
                  </a:ext>
                </a:extLst>
              </p:cNvPr>
              <p:cNvSpPr/>
              <p:nvPr/>
            </p:nvSpPr>
            <p:spPr>
              <a:xfrm>
                <a:off x="63323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9" name="Freeform: Shape 3028">
                <a:extLst>
                  <a:ext uri="{FF2B5EF4-FFF2-40B4-BE49-F238E27FC236}">
                    <a16:creationId xmlns:a16="http://schemas.microsoft.com/office/drawing/2014/main" id="{C44BEC6D-DC4F-4F94-87B4-F0177262D037}"/>
                  </a:ext>
                </a:extLst>
              </p:cNvPr>
              <p:cNvSpPr/>
              <p:nvPr/>
            </p:nvSpPr>
            <p:spPr>
              <a:xfrm>
                <a:off x="63323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0" name="Freeform: Shape 3029">
                <a:extLst>
                  <a:ext uri="{FF2B5EF4-FFF2-40B4-BE49-F238E27FC236}">
                    <a16:creationId xmlns:a16="http://schemas.microsoft.com/office/drawing/2014/main" id="{1F80B4B0-4185-48C0-BF51-52AAF7B6BE71}"/>
                  </a:ext>
                </a:extLst>
              </p:cNvPr>
              <p:cNvSpPr/>
              <p:nvPr/>
            </p:nvSpPr>
            <p:spPr>
              <a:xfrm>
                <a:off x="63323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1" name="Freeform: Shape 3030">
                <a:extLst>
                  <a:ext uri="{FF2B5EF4-FFF2-40B4-BE49-F238E27FC236}">
                    <a16:creationId xmlns:a16="http://schemas.microsoft.com/office/drawing/2014/main" id="{A900D49D-7F80-4D7D-A512-14C2723668A6}"/>
                  </a:ext>
                </a:extLst>
              </p:cNvPr>
              <p:cNvSpPr/>
              <p:nvPr/>
            </p:nvSpPr>
            <p:spPr>
              <a:xfrm>
                <a:off x="63323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2" name="Freeform: Shape 3031">
                <a:extLst>
                  <a:ext uri="{FF2B5EF4-FFF2-40B4-BE49-F238E27FC236}">
                    <a16:creationId xmlns:a16="http://schemas.microsoft.com/office/drawing/2014/main" id="{61A607C4-E90F-469A-B116-59679B1F4B21}"/>
                  </a:ext>
                </a:extLst>
              </p:cNvPr>
              <p:cNvSpPr/>
              <p:nvPr/>
            </p:nvSpPr>
            <p:spPr>
              <a:xfrm>
                <a:off x="63323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3" name="Freeform: Shape 3032">
                <a:extLst>
                  <a:ext uri="{FF2B5EF4-FFF2-40B4-BE49-F238E27FC236}">
                    <a16:creationId xmlns:a16="http://schemas.microsoft.com/office/drawing/2014/main" id="{99EC761E-D86D-409F-AE18-43E1B4476689}"/>
                  </a:ext>
                </a:extLst>
              </p:cNvPr>
              <p:cNvSpPr/>
              <p:nvPr/>
            </p:nvSpPr>
            <p:spPr>
              <a:xfrm>
                <a:off x="62561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4" name="Freeform: Shape 3033">
                <a:extLst>
                  <a:ext uri="{FF2B5EF4-FFF2-40B4-BE49-F238E27FC236}">
                    <a16:creationId xmlns:a16="http://schemas.microsoft.com/office/drawing/2014/main" id="{72225EA0-D693-4308-917D-C63A8CEAA096}"/>
                  </a:ext>
                </a:extLst>
              </p:cNvPr>
              <p:cNvSpPr/>
              <p:nvPr/>
            </p:nvSpPr>
            <p:spPr>
              <a:xfrm>
                <a:off x="62561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5" name="Freeform: Shape 3034">
                <a:extLst>
                  <a:ext uri="{FF2B5EF4-FFF2-40B4-BE49-F238E27FC236}">
                    <a16:creationId xmlns:a16="http://schemas.microsoft.com/office/drawing/2014/main" id="{B2171C55-3734-4053-9A65-2E826D998290}"/>
                  </a:ext>
                </a:extLst>
              </p:cNvPr>
              <p:cNvSpPr/>
              <p:nvPr/>
            </p:nvSpPr>
            <p:spPr>
              <a:xfrm>
                <a:off x="62561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6" name="Freeform: Shape 3035">
                <a:extLst>
                  <a:ext uri="{FF2B5EF4-FFF2-40B4-BE49-F238E27FC236}">
                    <a16:creationId xmlns:a16="http://schemas.microsoft.com/office/drawing/2014/main" id="{04FBA499-A91D-45FC-9F0B-026AFC6CD80E}"/>
                  </a:ext>
                </a:extLst>
              </p:cNvPr>
              <p:cNvSpPr/>
              <p:nvPr/>
            </p:nvSpPr>
            <p:spPr>
              <a:xfrm>
                <a:off x="62561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7" name="Freeform: Shape 3036">
                <a:extLst>
                  <a:ext uri="{FF2B5EF4-FFF2-40B4-BE49-F238E27FC236}">
                    <a16:creationId xmlns:a16="http://schemas.microsoft.com/office/drawing/2014/main" id="{0A59C70C-D890-40E6-9E10-28CA1AF9ABAB}"/>
                  </a:ext>
                </a:extLst>
              </p:cNvPr>
              <p:cNvSpPr/>
              <p:nvPr/>
            </p:nvSpPr>
            <p:spPr>
              <a:xfrm>
                <a:off x="62561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8" name="Freeform: Shape 3037">
                <a:extLst>
                  <a:ext uri="{FF2B5EF4-FFF2-40B4-BE49-F238E27FC236}">
                    <a16:creationId xmlns:a16="http://schemas.microsoft.com/office/drawing/2014/main" id="{38553A98-632C-4F65-BD2A-3F78B4781898}"/>
                  </a:ext>
                </a:extLst>
              </p:cNvPr>
              <p:cNvSpPr/>
              <p:nvPr/>
            </p:nvSpPr>
            <p:spPr>
              <a:xfrm>
                <a:off x="62561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9" name="Freeform: Shape 3038">
                <a:extLst>
                  <a:ext uri="{FF2B5EF4-FFF2-40B4-BE49-F238E27FC236}">
                    <a16:creationId xmlns:a16="http://schemas.microsoft.com/office/drawing/2014/main" id="{0E7E896F-7BFE-4D47-B434-57593BCA74D7}"/>
                  </a:ext>
                </a:extLst>
              </p:cNvPr>
              <p:cNvSpPr/>
              <p:nvPr/>
            </p:nvSpPr>
            <p:spPr>
              <a:xfrm>
                <a:off x="62561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0" name="Freeform: Shape 3039">
                <a:extLst>
                  <a:ext uri="{FF2B5EF4-FFF2-40B4-BE49-F238E27FC236}">
                    <a16:creationId xmlns:a16="http://schemas.microsoft.com/office/drawing/2014/main" id="{F3F4440A-14C0-4E5A-8576-8D532AC8851D}"/>
                  </a:ext>
                </a:extLst>
              </p:cNvPr>
              <p:cNvSpPr/>
              <p:nvPr/>
            </p:nvSpPr>
            <p:spPr>
              <a:xfrm>
                <a:off x="62561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1" name="Freeform: Shape 3040">
                <a:extLst>
                  <a:ext uri="{FF2B5EF4-FFF2-40B4-BE49-F238E27FC236}">
                    <a16:creationId xmlns:a16="http://schemas.microsoft.com/office/drawing/2014/main" id="{A7129E05-9B48-44E0-B914-4235A49A5CD4}"/>
                  </a:ext>
                </a:extLst>
              </p:cNvPr>
              <p:cNvSpPr/>
              <p:nvPr/>
            </p:nvSpPr>
            <p:spPr>
              <a:xfrm>
                <a:off x="61799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2" name="Freeform: Shape 3041">
                <a:extLst>
                  <a:ext uri="{FF2B5EF4-FFF2-40B4-BE49-F238E27FC236}">
                    <a16:creationId xmlns:a16="http://schemas.microsoft.com/office/drawing/2014/main" id="{025D7D99-1EB6-4EB4-81DE-409A2703CBD1}"/>
                  </a:ext>
                </a:extLst>
              </p:cNvPr>
              <p:cNvSpPr/>
              <p:nvPr/>
            </p:nvSpPr>
            <p:spPr>
              <a:xfrm>
                <a:off x="61799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3" name="Freeform: Shape 3042">
                <a:extLst>
                  <a:ext uri="{FF2B5EF4-FFF2-40B4-BE49-F238E27FC236}">
                    <a16:creationId xmlns:a16="http://schemas.microsoft.com/office/drawing/2014/main" id="{2D64E926-8F53-40CD-8B9E-2F3C02E84A98}"/>
                  </a:ext>
                </a:extLst>
              </p:cNvPr>
              <p:cNvSpPr/>
              <p:nvPr/>
            </p:nvSpPr>
            <p:spPr>
              <a:xfrm>
                <a:off x="61799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4" name="Freeform: Shape 3043">
                <a:extLst>
                  <a:ext uri="{FF2B5EF4-FFF2-40B4-BE49-F238E27FC236}">
                    <a16:creationId xmlns:a16="http://schemas.microsoft.com/office/drawing/2014/main" id="{1CA2211A-63EB-481B-A140-2E156545D383}"/>
                  </a:ext>
                </a:extLst>
              </p:cNvPr>
              <p:cNvSpPr/>
              <p:nvPr/>
            </p:nvSpPr>
            <p:spPr>
              <a:xfrm>
                <a:off x="6179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5" name="Freeform: Shape 3044">
                <a:extLst>
                  <a:ext uri="{FF2B5EF4-FFF2-40B4-BE49-F238E27FC236}">
                    <a16:creationId xmlns:a16="http://schemas.microsoft.com/office/drawing/2014/main" id="{EDE14AC0-AB94-4554-B010-D614C1097694}"/>
                  </a:ext>
                </a:extLst>
              </p:cNvPr>
              <p:cNvSpPr/>
              <p:nvPr/>
            </p:nvSpPr>
            <p:spPr>
              <a:xfrm>
                <a:off x="61037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6" name="Freeform: Shape 3045">
                <a:extLst>
                  <a:ext uri="{FF2B5EF4-FFF2-40B4-BE49-F238E27FC236}">
                    <a16:creationId xmlns:a16="http://schemas.microsoft.com/office/drawing/2014/main" id="{EC278F24-61BF-4054-92E0-461C4938AB26}"/>
                  </a:ext>
                </a:extLst>
              </p:cNvPr>
              <p:cNvSpPr/>
              <p:nvPr/>
            </p:nvSpPr>
            <p:spPr>
              <a:xfrm>
                <a:off x="61037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7" name="Freeform: Shape 3046">
                <a:extLst>
                  <a:ext uri="{FF2B5EF4-FFF2-40B4-BE49-F238E27FC236}">
                    <a16:creationId xmlns:a16="http://schemas.microsoft.com/office/drawing/2014/main" id="{819CC7E7-A347-4C5A-B86E-16591F3939AC}"/>
                  </a:ext>
                </a:extLst>
              </p:cNvPr>
              <p:cNvSpPr/>
              <p:nvPr/>
            </p:nvSpPr>
            <p:spPr>
              <a:xfrm>
                <a:off x="61037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8" name="Freeform: Shape 3047">
                <a:extLst>
                  <a:ext uri="{FF2B5EF4-FFF2-40B4-BE49-F238E27FC236}">
                    <a16:creationId xmlns:a16="http://schemas.microsoft.com/office/drawing/2014/main" id="{4AA0C347-8CB2-4DA5-9DA1-3DC59C7D11B4}"/>
                  </a:ext>
                </a:extLst>
              </p:cNvPr>
              <p:cNvSpPr/>
              <p:nvPr/>
            </p:nvSpPr>
            <p:spPr>
              <a:xfrm>
                <a:off x="61037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9" name="Freeform: Shape 3048">
                <a:extLst>
                  <a:ext uri="{FF2B5EF4-FFF2-40B4-BE49-F238E27FC236}">
                    <a16:creationId xmlns:a16="http://schemas.microsoft.com/office/drawing/2014/main" id="{BCFBDD4C-527B-4192-A21B-DF265E8380CD}"/>
                  </a:ext>
                </a:extLst>
              </p:cNvPr>
              <p:cNvSpPr/>
              <p:nvPr/>
            </p:nvSpPr>
            <p:spPr>
              <a:xfrm>
                <a:off x="61037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0" name="Freeform: Shape 3049">
                <a:extLst>
                  <a:ext uri="{FF2B5EF4-FFF2-40B4-BE49-F238E27FC236}">
                    <a16:creationId xmlns:a16="http://schemas.microsoft.com/office/drawing/2014/main" id="{CAD4A12F-BC50-4FD1-87F9-75898ABA5E96}"/>
                  </a:ext>
                </a:extLst>
              </p:cNvPr>
              <p:cNvSpPr/>
              <p:nvPr/>
            </p:nvSpPr>
            <p:spPr>
              <a:xfrm>
                <a:off x="60275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1" name="Freeform: Shape 3050">
                <a:extLst>
                  <a:ext uri="{FF2B5EF4-FFF2-40B4-BE49-F238E27FC236}">
                    <a16:creationId xmlns:a16="http://schemas.microsoft.com/office/drawing/2014/main" id="{D46425D8-980C-4303-8CA4-0B44CBFD4B97}"/>
                  </a:ext>
                </a:extLst>
              </p:cNvPr>
              <p:cNvSpPr/>
              <p:nvPr/>
            </p:nvSpPr>
            <p:spPr>
              <a:xfrm>
                <a:off x="60275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2" name="Freeform: Shape 3051">
                <a:extLst>
                  <a:ext uri="{FF2B5EF4-FFF2-40B4-BE49-F238E27FC236}">
                    <a16:creationId xmlns:a16="http://schemas.microsoft.com/office/drawing/2014/main" id="{10D7CC15-862E-4808-9CBB-E7DF95A94528}"/>
                  </a:ext>
                </a:extLst>
              </p:cNvPr>
              <p:cNvSpPr/>
              <p:nvPr/>
            </p:nvSpPr>
            <p:spPr>
              <a:xfrm>
                <a:off x="5951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3" name="Freeform: Shape 3052">
                <a:extLst>
                  <a:ext uri="{FF2B5EF4-FFF2-40B4-BE49-F238E27FC236}">
                    <a16:creationId xmlns:a16="http://schemas.microsoft.com/office/drawing/2014/main" id="{9192E050-0B61-4107-BF53-AABF754D0CE2}"/>
                  </a:ext>
                </a:extLst>
              </p:cNvPr>
              <p:cNvSpPr/>
              <p:nvPr/>
            </p:nvSpPr>
            <p:spPr>
              <a:xfrm>
                <a:off x="5951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4" name="Freeform: Shape 3053">
                <a:extLst>
                  <a:ext uri="{FF2B5EF4-FFF2-40B4-BE49-F238E27FC236}">
                    <a16:creationId xmlns:a16="http://schemas.microsoft.com/office/drawing/2014/main" id="{CA05A5F5-E6FC-4E61-952F-B10BEDB7B9E2}"/>
                  </a:ext>
                </a:extLst>
              </p:cNvPr>
              <p:cNvSpPr/>
              <p:nvPr/>
            </p:nvSpPr>
            <p:spPr>
              <a:xfrm>
                <a:off x="5951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5" name="Freeform: Shape 3054">
                <a:extLst>
                  <a:ext uri="{FF2B5EF4-FFF2-40B4-BE49-F238E27FC236}">
                    <a16:creationId xmlns:a16="http://schemas.microsoft.com/office/drawing/2014/main" id="{1B7C4FD3-874D-4CE4-88AE-82B3EEA82460}"/>
                  </a:ext>
                </a:extLst>
              </p:cNvPr>
              <p:cNvSpPr/>
              <p:nvPr/>
            </p:nvSpPr>
            <p:spPr>
              <a:xfrm>
                <a:off x="5951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6" name="Freeform: Shape 3055">
                <a:extLst>
                  <a:ext uri="{FF2B5EF4-FFF2-40B4-BE49-F238E27FC236}">
                    <a16:creationId xmlns:a16="http://schemas.microsoft.com/office/drawing/2014/main" id="{3F16E4C9-0D66-4309-BA9E-389A8AEF711C}"/>
                  </a:ext>
                </a:extLst>
              </p:cNvPr>
              <p:cNvSpPr/>
              <p:nvPr/>
            </p:nvSpPr>
            <p:spPr>
              <a:xfrm>
                <a:off x="59514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7" name="Freeform: Shape 3056">
                <a:extLst>
                  <a:ext uri="{FF2B5EF4-FFF2-40B4-BE49-F238E27FC236}">
                    <a16:creationId xmlns:a16="http://schemas.microsoft.com/office/drawing/2014/main" id="{65C14498-E530-4C9D-BB97-3D5294132BAD}"/>
                  </a:ext>
                </a:extLst>
              </p:cNvPr>
              <p:cNvSpPr/>
              <p:nvPr/>
            </p:nvSpPr>
            <p:spPr>
              <a:xfrm>
                <a:off x="58752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8" name="Freeform: Shape 3057">
                <a:extLst>
                  <a:ext uri="{FF2B5EF4-FFF2-40B4-BE49-F238E27FC236}">
                    <a16:creationId xmlns:a16="http://schemas.microsoft.com/office/drawing/2014/main" id="{9333B35B-2641-443A-B4E3-70D6FA58E863}"/>
                  </a:ext>
                </a:extLst>
              </p:cNvPr>
              <p:cNvSpPr/>
              <p:nvPr/>
            </p:nvSpPr>
            <p:spPr>
              <a:xfrm>
                <a:off x="58752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9" name="Freeform: Shape 3058">
                <a:extLst>
                  <a:ext uri="{FF2B5EF4-FFF2-40B4-BE49-F238E27FC236}">
                    <a16:creationId xmlns:a16="http://schemas.microsoft.com/office/drawing/2014/main" id="{3A3A6874-D6EB-4557-9242-1BB04FD17B01}"/>
                  </a:ext>
                </a:extLst>
              </p:cNvPr>
              <p:cNvSpPr/>
              <p:nvPr/>
            </p:nvSpPr>
            <p:spPr>
              <a:xfrm>
                <a:off x="58752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0" name="Freeform: Shape 3059">
                <a:extLst>
                  <a:ext uri="{FF2B5EF4-FFF2-40B4-BE49-F238E27FC236}">
                    <a16:creationId xmlns:a16="http://schemas.microsoft.com/office/drawing/2014/main" id="{695D2AA6-C8F9-4F46-B544-BD45CB912E40}"/>
                  </a:ext>
                </a:extLst>
              </p:cNvPr>
              <p:cNvSpPr/>
              <p:nvPr/>
            </p:nvSpPr>
            <p:spPr>
              <a:xfrm>
                <a:off x="58752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1" name="Freeform: Shape 3060">
                <a:extLst>
                  <a:ext uri="{FF2B5EF4-FFF2-40B4-BE49-F238E27FC236}">
                    <a16:creationId xmlns:a16="http://schemas.microsoft.com/office/drawing/2014/main" id="{1B733214-BFB9-40A8-9A65-8A18AD8EB5DB}"/>
                  </a:ext>
                </a:extLst>
              </p:cNvPr>
              <p:cNvSpPr/>
              <p:nvPr/>
            </p:nvSpPr>
            <p:spPr>
              <a:xfrm>
                <a:off x="58752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2" name="Freeform: Shape 3061">
                <a:extLst>
                  <a:ext uri="{FF2B5EF4-FFF2-40B4-BE49-F238E27FC236}">
                    <a16:creationId xmlns:a16="http://schemas.microsoft.com/office/drawing/2014/main" id="{2628AD42-F951-4B99-BC8F-02A4413600D0}"/>
                  </a:ext>
                </a:extLst>
              </p:cNvPr>
              <p:cNvSpPr/>
              <p:nvPr/>
            </p:nvSpPr>
            <p:spPr>
              <a:xfrm>
                <a:off x="5875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3" name="Freeform: Shape 3062">
                <a:extLst>
                  <a:ext uri="{FF2B5EF4-FFF2-40B4-BE49-F238E27FC236}">
                    <a16:creationId xmlns:a16="http://schemas.microsoft.com/office/drawing/2014/main" id="{C03CBEDD-64C3-43F7-9090-11EB3E46C806}"/>
                  </a:ext>
                </a:extLst>
              </p:cNvPr>
              <p:cNvSpPr/>
              <p:nvPr/>
            </p:nvSpPr>
            <p:spPr>
              <a:xfrm>
                <a:off x="5875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4" name="Freeform: Shape 3063">
                <a:extLst>
                  <a:ext uri="{FF2B5EF4-FFF2-40B4-BE49-F238E27FC236}">
                    <a16:creationId xmlns:a16="http://schemas.microsoft.com/office/drawing/2014/main" id="{AAB833E1-5FE7-48B7-A03D-E4DDE8034FFA}"/>
                  </a:ext>
                </a:extLst>
              </p:cNvPr>
              <p:cNvSpPr/>
              <p:nvPr/>
            </p:nvSpPr>
            <p:spPr>
              <a:xfrm>
                <a:off x="57992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5" name="Freeform: Shape 3064">
                <a:extLst>
                  <a:ext uri="{FF2B5EF4-FFF2-40B4-BE49-F238E27FC236}">
                    <a16:creationId xmlns:a16="http://schemas.microsoft.com/office/drawing/2014/main" id="{A96B7A74-73D0-47A7-8396-4781BE682D2E}"/>
                  </a:ext>
                </a:extLst>
              </p:cNvPr>
              <p:cNvSpPr/>
              <p:nvPr/>
            </p:nvSpPr>
            <p:spPr>
              <a:xfrm>
                <a:off x="57992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6" name="Freeform: Shape 3065">
                <a:extLst>
                  <a:ext uri="{FF2B5EF4-FFF2-40B4-BE49-F238E27FC236}">
                    <a16:creationId xmlns:a16="http://schemas.microsoft.com/office/drawing/2014/main" id="{36371CBD-344B-48B4-B5BC-9E60554BEEB5}"/>
                  </a:ext>
                </a:extLst>
              </p:cNvPr>
              <p:cNvSpPr/>
              <p:nvPr/>
            </p:nvSpPr>
            <p:spPr>
              <a:xfrm>
                <a:off x="5799125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7" name="Freeform: Shape 3066">
                <a:extLst>
                  <a:ext uri="{FF2B5EF4-FFF2-40B4-BE49-F238E27FC236}">
                    <a16:creationId xmlns:a16="http://schemas.microsoft.com/office/drawing/2014/main" id="{6A99F5A7-DABE-4594-8F8E-634D31B7918E}"/>
                  </a:ext>
                </a:extLst>
              </p:cNvPr>
              <p:cNvSpPr/>
              <p:nvPr/>
            </p:nvSpPr>
            <p:spPr>
              <a:xfrm>
                <a:off x="57230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8" name="Freeform: Shape 3067">
                <a:extLst>
                  <a:ext uri="{FF2B5EF4-FFF2-40B4-BE49-F238E27FC236}">
                    <a16:creationId xmlns:a16="http://schemas.microsoft.com/office/drawing/2014/main" id="{7AC526B2-BE32-43C3-BB3F-6851611B523B}"/>
                  </a:ext>
                </a:extLst>
              </p:cNvPr>
              <p:cNvSpPr/>
              <p:nvPr/>
            </p:nvSpPr>
            <p:spPr>
              <a:xfrm>
                <a:off x="57230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9" name="Freeform: Shape 3068">
                <a:extLst>
                  <a:ext uri="{FF2B5EF4-FFF2-40B4-BE49-F238E27FC236}">
                    <a16:creationId xmlns:a16="http://schemas.microsoft.com/office/drawing/2014/main" id="{7FDE72B3-4912-4FF0-814E-187548660BF8}"/>
                  </a:ext>
                </a:extLst>
              </p:cNvPr>
              <p:cNvSpPr/>
              <p:nvPr/>
            </p:nvSpPr>
            <p:spPr>
              <a:xfrm>
                <a:off x="57230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0" name="Freeform: Shape 3069">
                <a:extLst>
                  <a:ext uri="{FF2B5EF4-FFF2-40B4-BE49-F238E27FC236}">
                    <a16:creationId xmlns:a16="http://schemas.microsoft.com/office/drawing/2014/main" id="{6FB037A3-BA3F-4826-A215-7BCEDFF7CAA4}"/>
                  </a:ext>
                </a:extLst>
              </p:cNvPr>
              <p:cNvSpPr/>
              <p:nvPr/>
            </p:nvSpPr>
            <p:spPr>
              <a:xfrm>
                <a:off x="57230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1" name="Freeform: Shape 3070">
                <a:extLst>
                  <a:ext uri="{FF2B5EF4-FFF2-40B4-BE49-F238E27FC236}">
                    <a16:creationId xmlns:a16="http://schemas.microsoft.com/office/drawing/2014/main" id="{F3C2BE36-1AF1-4FDD-BB12-565CDEBC3D67}"/>
                  </a:ext>
                </a:extLst>
              </p:cNvPr>
              <p:cNvSpPr/>
              <p:nvPr/>
            </p:nvSpPr>
            <p:spPr>
              <a:xfrm>
                <a:off x="57230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2" name="Freeform: Shape 3071">
                <a:extLst>
                  <a:ext uri="{FF2B5EF4-FFF2-40B4-BE49-F238E27FC236}">
                    <a16:creationId xmlns:a16="http://schemas.microsoft.com/office/drawing/2014/main" id="{0C6AEA17-99C6-4D6D-831E-A993482911F7}"/>
                  </a:ext>
                </a:extLst>
              </p:cNvPr>
              <p:cNvSpPr/>
              <p:nvPr/>
            </p:nvSpPr>
            <p:spPr>
              <a:xfrm>
                <a:off x="5722900" y="119055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46"/>
                      <a:pt x="2014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3" name="Freeform: Shape 3072">
                <a:extLst>
                  <a:ext uri="{FF2B5EF4-FFF2-40B4-BE49-F238E27FC236}">
                    <a16:creationId xmlns:a16="http://schemas.microsoft.com/office/drawing/2014/main" id="{71DCF66D-87C9-4D4A-9943-87D2CCAA6370}"/>
                  </a:ext>
                </a:extLst>
              </p:cNvPr>
              <p:cNvSpPr/>
              <p:nvPr/>
            </p:nvSpPr>
            <p:spPr>
              <a:xfrm>
                <a:off x="56468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4" name="Freeform: Shape 3073">
                <a:extLst>
                  <a:ext uri="{FF2B5EF4-FFF2-40B4-BE49-F238E27FC236}">
                    <a16:creationId xmlns:a16="http://schemas.microsoft.com/office/drawing/2014/main" id="{BF2FD925-8502-4DE2-AB37-84E9363C6E7E}"/>
                  </a:ext>
                </a:extLst>
              </p:cNvPr>
              <p:cNvSpPr/>
              <p:nvPr/>
            </p:nvSpPr>
            <p:spPr>
              <a:xfrm>
                <a:off x="56468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5" name="Freeform: Shape 3074">
                <a:extLst>
                  <a:ext uri="{FF2B5EF4-FFF2-40B4-BE49-F238E27FC236}">
                    <a16:creationId xmlns:a16="http://schemas.microsoft.com/office/drawing/2014/main" id="{C1DAFDE1-4962-4B5C-BB13-FE3B3E920D87}"/>
                  </a:ext>
                </a:extLst>
              </p:cNvPr>
              <p:cNvSpPr/>
              <p:nvPr/>
            </p:nvSpPr>
            <p:spPr>
              <a:xfrm>
                <a:off x="56468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6" name="Freeform: Shape 3075">
                <a:extLst>
                  <a:ext uri="{FF2B5EF4-FFF2-40B4-BE49-F238E27FC236}">
                    <a16:creationId xmlns:a16="http://schemas.microsoft.com/office/drawing/2014/main" id="{2F9B0EDB-A6E0-498B-BC4C-42F45B0AAFF1}"/>
                  </a:ext>
                </a:extLst>
              </p:cNvPr>
              <p:cNvSpPr/>
              <p:nvPr/>
            </p:nvSpPr>
            <p:spPr>
              <a:xfrm>
                <a:off x="56468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7" name="Freeform: Shape 3076">
                <a:extLst>
                  <a:ext uri="{FF2B5EF4-FFF2-40B4-BE49-F238E27FC236}">
                    <a16:creationId xmlns:a16="http://schemas.microsoft.com/office/drawing/2014/main" id="{1BCC5A70-9AA6-4627-89C6-C32D1AD451A2}"/>
                  </a:ext>
                </a:extLst>
              </p:cNvPr>
              <p:cNvSpPr/>
              <p:nvPr/>
            </p:nvSpPr>
            <p:spPr>
              <a:xfrm>
                <a:off x="56468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8" name="Freeform: Shape 3077">
                <a:extLst>
                  <a:ext uri="{FF2B5EF4-FFF2-40B4-BE49-F238E27FC236}">
                    <a16:creationId xmlns:a16="http://schemas.microsoft.com/office/drawing/2014/main" id="{C57FAF4A-D4B1-4359-B2B8-E9A9D3CBDAFB}"/>
                  </a:ext>
                </a:extLst>
              </p:cNvPr>
              <p:cNvSpPr/>
              <p:nvPr/>
            </p:nvSpPr>
            <p:spPr>
              <a:xfrm>
                <a:off x="5646700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9" name="Freeform: Shape 3078">
                <a:extLst>
                  <a:ext uri="{FF2B5EF4-FFF2-40B4-BE49-F238E27FC236}">
                    <a16:creationId xmlns:a16="http://schemas.microsoft.com/office/drawing/2014/main" id="{2206C691-C074-4898-9D4F-6866E3E2CCF8}"/>
                  </a:ext>
                </a:extLst>
              </p:cNvPr>
              <p:cNvSpPr/>
              <p:nvPr/>
            </p:nvSpPr>
            <p:spPr>
              <a:xfrm>
                <a:off x="55706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0" name="Freeform: Shape 3079">
                <a:extLst>
                  <a:ext uri="{FF2B5EF4-FFF2-40B4-BE49-F238E27FC236}">
                    <a16:creationId xmlns:a16="http://schemas.microsoft.com/office/drawing/2014/main" id="{F3178671-CF1E-41BA-BE88-F935D14A5378}"/>
                  </a:ext>
                </a:extLst>
              </p:cNvPr>
              <p:cNvSpPr/>
              <p:nvPr/>
            </p:nvSpPr>
            <p:spPr>
              <a:xfrm>
                <a:off x="55706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1" name="Freeform: Shape 3080">
                <a:extLst>
                  <a:ext uri="{FF2B5EF4-FFF2-40B4-BE49-F238E27FC236}">
                    <a16:creationId xmlns:a16="http://schemas.microsoft.com/office/drawing/2014/main" id="{9880AE8E-A36E-46EB-8533-1E9361383A2B}"/>
                  </a:ext>
                </a:extLst>
              </p:cNvPr>
              <p:cNvSpPr/>
              <p:nvPr/>
            </p:nvSpPr>
            <p:spPr>
              <a:xfrm>
                <a:off x="55704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6" y="0"/>
                      <a:pt x="6" y="472"/>
                      <a:pt x="6" y="1065"/>
                    </a:cubicBezTo>
                    <a:cubicBezTo>
                      <a:pt x="1" y="1709"/>
                      <a:pt x="524" y="2133"/>
                      <a:pt x="1073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2" name="Freeform: Shape 3081">
                <a:extLst>
                  <a:ext uri="{FF2B5EF4-FFF2-40B4-BE49-F238E27FC236}">
                    <a16:creationId xmlns:a16="http://schemas.microsoft.com/office/drawing/2014/main" id="{F602618F-DC1D-4D9D-916D-7EC00E6825D3}"/>
                  </a:ext>
                </a:extLst>
              </p:cNvPr>
              <p:cNvSpPr/>
              <p:nvPr/>
            </p:nvSpPr>
            <p:spPr>
              <a:xfrm>
                <a:off x="54944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3" name="Freeform: Shape 3082">
                <a:extLst>
                  <a:ext uri="{FF2B5EF4-FFF2-40B4-BE49-F238E27FC236}">
                    <a16:creationId xmlns:a16="http://schemas.microsoft.com/office/drawing/2014/main" id="{5DFDC68A-A1EB-486A-88FC-DB41D09ADE66}"/>
                  </a:ext>
                </a:extLst>
              </p:cNvPr>
              <p:cNvSpPr/>
              <p:nvPr/>
            </p:nvSpPr>
            <p:spPr>
              <a:xfrm>
                <a:off x="54944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4" name="Freeform: Shape 3083">
                <a:extLst>
                  <a:ext uri="{FF2B5EF4-FFF2-40B4-BE49-F238E27FC236}">
                    <a16:creationId xmlns:a16="http://schemas.microsoft.com/office/drawing/2014/main" id="{91BF7B55-5109-4B6F-8C55-146814CD44A3}"/>
                  </a:ext>
                </a:extLst>
              </p:cNvPr>
              <p:cNvSpPr/>
              <p:nvPr/>
            </p:nvSpPr>
            <p:spPr>
              <a:xfrm>
                <a:off x="54942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5" y="0"/>
                      <a:pt x="6" y="472"/>
                      <a:pt x="6" y="1065"/>
                    </a:cubicBezTo>
                    <a:cubicBezTo>
                      <a:pt x="0" y="1709"/>
                      <a:pt x="524" y="2133"/>
                      <a:pt x="1072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5" name="Freeform: Shape 3084">
                <a:extLst>
                  <a:ext uri="{FF2B5EF4-FFF2-40B4-BE49-F238E27FC236}">
                    <a16:creationId xmlns:a16="http://schemas.microsoft.com/office/drawing/2014/main" id="{62EE10FE-9E7A-472E-953F-8140B6D39F39}"/>
                  </a:ext>
                </a:extLst>
              </p:cNvPr>
              <p:cNvSpPr/>
              <p:nvPr/>
            </p:nvSpPr>
            <p:spPr>
              <a:xfrm>
                <a:off x="541820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6" name="Freeform: Shape 3085">
                <a:extLst>
                  <a:ext uri="{FF2B5EF4-FFF2-40B4-BE49-F238E27FC236}">
                    <a16:creationId xmlns:a16="http://schemas.microsoft.com/office/drawing/2014/main" id="{FF549705-0705-4446-9A2C-48AAE07A1207}"/>
                  </a:ext>
                </a:extLst>
              </p:cNvPr>
              <p:cNvSpPr/>
              <p:nvPr/>
            </p:nvSpPr>
            <p:spPr>
              <a:xfrm>
                <a:off x="54182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7" name="Freeform: Shape 3086">
                <a:extLst>
                  <a:ext uri="{FF2B5EF4-FFF2-40B4-BE49-F238E27FC236}">
                    <a16:creationId xmlns:a16="http://schemas.microsoft.com/office/drawing/2014/main" id="{1C95A3B9-597A-4CE4-900B-96E30DB6E31A}"/>
                  </a:ext>
                </a:extLst>
              </p:cNvPr>
              <p:cNvSpPr/>
              <p:nvPr/>
            </p:nvSpPr>
            <p:spPr>
              <a:xfrm>
                <a:off x="541820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8" name="Freeform: Shape 3087">
                <a:extLst>
                  <a:ext uri="{FF2B5EF4-FFF2-40B4-BE49-F238E27FC236}">
                    <a16:creationId xmlns:a16="http://schemas.microsoft.com/office/drawing/2014/main" id="{E76118BF-CC31-499B-B262-3EB7B33DA063}"/>
                  </a:ext>
                </a:extLst>
              </p:cNvPr>
              <p:cNvSpPr/>
              <p:nvPr/>
            </p:nvSpPr>
            <p:spPr>
              <a:xfrm>
                <a:off x="5418200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9" name="Freeform: Shape 3088">
                <a:extLst>
                  <a:ext uri="{FF2B5EF4-FFF2-40B4-BE49-F238E27FC236}">
                    <a16:creationId xmlns:a16="http://schemas.microsoft.com/office/drawing/2014/main" id="{7C26A50C-30BA-479D-BD5A-D58079C76671}"/>
                  </a:ext>
                </a:extLst>
              </p:cNvPr>
              <p:cNvSpPr/>
              <p:nvPr/>
            </p:nvSpPr>
            <p:spPr>
              <a:xfrm>
                <a:off x="53419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0" name="Freeform: Shape 3089">
                <a:extLst>
                  <a:ext uri="{FF2B5EF4-FFF2-40B4-BE49-F238E27FC236}">
                    <a16:creationId xmlns:a16="http://schemas.microsoft.com/office/drawing/2014/main" id="{BC0D5FBE-F215-4F5F-A852-486602D45E67}"/>
                  </a:ext>
                </a:extLst>
              </p:cNvPr>
              <p:cNvSpPr/>
              <p:nvPr/>
            </p:nvSpPr>
            <p:spPr>
              <a:xfrm>
                <a:off x="53419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1" name="Freeform: Shape 3090">
                <a:extLst>
                  <a:ext uri="{FF2B5EF4-FFF2-40B4-BE49-F238E27FC236}">
                    <a16:creationId xmlns:a16="http://schemas.microsoft.com/office/drawing/2014/main" id="{30B45743-78D3-4E90-9456-BB1FDEBCC489}"/>
                  </a:ext>
                </a:extLst>
              </p:cNvPr>
              <p:cNvSpPr/>
              <p:nvPr/>
            </p:nvSpPr>
            <p:spPr>
              <a:xfrm>
                <a:off x="52657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2" name="Freeform: Shape 3091">
                <a:extLst>
                  <a:ext uri="{FF2B5EF4-FFF2-40B4-BE49-F238E27FC236}">
                    <a16:creationId xmlns:a16="http://schemas.microsoft.com/office/drawing/2014/main" id="{F09227F3-8949-4D57-9C8F-83CFE74ADAA7}"/>
                  </a:ext>
                </a:extLst>
              </p:cNvPr>
              <p:cNvSpPr/>
              <p:nvPr/>
            </p:nvSpPr>
            <p:spPr>
              <a:xfrm>
                <a:off x="52657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3" name="Freeform: Shape 3092">
                <a:extLst>
                  <a:ext uri="{FF2B5EF4-FFF2-40B4-BE49-F238E27FC236}">
                    <a16:creationId xmlns:a16="http://schemas.microsoft.com/office/drawing/2014/main" id="{4700880C-44D7-4FAF-BC39-42DB02115F59}"/>
                  </a:ext>
                </a:extLst>
              </p:cNvPr>
              <p:cNvSpPr/>
              <p:nvPr/>
            </p:nvSpPr>
            <p:spPr>
              <a:xfrm>
                <a:off x="52657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4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4" name="Freeform: Shape 3093">
                <a:extLst>
                  <a:ext uri="{FF2B5EF4-FFF2-40B4-BE49-F238E27FC236}">
                    <a16:creationId xmlns:a16="http://schemas.microsoft.com/office/drawing/2014/main" id="{DFC687FE-807A-4D6B-A37D-5C4845111065}"/>
                  </a:ext>
                </a:extLst>
              </p:cNvPr>
              <p:cNvSpPr/>
              <p:nvPr/>
            </p:nvSpPr>
            <p:spPr>
              <a:xfrm>
                <a:off x="51895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5" name="Freeform: Shape 3094">
                <a:extLst>
                  <a:ext uri="{FF2B5EF4-FFF2-40B4-BE49-F238E27FC236}">
                    <a16:creationId xmlns:a16="http://schemas.microsoft.com/office/drawing/2014/main" id="{3A2A94FF-AF05-4632-B60B-4ACEA2248F05}"/>
                  </a:ext>
                </a:extLst>
              </p:cNvPr>
              <p:cNvSpPr/>
              <p:nvPr/>
            </p:nvSpPr>
            <p:spPr>
              <a:xfrm>
                <a:off x="51895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6" name="Freeform: Shape 3095">
                <a:extLst>
                  <a:ext uri="{FF2B5EF4-FFF2-40B4-BE49-F238E27FC236}">
                    <a16:creationId xmlns:a16="http://schemas.microsoft.com/office/drawing/2014/main" id="{2AA6AE73-8C01-4153-877A-AE24FDD1DEED}"/>
                  </a:ext>
                </a:extLst>
              </p:cNvPr>
              <p:cNvSpPr/>
              <p:nvPr/>
            </p:nvSpPr>
            <p:spPr>
              <a:xfrm>
                <a:off x="5189550" y="13427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7" name="Freeform: Shape 3096">
                <a:extLst>
                  <a:ext uri="{FF2B5EF4-FFF2-40B4-BE49-F238E27FC236}">
                    <a16:creationId xmlns:a16="http://schemas.microsoft.com/office/drawing/2014/main" id="{B493D710-6A02-432A-9717-9063FA12D191}"/>
                  </a:ext>
                </a:extLst>
              </p:cNvPr>
              <p:cNvSpPr/>
              <p:nvPr/>
            </p:nvSpPr>
            <p:spPr>
              <a:xfrm>
                <a:off x="5113350" y="30948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8" name="Freeform: Shape 3097">
                <a:extLst>
                  <a:ext uri="{FF2B5EF4-FFF2-40B4-BE49-F238E27FC236}">
                    <a16:creationId xmlns:a16="http://schemas.microsoft.com/office/drawing/2014/main" id="{4651E5D4-FD19-44FA-8AA5-3ADD9B25FE6E}"/>
                  </a:ext>
                </a:extLst>
              </p:cNvPr>
              <p:cNvSpPr/>
              <p:nvPr/>
            </p:nvSpPr>
            <p:spPr>
              <a:xfrm>
                <a:off x="5113350" y="30186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9" name="Freeform: Shape 3098">
                <a:extLst>
                  <a:ext uri="{FF2B5EF4-FFF2-40B4-BE49-F238E27FC236}">
                    <a16:creationId xmlns:a16="http://schemas.microsoft.com/office/drawing/2014/main" id="{48CBAE11-072A-4018-9B30-980D4A6F4360}"/>
                  </a:ext>
                </a:extLst>
              </p:cNvPr>
              <p:cNvSpPr/>
              <p:nvPr/>
            </p:nvSpPr>
            <p:spPr>
              <a:xfrm>
                <a:off x="5113350" y="29424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0" name="Freeform: Shape 3099">
                <a:extLst>
                  <a:ext uri="{FF2B5EF4-FFF2-40B4-BE49-F238E27FC236}">
                    <a16:creationId xmlns:a16="http://schemas.microsoft.com/office/drawing/2014/main" id="{3921D26E-435F-4357-87D0-2311B1BB7338}"/>
                  </a:ext>
                </a:extLst>
              </p:cNvPr>
              <p:cNvSpPr/>
              <p:nvPr/>
            </p:nvSpPr>
            <p:spPr>
              <a:xfrm>
                <a:off x="5113350" y="2866425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73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1" name="Freeform: Shape 3100">
                <a:extLst>
                  <a:ext uri="{FF2B5EF4-FFF2-40B4-BE49-F238E27FC236}">
                    <a16:creationId xmlns:a16="http://schemas.microsoft.com/office/drawing/2014/main" id="{4CEDF9A4-B46F-479E-A902-E2128A2CA8BF}"/>
                  </a:ext>
                </a:extLst>
              </p:cNvPr>
              <p:cNvSpPr/>
              <p:nvPr/>
            </p:nvSpPr>
            <p:spPr>
              <a:xfrm>
                <a:off x="5113350" y="27902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2" name="Freeform: Shape 3101">
                <a:extLst>
                  <a:ext uri="{FF2B5EF4-FFF2-40B4-BE49-F238E27FC236}">
                    <a16:creationId xmlns:a16="http://schemas.microsoft.com/office/drawing/2014/main" id="{41562B2C-C05D-4DAE-92FD-06E2C91F17C3}"/>
                  </a:ext>
                </a:extLst>
              </p:cNvPr>
              <p:cNvSpPr/>
              <p:nvPr/>
            </p:nvSpPr>
            <p:spPr>
              <a:xfrm>
                <a:off x="5113350" y="2714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3" name="Freeform: Shape 3102">
                <a:extLst>
                  <a:ext uri="{FF2B5EF4-FFF2-40B4-BE49-F238E27FC236}">
                    <a16:creationId xmlns:a16="http://schemas.microsoft.com/office/drawing/2014/main" id="{2EB33CAA-B30B-47D4-91C5-700EA878C10B}"/>
                  </a:ext>
                </a:extLst>
              </p:cNvPr>
              <p:cNvSpPr/>
              <p:nvPr/>
            </p:nvSpPr>
            <p:spPr>
              <a:xfrm>
                <a:off x="511335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4" name="Freeform: Shape 3103">
                <a:extLst>
                  <a:ext uri="{FF2B5EF4-FFF2-40B4-BE49-F238E27FC236}">
                    <a16:creationId xmlns:a16="http://schemas.microsoft.com/office/drawing/2014/main" id="{8750FFCB-6122-4E6A-9D7B-19B0CAC0134C}"/>
                  </a:ext>
                </a:extLst>
              </p:cNvPr>
              <p:cNvSpPr/>
              <p:nvPr/>
            </p:nvSpPr>
            <p:spPr>
              <a:xfrm>
                <a:off x="511335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5" name="Freeform: Shape 3104">
                <a:extLst>
                  <a:ext uri="{FF2B5EF4-FFF2-40B4-BE49-F238E27FC236}">
                    <a16:creationId xmlns:a16="http://schemas.microsoft.com/office/drawing/2014/main" id="{F3AEEFA2-D5D2-41E7-8220-E9F34D52D507}"/>
                  </a:ext>
                </a:extLst>
              </p:cNvPr>
              <p:cNvSpPr/>
              <p:nvPr/>
            </p:nvSpPr>
            <p:spPr>
              <a:xfrm>
                <a:off x="50373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6" name="Freeform: Shape 3105">
                <a:extLst>
                  <a:ext uri="{FF2B5EF4-FFF2-40B4-BE49-F238E27FC236}">
                    <a16:creationId xmlns:a16="http://schemas.microsoft.com/office/drawing/2014/main" id="{9DE32109-4E0F-49D0-9EAD-0980A5D1221F}"/>
                  </a:ext>
                </a:extLst>
              </p:cNvPr>
              <p:cNvSpPr/>
              <p:nvPr/>
            </p:nvSpPr>
            <p:spPr>
              <a:xfrm>
                <a:off x="50373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7" name="Freeform: Shape 3106">
                <a:extLst>
                  <a:ext uri="{FF2B5EF4-FFF2-40B4-BE49-F238E27FC236}">
                    <a16:creationId xmlns:a16="http://schemas.microsoft.com/office/drawing/2014/main" id="{5A2EB556-591F-4608-9985-95DE958E0FF6}"/>
                  </a:ext>
                </a:extLst>
              </p:cNvPr>
              <p:cNvSpPr/>
              <p:nvPr/>
            </p:nvSpPr>
            <p:spPr>
              <a:xfrm>
                <a:off x="50373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8" name="Freeform: Shape 3107">
                <a:extLst>
                  <a:ext uri="{FF2B5EF4-FFF2-40B4-BE49-F238E27FC236}">
                    <a16:creationId xmlns:a16="http://schemas.microsoft.com/office/drawing/2014/main" id="{EE30AD50-E3C3-4651-ABC8-0195648F4FAD}"/>
                  </a:ext>
                </a:extLst>
              </p:cNvPr>
              <p:cNvSpPr/>
              <p:nvPr/>
            </p:nvSpPr>
            <p:spPr>
              <a:xfrm>
                <a:off x="50373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9" name="Freeform: Shape 3108">
                <a:extLst>
                  <a:ext uri="{FF2B5EF4-FFF2-40B4-BE49-F238E27FC236}">
                    <a16:creationId xmlns:a16="http://schemas.microsoft.com/office/drawing/2014/main" id="{8FD93B5B-0C9C-4BFC-98C9-D875EFA7EABF}"/>
                  </a:ext>
                </a:extLst>
              </p:cNvPr>
              <p:cNvSpPr/>
              <p:nvPr/>
            </p:nvSpPr>
            <p:spPr>
              <a:xfrm>
                <a:off x="50373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0" name="Freeform: Shape 3109">
                <a:extLst>
                  <a:ext uri="{FF2B5EF4-FFF2-40B4-BE49-F238E27FC236}">
                    <a16:creationId xmlns:a16="http://schemas.microsoft.com/office/drawing/2014/main" id="{27F7B25A-73FB-4012-8D31-548BC82AD7EB}"/>
                  </a:ext>
                </a:extLst>
              </p:cNvPr>
              <p:cNvSpPr/>
              <p:nvPr/>
            </p:nvSpPr>
            <p:spPr>
              <a:xfrm>
                <a:off x="50373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1" name="Freeform: Shape 3110">
                <a:extLst>
                  <a:ext uri="{FF2B5EF4-FFF2-40B4-BE49-F238E27FC236}">
                    <a16:creationId xmlns:a16="http://schemas.microsoft.com/office/drawing/2014/main" id="{AE8585DF-89C9-4C56-8615-47104B359F0C}"/>
                  </a:ext>
                </a:extLst>
              </p:cNvPr>
              <p:cNvSpPr/>
              <p:nvPr/>
            </p:nvSpPr>
            <p:spPr>
              <a:xfrm>
                <a:off x="50373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2" name="Freeform: Shape 3111">
                <a:extLst>
                  <a:ext uri="{FF2B5EF4-FFF2-40B4-BE49-F238E27FC236}">
                    <a16:creationId xmlns:a16="http://schemas.microsoft.com/office/drawing/2014/main" id="{2CBD2238-7496-4781-8086-2C46110E1973}"/>
                  </a:ext>
                </a:extLst>
              </p:cNvPr>
              <p:cNvSpPr/>
              <p:nvPr/>
            </p:nvSpPr>
            <p:spPr>
              <a:xfrm>
                <a:off x="49611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3" name="Freeform: Shape 3112">
                <a:extLst>
                  <a:ext uri="{FF2B5EF4-FFF2-40B4-BE49-F238E27FC236}">
                    <a16:creationId xmlns:a16="http://schemas.microsoft.com/office/drawing/2014/main" id="{3F10A3D4-F99C-4FA3-836E-0FAE4F142F10}"/>
                  </a:ext>
                </a:extLst>
              </p:cNvPr>
              <p:cNvSpPr/>
              <p:nvPr/>
            </p:nvSpPr>
            <p:spPr>
              <a:xfrm>
                <a:off x="49611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4" name="Freeform: Shape 3113">
                <a:extLst>
                  <a:ext uri="{FF2B5EF4-FFF2-40B4-BE49-F238E27FC236}">
                    <a16:creationId xmlns:a16="http://schemas.microsoft.com/office/drawing/2014/main" id="{A6A10269-3F95-4338-8FDA-178464661D18}"/>
                  </a:ext>
                </a:extLst>
              </p:cNvPr>
              <p:cNvSpPr/>
              <p:nvPr/>
            </p:nvSpPr>
            <p:spPr>
              <a:xfrm>
                <a:off x="49611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5" name="Freeform: Shape 3114">
                <a:extLst>
                  <a:ext uri="{FF2B5EF4-FFF2-40B4-BE49-F238E27FC236}">
                    <a16:creationId xmlns:a16="http://schemas.microsoft.com/office/drawing/2014/main" id="{B871E448-1BEE-4337-964C-55B9D1F98369}"/>
                  </a:ext>
                </a:extLst>
              </p:cNvPr>
              <p:cNvSpPr/>
              <p:nvPr/>
            </p:nvSpPr>
            <p:spPr>
              <a:xfrm>
                <a:off x="49611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6" name="Freeform: Shape 3115">
                <a:extLst>
                  <a:ext uri="{FF2B5EF4-FFF2-40B4-BE49-F238E27FC236}">
                    <a16:creationId xmlns:a16="http://schemas.microsoft.com/office/drawing/2014/main" id="{A41B6410-2CE3-4555-9DF9-A709B395040F}"/>
                  </a:ext>
                </a:extLst>
              </p:cNvPr>
              <p:cNvSpPr/>
              <p:nvPr/>
            </p:nvSpPr>
            <p:spPr>
              <a:xfrm>
                <a:off x="49611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7" name="Freeform: Shape 3116">
                <a:extLst>
                  <a:ext uri="{FF2B5EF4-FFF2-40B4-BE49-F238E27FC236}">
                    <a16:creationId xmlns:a16="http://schemas.microsoft.com/office/drawing/2014/main" id="{5690F4BE-D9E1-4F1C-A3DF-38534555B34F}"/>
                  </a:ext>
                </a:extLst>
              </p:cNvPr>
              <p:cNvSpPr/>
              <p:nvPr/>
            </p:nvSpPr>
            <p:spPr>
              <a:xfrm>
                <a:off x="49611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8" name="Freeform: Shape 3117">
                <a:extLst>
                  <a:ext uri="{FF2B5EF4-FFF2-40B4-BE49-F238E27FC236}">
                    <a16:creationId xmlns:a16="http://schemas.microsoft.com/office/drawing/2014/main" id="{8A4F0DB2-1EED-4CC4-9531-9C05CDC81CDD}"/>
                  </a:ext>
                </a:extLst>
              </p:cNvPr>
              <p:cNvSpPr/>
              <p:nvPr/>
            </p:nvSpPr>
            <p:spPr>
              <a:xfrm>
                <a:off x="4884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9" name="Freeform: Shape 3118">
                <a:extLst>
                  <a:ext uri="{FF2B5EF4-FFF2-40B4-BE49-F238E27FC236}">
                    <a16:creationId xmlns:a16="http://schemas.microsoft.com/office/drawing/2014/main" id="{F54D22CF-ADB7-4052-9995-479B419568F2}"/>
                  </a:ext>
                </a:extLst>
              </p:cNvPr>
              <p:cNvSpPr/>
              <p:nvPr/>
            </p:nvSpPr>
            <p:spPr>
              <a:xfrm>
                <a:off x="48849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0" name="Freeform: Shape 3119">
                <a:extLst>
                  <a:ext uri="{FF2B5EF4-FFF2-40B4-BE49-F238E27FC236}">
                    <a16:creationId xmlns:a16="http://schemas.microsoft.com/office/drawing/2014/main" id="{6484F784-87C6-472F-A94F-022A80093237}"/>
                  </a:ext>
                </a:extLst>
              </p:cNvPr>
              <p:cNvSpPr/>
              <p:nvPr/>
            </p:nvSpPr>
            <p:spPr>
              <a:xfrm>
                <a:off x="48849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1" name="Freeform: Shape 3120">
                <a:extLst>
                  <a:ext uri="{FF2B5EF4-FFF2-40B4-BE49-F238E27FC236}">
                    <a16:creationId xmlns:a16="http://schemas.microsoft.com/office/drawing/2014/main" id="{536817C3-3238-4721-8AFE-476836F791C5}"/>
                  </a:ext>
                </a:extLst>
              </p:cNvPr>
              <p:cNvSpPr/>
              <p:nvPr/>
            </p:nvSpPr>
            <p:spPr>
              <a:xfrm>
                <a:off x="48849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2" name="Freeform: Shape 3121">
                <a:extLst>
                  <a:ext uri="{FF2B5EF4-FFF2-40B4-BE49-F238E27FC236}">
                    <a16:creationId xmlns:a16="http://schemas.microsoft.com/office/drawing/2014/main" id="{13B6A855-9F65-48BC-8504-EEAEC3EAD5AD}"/>
                  </a:ext>
                </a:extLst>
              </p:cNvPr>
              <p:cNvSpPr/>
              <p:nvPr/>
            </p:nvSpPr>
            <p:spPr>
              <a:xfrm>
                <a:off x="480870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3" name="Freeform: Shape 3122">
                <a:extLst>
                  <a:ext uri="{FF2B5EF4-FFF2-40B4-BE49-F238E27FC236}">
                    <a16:creationId xmlns:a16="http://schemas.microsoft.com/office/drawing/2014/main" id="{FFCEEBAE-1B03-4972-9C2D-BB24602D3531}"/>
                  </a:ext>
                </a:extLst>
              </p:cNvPr>
              <p:cNvSpPr/>
              <p:nvPr/>
            </p:nvSpPr>
            <p:spPr>
              <a:xfrm>
                <a:off x="480870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4" name="Freeform: Shape 3123">
                <a:extLst>
                  <a:ext uri="{FF2B5EF4-FFF2-40B4-BE49-F238E27FC236}">
                    <a16:creationId xmlns:a16="http://schemas.microsoft.com/office/drawing/2014/main" id="{30991FA4-F1FC-4790-B8B5-FD5236B40440}"/>
                  </a:ext>
                </a:extLst>
              </p:cNvPr>
              <p:cNvSpPr/>
              <p:nvPr/>
            </p:nvSpPr>
            <p:spPr>
              <a:xfrm>
                <a:off x="48087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5" name="Freeform: Shape 3124">
                <a:extLst>
                  <a:ext uri="{FF2B5EF4-FFF2-40B4-BE49-F238E27FC236}">
                    <a16:creationId xmlns:a16="http://schemas.microsoft.com/office/drawing/2014/main" id="{FEE76E01-5F3B-4061-9FF1-4C7F92ABD3C7}"/>
                  </a:ext>
                </a:extLst>
              </p:cNvPr>
              <p:cNvSpPr/>
              <p:nvPr/>
            </p:nvSpPr>
            <p:spPr>
              <a:xfrm>
                <a:off x="48087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6" name="Freeform: Shape 3125">
                <a:extLst>
                  <a:ext uri="{FF2B5EF4-FFF2-40B4-BE49-F238E27FC236}">
                    <a16:creationId xmlns:a16="http://schemas.microsoft.com/office/drawing/2014/main" id="{01363624-949D-445A-B969-801A2C284D17}"/>
                  </a:ext>
                </a:extLst>
              </p:cNvPr>
              <p:cNvSpPr/>
              <p:nvPr/>
            </p:nvSpPr>
            <p:spPr>
              <a:xfrm>
                <a:off x="48087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7" name="Freeform: Shape 3126">
                <a:extLst>
                  <a:ext uri="{FF2B5EF4-FFF2-40B4-BE49-F238E27FC236}">
                    <a16:creationId xmlns:a16="http://schemas.microsoft.com/office/drawing/2014/main" id="{F4BC530E-3820-4880-9DF7-5D25DAC49124}"/>
                  </a:ext>
                </a:extLst>
              </p:cNvPr>
              <p:cNvSpPr/>
              <p:nvPr/>
            </p:nvSpPr>
            <p:spPr>
              <a:xfrm>
                <a:off x="48087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8" name="Freeform: Shape 3127">
                <a:extLst>
                  <a:ext uri="{FF2B5EF4-FFF2-40B4-BE49-F238E27FC236}">
                    <a16:creationId xmlns:a16="http://schemas.microsoft.com/office/drawing/2014/main" id="{31080D1D-45B7-4D0E-BA17-00FF17C23AA4}"/>
                  </a:ext>
                </a:extLst>
              </p:cNvPr>
              <p:cNvSpPr/>
              <p:nvPr/>
            </p:nvSpPr>
            <p:spPr>
              <a:xfrm>
                <a:off x="47324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9" name="Freeform: Shape 3128">
                <a:extLst>
                  <a:ext uri="{FF2B5EF4-FFF2-40B4-BE49-F238E27FC236}">
                    <a16:creationId xmlns:a16="http://schemas.microsoft.com/office/drawing/2014/main" id="{D03D3FB9-2107-4FFC-8884-9710533808B2}"/>
                  </a:ext>
                </a:extLst>
              </p:cNvPr>
              <p:cNvSpPr/>
              <p:nvPr/>
            </p:nvSpPr>
            <p:spPr>
              <a:xfrm>
                <a:off x="47324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0" name="Freeform: Shape 3129">
                <a:extLst>
                  <a:ext uri="{FF2B5EF4-FFF2-40B4-BE49-F238E27FC236}">
                    <a16:creationId xmlns:a16="http://schemas.microsoft.com/office/drawing/2014/main" id="{6C6E971C-D558-4846-8213-601C6DF31A5F}"/>
                  </a:ext>
                </a:extLst>
              </p:cNvPr>
              <p:cNvSpPr/>
              <p:nvPr/>
            </p:nvSpPr>
            <p:spPr>
              <a:xfrm>
                <a:off x="47324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1" name="Freeform: Shape 3130">
                <a:extLst>
                  <a:ext uri="{FF2B5EF4-FFF2-40B4-BE49-F238E27FC236}">
                    <a16:creationId xmlns:a16="http://schemas.microsoft.com/office/drawing/2014/main" id="{C029B303-3F2C-47CD-849B-1B5E743E43DE}"/>
                  </a:ext>
                </a:extLst>
              </p:cNvPr>
              <p:cNvSpPr/>
              <p:nvPr/>
            </p:nvSpPr>
            <p:spPr>
              <a:xfrm>
                <a:off x="47324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2" name="Freeform: Shape 3131">
                <a:extLst>
                  <a:ext uri="{FF2B5EF4-FFF2-40B4-BE49-F238E27FC236}">
                    <a16:creationId xmlns:a16="http://schemas.microsoft.com/office/drawing/2014/main" id="{A89D011E-EE90-49C1-A3C1-12697FC92551}"/>
                  </a:ext>
                </a:extLst>
              </p:cNvPr>
              <p:cNvSpPr/>
              <p:nvPr/>
            </p:nvSpPr>
            <p:spPr>
              <a:xfrm>
                <a:off x="47324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3" name="Freeform: Shape 3132">
                <a:extLst>
                  <a:ext uri="{FF2B5EF4-FFF2-40B4-BE49-F238E27FC236}">
                    <a16:creationId xmlns:a16="http://schemas.microsoft.com/office/drawing/2014/main" id="{513CD625-BE12-4244-8EA4-0F883E11A8CC}"/>
                  </a:ext>
                </a:extLst>
              </p:cNvPr>
              <p:cNvSpPr/>
              <p:nvPr/>
            </p:nvSpPr>
            <p:spPr>
              <a:xfrm>
                <a:off x="465647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4" name="Freeform: Shape 3133">
                <a:extLst>
                  <a:ext uri="{FF2B5EF4-FFF2-40B4-BE49-F238E27FC236}">
                    <a16:creationId xmlns:a16="http://schemas.microsoft.com/office/drawing/2014/main" id="{0179B1DD-64F8-4AF9-809E-A824D7E93757}"/>
                  </a:ext>
                </a:extLst>
              </p:cNvPr>
              <p:cNvSpPr/>
              <p:nvPr/>
            </p:nvSpPr>
            <p:spPr>
              <a:xfrm>
                <a:off x="46564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5" name="Freeform: Shape 3134">
                <a:extLst>
                  <a:ext uri="{FF2B5EF4-FFF2-40B4-BE49-F238E27FC236}">
                    <a16:creationId xmlns:a16="http://schemas.microsoft.com/office/drawing/2014/main" id="{D2030899-904D-4049-B132-642FF8F21EC6}"/>
                  </a:ext>
                </a:extLst>
              </p:cNvPr>
              <p:cNvSpPr/>
              <p:nvPr/>
            </p:nvSpPr>
            <p:spPr>
              <a:xfrm>
                <a:off x="46564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6" name="Freeform: Shape 3135">
                <a:extLst>
                  <a:ext uri="{FF2B5EF4-FFF2-40B4-BE49-F238E27FC236}">
                    <a16:creationId xmlns:a16="http://schemas.microsoft.com/office/drawing/2014/main" id="{E5AB9244-ABCB-45B3-BDC1-372634A41ABB}"/>
                  </a:ext>
                </a:extLst>
              </p:cNvPr>
              <p:cNvSpPr/>
              <p:nvPr/>
            </p:nvSpPr>
            <p:spPr>
              <a:xfrm>
                <a:off x="465647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7" name="Freeform: Shape 3136">
                <a:extLst>
                  <a:ext uri="{FF2B5EF4-FFF2-40B4-BE49-F238E27FC236}">
                    <a16:creationId xmlns:a16="http://schemas.microsoft.com/office/drawing/2014/main" id="{3D4EDA6D-491A-4FA3-9C34-FB1D71D374A3}"/>
                  </a:ext>
                </a:extLst>
              </p:cNvPr>
              <p:cNvSpPr/>
              <p:nvPr/>
            </p:nvSpPr>
            <p:spPr>
              <a:xfrm>
                <a:off x="46564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8" name="Freeform: Shape 3137">
                <a:extLst>
                  <a:ext uri="{FF2B5EF4-FFF2-40B4-BE49-F238E27FC236}">
                    <a16:creationId xmlns:a16="http://schemas.microsoft.com/office/drawing/2014/main" id="{E6DAEE18-202A-4F60-8193-A0C6C15A10E1}"/>
                  </a:ext>
                </a:extLst>
              </p:cNvPr>
              <p:cNvSpPr/>
              <p:nvPr/>
            </p:nvSpPr>
            <p:spPr>
              <a:xfrm>
                <a:off x="46564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9" name="Freeform: Shape 3138">
                <a:extLst>
                  <a:ext uri="{FF2B5EF4-FFF2-40B4-BE49-F238E27FC236}">
                    <a16:creationId xmlns:a16="http://schemas.microsoft.com/office/drawing/2014/main" id="{32EE247C-F895-4756-A052-A2451AAA7430}"/>
                  </a:ext>
                </a:extLst>
              </p:cNvPr>
              <p:cNvSpPr/>
              <p:nvPr/>
            </p:nvSpPr>
            <p:spPr>
              <a:xfrm>
                <a:off x="46564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0" name="Freeform: Shape 3139">
                <a:extLst>
                  <a:ext uri="{FF2B5EF4-FFF2-40B4-BE49-F238E27FC236}">
                    <a16:creationId xmlns:a16="http://schemas.microsoft.com/office/drawing/2014/main" id="{C1E5D2C2-DDAF-4706-BA67-AB88D31C50AA}"/>
                  </a:ext>
                </a:extLst>
              </p:cNvPr>
              <p:cNvSpPr/>
              <p:nvPr/>
            </p:nvSpPr>
            <p:spPr>
              <a:xfrm>
                <a:off x="46564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1" name="Freeform: Shape 3140">
                <a:extLst>
                  <a:ext uri="{FF2B5EF4-FFF2-40B4-BE49-F238E27FC236}">
                    <a16:creationId xmlns:a16="http://schemas.microsoft.com/office/drawing/2014/main" id="{FA3F5265-3D64-47FA-BB0F-572885953056}"/>
                  </a:ext>
                </a:extLst>
              </p:cNvPr>
              <p:cNvSpPr/>
              <p:nvPr/>
            </p:nvSpPr>
            <p:spPr>
              <a:xfrm>
                <a:off x="45802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2" name="Freeform: Shape 3141">
                <a:extLst>
                  <a:ext uri="{FF2B5EF4-FFF2-40B4-BE49-F238E27FC236}">
                    <a16:creationId xmlns:a16="http://schemas.microsoft.com/office/drawing/2014/main" id="{9CABE91A-3195-4596-B770-FEEE5090EDD6}"/>
                  </a:ext>
                </a:extLst>
              </p:cNvPr>
              <p:cNvSpPr/>
              <p:nvPr/>
            </p:nvSpPr>
            <p:spPr>
              <a:xfrm>
                <a:off x="45802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3" name="Freeform: Shape 3142">
                <a:extLst>
                  <a:ext uri="{FF2B5EF4-FFF2-40B4-BE49-F238E27FC236}">
                    <a16:creationId xmlns:a16="http://schemas.microsoft.com/office/drawing/2014/main" id="{D965DA23-119F-4C6C-9650-EE74DA22A918}"/>
                  </a:ext>
                </a:extLst>
              </p:cNvPr>
              <p:cNvSpPr/>
              <p:nvPr/>
            </p:nvSpPr>
            <p:spPr>
              <a:xfrm>
                <a:off x="45802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4" name="Freeform: Shape 3143">
                <a:extLst>
                  <a:ext uri="{FF2B5EF4-FFF2-40B4-BE49-F238E27FC236}">
                    <a16:creationId xmlns:a16="http://schemas.microsoft.com/office/drawing/2014/main" id="{BEDC3AC0-A5E9-4F1D-AA17-E658BF1F658F}"/>
                  </a:ext>
                </a:extLst>
              </p:cNvPr>
              <p:cNvSpPr/>
              <p:nvPr/>
            </p:nvSpPr>
            <p:spPr>
              <a:xfrm>
                <a:off x="45802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5" name="Freeform: Shape 3144">
                <a:extLst>
                  <a:ext uri="{FF2B5EF4-FFF2-40B4-BE49-F238E27FC236}">
                    <a16:creationId xmlns:a16="http://schemas.microsoft.com/office/drawing/2014/main" id="{C3D05D01-C50F-4468-BC40-B63AE91DB76B}"/>
                  </a:ext>
                </a:extLst>
              </p:cNvPr>
              <p:cNvSpPr/>
              <p:nvPr/>
            </p:nvSpPr>
            <p:spPr>
              <a:xfrm>
                <a:off x="45802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6" name="Freeform: Shape 3145">
                <a:extLst>
                  <a:ext uri="{FF2B5EF4-FFF2-40B4-BE49-F238E27FC236}">
                    <a16:creationId xmlns:a16="http://schemas.microsoft.com/office/drawing/2014/main" id="{303B1549-AC54-4BD4-BF54-F42358E1A304}"/>
                  </a:ext>
                </a:extLst>
              </p:cNvPr>
              <p:cNvSpPr/>
              <p:nvPr/>
            </p:nvSpPr>
            <p:spPr>
              <a:xfrm>
                <a:off x="45802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7" name="Freeform: Shape 3146">
                <a:extLst>
                  <a:ext uri="{FF2B5EF4-FFF2-40B4-BE49-F238E27FC236}">
                    <a16:creationId xmlns:a16="http://schemas.microsoft.com/office/drawing/2014/main" id="{68DE5AF0-DB5F-4FF6-B820-01D0155DF8FF}"/>
                  </a:ext>
                </a:extLst>
              </p:cNvPr>
              <p:cNvSpPr/>
              <p:nvPr/>
            </p:nvSpPr>
            <p:spPr>
              <a:xfrm>
                <a:off x="45802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8" name="Freeform: Shape 3147">
                <a:extLst>
                  <a:ext uri="{FF2B5EF4-FFF2-40B4-BE49-F238E27FC236}">
                    <a16:creationId xmlns:a16="http://schemas.microsoft.com/office/drawing/2014/main" id="{AFDBFEFB-F209-49B1-96A7-0E40D9D69D80}"/>
                  </a:ext>
                </a:extLst>
              </p:cNvPr>
              <p:cNvSpPr/>
              <p:nvPr/>
            </p:nvSpPr>
            <p:spPr>
              <a:xfrm>
                <a:off x="45802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9" name="Freeform: Shape 3148">
                <a:extLst>
                  <a:ext uri="{FF2B5EF4-FFF2-40B4-BE49-F238E27FC236}">
                    <a16:creationId xmlns:a16="http://schemas.microsoft.com/office/drawing/2014/main" id="{DA0091D3-6D5B-4BAE-BB63-C1A33F46931A}"/>
                  </a:ext>
                </a:extLst>
              </p:cNvPr>
              <p:cNvSpPr/>
              <p:nvPr/>
            </p:nvSpPr>
            <p:spPr>
              <a:xfrm>
                <a:off x="45040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0" name="Freeform: Shape 3149">
                <a:extLst>
                  <a:ext uri="{FF2B5EF4-FFF2-40B4-BE49-F238E27FC236}">
                    <a16:creationId xmlns:a16="http://schemas.microsoft.com/office/drawing/2014/main" id="{368B8969-3051-472A-A8DD-183B430FD24B}"/>
                  </a:ext>
                </a:extLst>
              </p:cNvPr>
              <p:cNvSpPr/>
              <p:nvPr/>
            </p:nvSpPr>
            <p:spPr>
              <a:xfrm>
                <a:off x="45040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1" name="Freeform: Shape 3150">
                <a:extLst>
                  <a:ext uri="{FF2B5EF4-FFF2-40B4-BE49-F238E27FC236}">
                    <a16:creationId xmlns:a16="http://schemas.microsoft.com/office/drawing/2014/main" id="{668EAE0D-103B-4EB2-8A88-FF4C85E848D9}"/>
                  </a:ext>
                </a:extLst>
              </p:cNvPr>
              <p:cNvSpPr/>
              <p:nvPr/>
            </p:nvSpPr>
            <p:spPr>
              <a:xfrm>
                <a:off x="45040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2" name="Freeform: Shape 3151">
                <a:extLst>
                  <a:ext uri="{FF2B5EF4-FFF2-40B4-BE49-F238E27FC236}">
                    <a16:creationId xmlns:a16="http://schemas.microsoft.com/office/drawing/2014/main" id="{9FFEFE38-E633-4870-BE3D-5EFD8DA51BF8}"/>
                  </a:ext>
                </a:extLst>
              </p:cNvPr>
              <p:cNvSpPr/>
              <p:nvPr/>
            </p:nvSpPr>
            <p:spPr>
              <a:xfrm>
                <a:off x="45040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3" name="Freeform: Shape 3152">
                <a:extLst>
                  <a:ext uri="{FF2B5EF4-FFF2-40B4-BE49-F238E27FC236}">
                    <a16:creationId xmlns:a16="http://schemas.microsoft.com/office/drawing/2014/main" id="{CD93307A-39A0-46C5-93E3-C265246EEDDF}"/>
                  </a:ext>
                </a:extLst>
              </p:cNvPr>
              <p:cNvSpPr/>
              <p:nvPr/>
            </p:nvSpPr>
            <p:spPr>
              <a:xfrm>
                <a:off x="45040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4" name="Freeform: Shape 3153">
                <a:extLst>
                  <a:ext uri="{FF2B5EF4-FFF2-40B4-BE49-F238E27FC236}">
                    <a16:creationId xmlns:a16="http://schemas.microsoft.com/office/drawing/2014/main" id="{826A7063-DAD8-4AA6-A5EC-A4E99A1AEC92}"/>
                  </a:ext>
                </a:extLst>
              </p:cNvPr>
              <p:cNvSpPr/>
              <p:nvPr/>
            </p:nvSpPr>
            <p:spPr>
              <a:xfrm>
                <a:off x="45040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5" name="Freeform: Shape 3154">
                <a:extLst>
                  <a:ext uri="{FF2B5EF4-FFF2-40B4-BE49-F238E27FC236}">
                    <a16:creationId xmlns:a16="http://schemas.microsoft.com/office/drawing/2014/main" id="{2F4EFCBB-57EA-48EA-9EC8-AC3883EDC1D3}"/>
                  </a:ext>
                </a:extLst>
              </p:cNvPr>
              <p:cNvSpPr/>
              <p:nvPr/>
            </p:nvSpPr>
            <p:spPr>
              <a:xfrm>
                <a:off x="44278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6" name="Freeform: Shape 3155">
                <a:extLst>
                  <a:ext uri="{FF2B5EF4-FFF2-40B4-BE49-F238E27FC236}">
                    <a16:creationId xmlns:a16="http://schemas.microsoft.com/office/drawing/2014/main" id="{FCBCB7F0-171D-4C1E-9F3F-01D2BD958E44}"/>
                  </a:ext>
                </a:extLst>
              </p:cNvPr>
              <p:cNvSpPr/>
              <p:nvPr/>
            </p:nvSpPr>
            <p:spPr>
              <a:xfrm>
                <a:off x="44278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6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7" name="Freeform: Shape 3156">
                <a:extLst>
                  <a:ext uri="{FF2B5EF4-FFF2-40B4-BE49-F238E27FC236}">
                    <a16:creationId xmlns:a16="http://schemas.microsoft.com/office/drawing/2014/main" id="{E31E347D-2566-4976-B6F0-C2C5FA02E83C}"/>
                  </a:ext>
                </a:extLst>
              </p:cNvPr>
              <p:cNvSpPr/>
              <p:nvPr/>
            </p:nvSpPr>
            <p:spPr>
              <a:xfrm>
                <a:off x="44278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8" name="Freeform: Shape 3157">
                <a:extLst>
                  <a:ext uri="{FF2B5EF4-FFF2-40B4-BE49-F238E27FC236}">
                    <a16:creationId xmlns:a16="http://schemas.microsoft.com/office/drawing/2014/main" id="{D6E124FA-D084-4B78-9CD1-B5F2EFD0E518}"/>
                  </a:ext>
                </a:extLst>
              </p:cNvPr>
              <p:cNvSpPr/>
              <p:nvPr/>
            </p:nvSpPr>
            <p:spPr>
              <a:xfrm>
                <a:off x="44278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9" name="Freeform: Shape 3158">
                <a:extLst>
                  <a:ext uri="{FF2B5EF4-FFF2-40B4-BE49-F238E27FC236}">
                    <a16:creationId xmlns:a16="http://schemas.microsoft.com/office/drawing/2014/main" id="{446901F4-2A5D-423B-9A8B-1306D9C7B8CF}"/>
                  </a:ext>
                </a:extLst>
              </p:cNvPr>
              <p:cNvSpPr/>
              <p:nvPr/>
            </p:nvSpPr>
            <p:spPr>
              <a:xfrm>
                <a:off x="44278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0" name="Freeform: Shape 3159">
                <a:extLst>
                  <a:ext uri="{FF2B5EF4-FFF2-40B4-BE49-F238E27FC236}">
                    <a16:creationId xmlns:a16="http://schemas.microsoft.com/office/drawing/2014/main" id="{2B4076FD-42C7-49C4-9920-A39F88449BC1}"/>
                  </a:ext>
                </a:extLst>
              </p:cNvPr>
              <p:cNvSpPr/>
              <p:nvPr/>
            </p:nvSpPr>
            <p:spPr>
              <a:xfrm>
                <a:off x="44278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1" name="Freeform: Shape 3160">
                <a:extLst>
                  <a:ext uri="{FF2B5EF4-FFF2-40B4-BE49-F238E27FC236}">
                    <a16:creationId xmlns:a16="http://schemas.microsoft.com/office/drawing/2014/main" id="{B1A0A6BB-1C68-4F4C-B21D-BC6C55D2365F}"/>
                  </a:ext>
                </a:extLst>
              </p:cNvPr>
              <p:cNvSpPr/>
              <p:nvPr/>
            </p:nvSpPr>
            <p:spPr>
              <a:xfrm>
                <a:off x="43516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2" name="Freeform: Shape 3161">
                <a:extLst>
                  <a:ext uri="{FF2B5EF4-FFF2-40B4-BE49-F238E27FC236}">
                    <a16:creationId xmlns:a16="http://schemas.microsoft.com/office/drawing/2014/main" id="{5689EB86-895B-40A8-AF7C-0E8EDD4F0E3E}"/>
                  </a:ext>
                </a:extLst>
              </p:cNvPr>
              <p:cNvSpPr/>
              <p:nvPr/>
            </p:nvSpPr>
            <p:spPr>
              <a:xfrm>
                <a:off x="43516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3" name="Freeform: Shape 3162">
                <a:extLst>
                  <a:ext uri="{FF2B5EF4-FFF2-40B4-BE49-F238E27FC236}">
                    <a16:creationId xmlns:a16="http://schemas.microsoft.com/office/drawing/2014/main" id="{3B9A3977-7A14-4207-A286-1665E343CC28}"/>
                  </a:ext>
                </a:extLst>
              </p:cNvPr>
              <p:cNvSpPr/>
              <p:nvPr/>
            </p:nvSpPr>
            <p:spPr>
              <a:xfrm>
                <a:off x="43516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4" name="Freeform: Shape 3163">
                <a:extLst>
                  <a:ext uri="{FF2B5EF4-FFF2-40B4-BE49-F238E27FC236}">
                    <a16:creationId xmlns:a16="http://schemas.microsoft.com/office/drawing/2014/main" id="{6010A43F-0EBB-4DA1-BD9C-33A6C9122F5C}"/>
                  </a:ext>
                </a:extLst>
              </p:cNvPr>
              <p:cNvSpPr/>
              <p:nvPr/>
            </p:nvSpPr>
            <p:spPr>
              <a:xfrm>
                <a:off x="43516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5" name="Freeform: Shape 3164">
                <a:extLst>
                  <a:ext uri="{FF2B5EF4-FFF2-40B4-BE49-F238E27FC236}">
                    <a16:creationId xmlns:a16="http://schemas.microsoft.com/office/drawing/2014/main" id="{489AAACE-39A5-47DF-B526-87F77C5BD9A3}"/>
                  </a:ext>
                </a:extLst>
              </p:cNvPr>
              <p:cNvSpPr/>
              <p:nvPr/>
            </p:nvSpPr>
            <p:spPr>
              <a:xfrm>
                <a:off x="42756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6" name="Freeform: Shape 3165">
                <a:extLst>
                  <a:ext uri="{FF2B5EF4-FFF2-40B4-BE49-F238E27FC236}">
                    <a16:creationId xmlns:a16="http://schemas.microsoft.com/office/drawing/2014/main" id="{538EB330-07E6-434F-A6A9-3F0906B6E33A}"/>
                  </a:ext>
                </a:extLst>
              </p:cNvPr>
              <p:cNvSpPr/>
              <p:nvPr/>
            </p:nvSpPr>
            <p:spPr>
              <a:xfrm>
                <a:off x="42756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7" name="Freeform: Shape 3166">
                <a:extLst>
                  <a:ext uri="{FF2B5EF4-FFF2-40B4-BE49-F238E27FC236}">
                    <a16:creationId xmlns:a16="http://schemas.microsoft.com/office/drawing/2014/main" id="{9D2E7359-742C-48EC-B4D3-4993CA3B080E}"/>
                  </a:ext>
                </a:extLst>
              </p:cNvPr>
              <p:cNvSpPr/>
              <p:nvPr/>
            </p:nvSpPr>
            <p:spPr>
              <a:xfrm>
                <a:off x="42756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8" name="Freeform: Shape 3167">
                <a:extLst>
                  <a:ext uri="{FF2B5EF4-FFF2-40B4-BE49-F238E27FC236}">
                    <a16:creationId xmlns:a16="http://schemas.microsoft.com/office/drawing/2014/main" id="{F8807D9F-C689-47D3-91E6-9EB7FC30C626}"/>
                  </a:ext>
                </a:extLst>
              </p:cNvPr>
              <p:cNvSpPr/>
              <p:nvPr/>
            </p:nvSpPr>
            <p:spPr>
              <a:xfrm>
                <a:off x="42756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9" name="Freeform: Shape 3168">
                <a:extLst>
                  <a:ext uri="{FF2B5EF4-FFF2-40B4-BE49-F238E27FC236}">
                    <a16:creationId xmlns:a16="http://schemas.microsoft.com/office/drawing/2014/main" id="{1D20E19C-FEE7-4339-8943-BE0C8D888476}"/>
                  </a:ext>
                </a:extLst>
              </p:cNvPr>
              <p:cNvSpPr/>
              <p:nvPr/>
            </p:nvSpPr>
            <p:spPr>
              <a:xfrm>
                <a:off x="42756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0" name="Freeform: Shape 3169">
                <a:extLst>
                  <a:ext uri="{FF2B5EF4-FFF2-40B4-BE49-F238E27FC236}">
                    <a16:creationId xmlns:a16="http://schemas.microsoft.com/office/drawing/2014/main" id="{160C137C-C84D-4D49-9E17-4160F4F34994}"/>
                  </a:ext>
                </a:extLst>
              </p:cNvPr>
              <p:cNvSpPr/>
              <p:nvPr/>
            </p:nvSpPr>
            <p:spPr>
              <a:xfrm>
                <a:off x="42756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1" name="Freeform: Shape 3170">
                <a:extLst>
                  <a:ext uri="{FF2B5EF4-FFF2-40B4-BE49-F238E27FC236}">
                    <a16:creationId xmlns:a16="http://schemas.microsoft.com/office/drawing/2014/main" id="{361DF789-C5AD-4A1F-8294-4E70D63B8C10}"/>
                  </a:ext>
                </a:extLst>
              </p:cNvPr>
              <p:cNvSpPr/>
              <p:nvPr/>
            </p:nvSpPr>
            <p:spPr>
              <a:xfrm>
                <a:off x="41994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2" name="Freeform: Shape 3171">
                <a:extLst>
                  <a:ext uri="{FF2B5EF4-FFF2-40B4-BE49-F238E27FC236}">
                    <a16:creationId xmlns:a16="http://schemas.microsoft.com/office/drawing/2014/main" id="{57388719-7C8F-4FE3-AD62-7F7C27205894}"/>
                  </a:ext>
                </a:extLst>
              </p:cNvPr>
              <p:cNvSpPr/>
              <p:nvPr/>
            </p:nvSpPr>
            <p:spPr>
              <a:xfrm>
                <a:off x="41994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3" name="Freeform: Shape 3172">
                <a:extLst>
                  <a:ext uri="{FF2B5EF4-FFF2-40B4-BE49-F238E27FC236}">
                    <a16:creationId xmlns:a16="http://schemas.microsoft.com/office/drawing/2014/main" id="{A3198528-BFF4-4890-AC73-6802A15C1648}"/>
                  </a:ext>
                </a:extLst>
              </p:cNvPr>
              <p:cNvSpPr/>
              <p:nvPr/>
            </p:nvSpPr>
            <p:spPr>
              <a:xfrm>
                <a:off x="41994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19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4" name="Freeform: Shape 3173">
                <a:extLst>
                  <a:ext uri="{FF2B5EF4-FFF2-40B4-BE49-F238E27FC236}">
                    <a16:creationId xmlns:a16="http://schemas.microsoft.com/office/drawing/2014/main" id="{03661745-7C5E-4B93-B27F-ABDF011DD1B8}"/>
                  </a:ext>
                </a:extLst>
              </p:cNvPr>
              <p:cNvSpPr/>
              <p:nvPr/>
            </p:nvSpPr>
            <p:spPr>
              <a:xfrm>
                <a:off x="41231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5" name="Freeform: Shape 3174">
                <a:extLst>
                  <a:ext uri="{FF2B5EF4-FFF2-40B4-BE49-F238E27FC236}">
                    <a16:creationId xmlns:a16="http://schemas.microsoft.com/office/drawing/2014/main" id="{59DA8A78-F4BB-4329-B910-9EF62C2CE11A}"/>
                  </a:ext>
                </a:extLst>
              </p:cNvPr>
              <p:cNvSpPr/>
              <p:nvPr/>
            </p:nvSpPr>
            <p:spPr>
              <a:xfrm>
                <a:off x="41231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3176" name="Straight Connector 3175">
              <a:extLst>
                <a:ext uri="{FF2B5EF4-FFF2-40B4-BE49-F238E27FC236}">
                  <a16:creationId xmlns:a16="http://schemas.microsoft.com/office/drawing/2014/main" id="{F12BC805-1320-4B33-8E36-9DB83E0D9E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31529" y="5290213"/>
              <a:ext cx="1969939" cy="91709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7" name="Straight Connector 3176">
              <a:extLst>
                <a:ext uri="{FF2B5EF4-FFF2-40B4-BE49-F238E27FC236}">
                  <a16:creationId xmlns:a16="http://schemas.microsoft.com/office/drawing/2014/main" id="{A8AED859-E6AC-4681-9C9F-B91D3CC363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977" y="1721498"/>
              <a:ext cx="2553573" cy="115995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178" name="Group 3177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  <a:extLst>
                <a:ext uri="{FF2B5EF4-FFF2-40B4-BE49-F238E27FC236}">
                  <a16:creationId xmlns:a16="http://schemas.microsoft.com/office/drawing/2014/main" id="{716EE607-D895-4D6D-8F40-D9F569908048}"/>
                </a:ext>
              </a:extLst>
            </p:cNvPr>
            <p:cNvGrpSpPr>
              <a:grpSpLocks noChangeAspect="1"/>
            </p:cNvGrpSpPr>
            <p:nvPr>
              <p:custDataLst>
                <p:tags r:id="rId1"/>
              </p:custDataLst>
            </p:nvPr>
          </p:nvGrpSpPr>
          <p:grpSpPr>
            <a:xfrm>
              <a:off x="5724000" y="1571460"/>
              <a:ext cx="5579403" cy="3954767"/>
              <a:chOff x="3016251" y="1239838"/>
              <a:chExt cx="6176963" cy="4378326"/>
            </a:xfrm>
          </p:grpSpPr>
          <p:sp>
            <p:nvSpPr>
              <p:cNvPr id="3179" name="Freeform: Shape 3178">
                <a:extLst>
                  <a:ext uri="{FF2B5EF4-FFF2-40B4-BE49-F238E27FC236}">
                    <a16:creationId xmlns:a16="http://schemas.microsoft.com/office/drawing/2014/main" id="{41111FDE-B238-4A11-AF32-03312F6779BB}"/>
                  </a:ext>
                </a:extLst>
              </p:cNvPr>
              <p:cNvSpPr/>
              <p:nvPr/>
            </p:nvSpPr>
            <p:spPr bwMode="auto">
              <a:xfrm>
                <a:off x="4597401" y="4999038"/>
                <a:ext cx="3263900" cy="76200"/>
              </a:xfrm>
              <a:custGeom>
                <a:avLst/>
                <a:gdLst>
                  <a:gd name="T0" fmla="*/ 424 w 855"/>
                  <a:gd name="T1" fmla="*/ 0 h 20"/>
                  <a:gd name="T2" fmla="*/ 0 w 855"/>
                  <a:gd name="T3" fmla="*/ 2 h 20"/>
                  <a:gd name="T4" fmla="*/ 44 w 855"/>
                  <a:gd name="T5" fmla="*/ 18 h 20"/>
                  <a:gd name="T6" fmla="*/ 424 w 855"/>
                  <a:gd name="T7" fmla="*/ 20 h 20"/>
                  <a:gd name="T8" fmla="*/ 815 w 855"/>
                  <a:gd name="T9" fmla="*/ 18 h 20"/>
                  <a:gd name="T10" fmla="*/ 855 w 855"/>
                  <a:gd name="T11" fmla="*/ 2 h 20"/>
                  <a:gd name="T12" fmla="*/ 424 w 855"/>
                  <a:gd name="T13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55" h="20">
                    <a:moveTo>
                      <a:pt x="424" y="0"/>
                    </a:moveTo>
                    <a:cubicBezTo>
                      <a:pt x="266" y="0"/>
                      <a:pt x="120" y="1"/>
                      <a:pt x="0" y="2"/>
                    </a:cubicBezTo>
                    <a:cubicBezTo>
                      <a:pt x="14" y="7"/>
                      <a:pt x="29" y="13"/>
                      <a:pt x="44" y="18"/>
                    </a:cubicBezTo>
                    <a:cubicBezTo>
                      <a:pt x="155" y="19"/>
                      <a:pt x="285" y="20"/>
                      <a:pt x="424" y="20"/>
                    </a:cubicBezTo>
                    <a:cubicBezTo>
                      <a:pt x="568" y="20"/>
                      <a:pt x="701" y="19"/>
                      <a:pt x="815" y="18"/>
                    </a:cubicBezTo>
                    <a:cubicBezTo>
                      <a:pt x="829" y="13"/>
                      <a:pt x="842" y="7"/>
                      <a:pt x="855" y="2"/>
                    </a:cubicBezTo>
                    <a:cubicBezTo>
                      <a:pt x="734" y="1"/>
                      <a:pt x="585" y="0"/>
                      <a:pt x="424" y="0"/>
                    </a:cubicBezTo>
                  </a:path>
                </a:pathLst>
              </a:custGeom>
              <a:solidFill>
                <a:srgbClr val="DFDF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0" name="Freeform: Shape 3179">
                <a:extLst>
                  <a:ext uri="{FF2B5EF4-FFF2-40B4-BE49-F238E27FC236}">
                    <a16:creationId xmlns:a16="http://schemas.microsoft.com/office/drawing/2014/main" id="{D704A747-34B1-4640-8DB5-DFF034612699}"/>
                  </a:ext>
                </a:extLst>
              </p:cNvPr>
              <p:cNvSpPr/>
              <p:nvPr/>
            </p:nvSpPr>
            <p:spPr bwMode="auto">
              <a:xfrm>
                <a:off x="3719513" y="1744663"/>
                <a:ext cx="519113" cy="519113"/>
              </a:xfrm>
              <a:custGeom>
                <a:avLst/>
                <a:gdLst>
                  <a:gd name="T0" fmla="*/ 126 w 136"/>
                  <a:gd name="T1" fmla="*/ 50 h 136"/>
                  <a:gd name="T2" fmla="*/ 86 w 136"/>
                  <a:gd name="T3" fmla="*/ 126 h 136"/>
                  <a:gd name="T4" fmla="*/ 10 w 136"/>
                  <a:gd name="T5" fmla="*/ 86 h 136"/>
                  <a:gd name="T6" fmla="*/ 50 w 136"/>
                  <a:gd name="T7" fmla="*/ 10 h 136"/>
                  <a:gd name="T8" fmla="*/ 126 w 136"/>
                  <a:gd name="T9" fmla="*/ 50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136">
                    <a:moveTo>
                      <a:pt x="126" y="50"/>
                    </a:moveTo>
                    <a:cubicBezTo>
                      <a:pt x="136" y="82"/>
                      <a:pt x="118" y="116"/>
                      <a:pt x="86" y="126"/>
                    </a:cubicBezTo>
                    <a:cubicBezTo>
                      <a:pt x="54" y="136"/>
                      <a:pt x="20" y="118"/>
                      <a:pt x="10" y="86"/>
                    </a:cubicBezTo>
                    <a:cubicBezTo>
                      <a:pt x="0" y="54"/>
                      <a:pt x="18" y="20"/>
                      <a:pt x="50" y="10"/>
                    </a:cubicBezTo>
                    <a:cubicBezTo>
                      <a:pt x="82" y="0"/>
                      <a:pt x="116" y="18"/>
                      <a:pt x="126" y="50"/>
                    </a:cubicBezTo>
                    <a:close/>
                  </a:path>
                </a:pathLst>
              </a:custGeom>
              <a:solidFill>
                <a:srgbClr val="FD60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1" name="Freeform: Shape 3180">
                <a:extLst>
                  <a:ext uri="{FF2B5EF4-FFF2-40B4-BE49-F238E27FC236}">
                    <a16:creationId xmlns:a16="http://schemas.microsoft.com/office/drawing/2014/main" id="{EA03C572-BD0B-42A6-9F2A-7F6F8393F70D}"/>
                  </a:ext>
                </a:extLst>
              </p:cNvPr>
              <p:cNvSpPr/>
              <p:nvPr/>
            </p:nvSpPr>
            <p:spPr bwMode="auto">
              <a:xfrm>
                <a:off x="3833813" y="1862138"/>
                <a:ext cx="263525" cy="268288"/>
              </a:xfrm>
              <a:custGeom>
                <a:avLst/>
                <a:gdLst>
                  <a:gd name="T0" fmla="*/ 44 w 69"/>
                  <a:gd name="T1" fmla="*/ 5 h 70"/>
                  <a:gd name="T2" fmla="*/ 35 w 69"/>
                  <a:gd name="T3" fmla="*/ 23 h 70"/>
                  <a:gd name="T4" fmla="*/ 32 w 69"/>
                  <a:gd name="T5" fmla="*/ 24 h 70"/>
                  <a:gd name="T6" fmla="*/ 14 w 69"/>
                  <a:gd name="T7" fmla="*/ 14 h 70"/>
                  <a:gd name="T8" fmla="*/ 7 w 69"/>
                  <a:gd name="T9" fmla="*/ 45 h 70"/>
                  <a:gd name="T10" fmla="*/ 48 w 69"/>
                  <a:gd name="T11" fmla="*/ 70 h 70"/>
                  <a:gd name="T12" fmla="*/ 68 w 69"/>
                  <a:gd name="T13" fmla="*/ 26 h 70"/>
                  <a:gd name="T14" fmla="*/ 44 w 69"/>
                  <a:gd name="T15" fmla="*/ 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" h="70">
                    <a:moveTo>
                      <a:pt x="44" y="5"/>
                    </a:moveTo>
                    <a:cubicBezTo>
                      <a:pt x="36" y="7"/>
                      <a:pt x="35" y="16"/>
                      <a:pt x="35" y="23"/>
                    </a:cubicBezTo>
                    <a:cubicBezTo>
                      <a:pt x="35" y="25"/>
                      <a:pt x="33" y="25"/>
                      <a:pt x="32" y="24"/>
                    </a:cubicBezTo>
                    <a:cubicBezTo>
                      <a:pt x="29" y="18"/>
                      <a:pt x="22" y="12"/>
                      <a:pt x="14" y="14"/>
                    </a:cubicBezTo>
                    <a:cubicBezTo>
                      <a:pt x="0" y="19"/>
                      <a:pt x="0" y="36"/>
                      <a:pt x="7" y="45"/>
                    </a:cubicBezTo>
                    <a:cubicBezTo>
                      <a:pt x="13" y="54"/>
                      <a:pt x="48" y="70"/>
                      <a:pt x="48" y="70"/>
                    </a:cubicBezTo>
                    <a:cubicBezTo>
                      <a:pt x="48" y="70"/>
                      <a:pt x="67" y="37"/>
                      <a:pt x="68" y="26"/>
                    </a:cubicBezTo>
                    <a:cubicBezTo>
                      <a:pt x="69" y="15"/>
                      <a:pt x="59" y="0"/>
                      <a:pt x="44" y="5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2" name="Freeform: Shape 3181">
                <a:extLst>
                  <a:ext uri="{FF2B5EF4-FFF2-40B4-BE49-F238E27FC236}">
                    <a16:creationId xmlns:a16="http://schemas.microsoft.com/office/drawing/2014/main" id="{3528C67E-9813-4030-A879-FC8DDB4F8AD3}"/>
                  </a:ext>
                </a:extLst>
              </p:cNvPr>
              <p:cNvSpPr/>
              <p:nvPr/>
            </p:nvSpPr>
            <p:spPr bwMode="auto">
              <a:xfrm>
                <a:off x="4551363" y="1239838"/>
                <a:ext cx="1638300" cy="355600"/>
              </a:xfrm>
              <a:custGeom>
                <a:avLst/>
                <a:gdLst>
                  <a:gd name="T0" fmla="*/ 409 w 429"/>
                  <a:gd name="T1" fmla="*/ 91 h 93"/>
                  <a:gd name="T2" fmla="*/ 25 w 429"/>
                  <a:gd name="T3" fmla="*/ 93 h 93"/>
                  <a:gd name="T4" fmla="*/ 2 w 429"/>
                  <a:gd name="T5" fmla="*/ 69 h 93"/>
                  <a:gd name="T6" fmla="*/ 1 w 429"/>
                  <a:gd name="T7" fmla="*/ 30 h 93"/>
                  <a:gd name="T8" fmla="*/ 29 w 429"/>
                  <a:gd name="T9" fmla="*/ 0 h 93"/>
                  <a:gd name="T10" fmla="*/ 410 w 429"/>
                  <a:gd name="T11" fmla="*/ 0 h 93"/>
                  <a:gd name="T12" fmla="*/ 429 w 429"/>
                  <a:gd name="T13" fmla="*/ 19 h 93"/>
                  <a:gd name="T14" fmla="*/ 428 w 429"/>
                  <a:gd name="T15" fmla="*/ 71 h 93"/>
                  <a:gd name="T16" fmla="*/ 409 w 429"/>
                  <a:gd name="T17" fmla="*/ 91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29" h="93">
                    <a:moveTo>
                      <a:pt x="409" y="91"/>
                    </a:moveTo>
                    <a:cubicBezTo>
                      <a:pt x="25" y="93"/>
                      <a:pt x="25" y="93"/>
                      <a:pt x="25" y="93"/>
                    </a:cubicBezTo>
                    <a:cubicBezTo>
                      <a:pt x="12" y="93"/>
                      <a:pt x="2" y="82"/>
                      <a:pt x="2" y="69"/>
                    </a:cubicBezTo>
                    <a:cubicBezTo>
                      <a:pt x="1" y="30"/>
                      <a:pt x="1" y="30"/>
                      <a:pt x="1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10" y="0"/>
                      <a:pt x="410" y="0"/>
                      <a:pt x="410" y="0"/>
                    </a:cubicBezTo>
                    <a:cubicBezTo>
                      <a:pt x="421" y="0"/>
                      <a:pt x="429" y="8"/>
                      <a:pt x="429" y="19"/>
                    </a:cubicBezTo>
                    <a:cubicBezTo>
                      <a:pt x="428" y="71"/>
                      <a:pt x="428" y="71"/>
                      <a:pt x="428" y="71"/>
                    </a:cubicBezTo>
                    <a:cubicBezTo>
                      <a:pt x="428" y="82"/>
                      <a:pt x="420" y="91"/>
                      <a:pt x="409" y="91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3" name="Freeform: Shape 3182">
                <a:extLst>
                  <a:ext uri="{FF2B5EF4-FFF2-40B4-BE49-F238E27FC236}">
                    <a16:creationId xmlns:a16="http://schemas.microsoft.com/office/drawing/2014/main" id="{36EE18B0-DBF1-458F-BD25-90C6BDDF57C9}"/>
                  </a:ext>
                </a:extLst>
              </p:cNvPr>
              <p:cNvSpPr/>
              <p:nvPr/>
            </p:nvSpPr>
            <p:spPr bwMode="auto">
              <a:xfrm>
                <a:off x="5972176" y="1573213"/>
                <a:ext cx="130175" cy="144463"/>
              </a:xfrm>
              <a:custGeom>
                <a:avLst/>
                <a:gdLst>
                  <a:gd name="T0" fmla="*/ 0 w 34"/>
                  <a:gd name="T1" fmla="*/ 0 h 38"/>
                  <a:gd name="T2" fmla="*/ 32 w 34"/>
                  <a:gd name="T3" fmla="*/ 38 h 38"/>
                  <a:gd name="T4" fmla="*/ 34 w 34"/>
                  <a:gd name="T5" fmla="*/ 1 h 38"/>
                  <a:gd name="T6" fmla="*/ 0 w 34"/>
                  <a:gd name="T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" h="38">
                    <a:moveTo>
                      <a:pt x="0" y="0"/>
                    </a:moveTo>
                    <a:cubicBezTo>
                      <a:pt x="0" y="0"/>
                      <a:pt x="32" y="38"/>
                      <a:pt x="32" y="38"/>
                    </a:cubicBezTo>
                    <a:cubicBezTo>
                      <a:pt x="32" y="38"/>
                      <a:pt x="34" y="1"/>
                      <a:pt x="34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4" name="Freeform: Shape 3183">
                <a:extLst>
                  <a:ext uri="{FF2B5EF4-FFF2-40B4-BE49-F238E27FC236}">
                    <a16:creationId xmlns:a16="http://schemas.microsoft.com/office/drawing/2014/main" id="{1A293112-019B-4EEE-B6C9-3EFDA32FD865}"/>
                  </a:ext>
                </a:extLst>
              </p:cNvPr>
              <p:cNvSpPr/>
              <p:nvPr/>
            </p:nvSpPr>
            <p:spPr bwMode="auto">
              <a:xfrm>
                <a:off x="4665663" y="1347788"/>
                <a:ext cx="1393825" cy="52388"/>
              </a:xfrm>
              <a:custGeom>
                <a:avLst/>
                <a:gdLst>
                  <a:gd name="T0" fmla="*/ 364 w 365"/>
                  <a:gd name="T1" fmla="*/ 5 h 14"/>
                  <a:gd name="T2" fmla="*/ 358 w 365"/>
                  <a:gd name="T3" fmla="*/ 13 h 14"/>
                  <a:gd name="T4" fmla="*/ 353 w 365"/>
                  <a:gd name="T5" fmla="*/ 13 h 14"/>
                  <a:gd name="T6" fmla="*/ 5 w 365"/>
                  <a:gd name="T7" fmla="*/ 14 h 14"/>
                  <a:gd name="T8" fmla="*/ 0 w 365"/>
                  <a:gd name="T9" fmla="*/ 9 h 14"/>
                  <a:gd name="T10" fmla="*/ 5 w 365"/>
                  <a:gd name="T11" fmla="*/ 3 h 14"/>
                  <a:gd name="T12" fmla="*/ 352 w 365"/>
                  <a:gd name="T13" fmla="*/ 0 h 14"/>
                  <a:gd name="T14" fmla="*/ 364 w 365"/>
                  <a:gd name="T15" fmla="*/ 5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65" h="14">
                    <a:moveTo>
                      <a:pt x="364" y="5"/>
                    </a:moveTo>
                    <a:cubicBezTo>
                      <a:pt x="365" y="9"/>
                      <a:pt x="362" y="13"/>
                      <a:pt x="358" y="13"/>
                    </a:cubicBezTo>
                    <a:cubicBezTo>
                      <a:pt x="353" y="13"/>
                      <a:pt x="353" y="13"/>
                      <a:pt x="353" y="13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2" y="14"/>
                      <a:pt x="0" y="12"/>
                      <a:pt x="0" y="9"/>
                    </a:cubicBezTo>
                    <a:cubicBezTo>
                      <a:pt x="0" y="6"/>
                      <a:pt x="2" y="3"/>
                      <a:pt x="5" y="3"/>
                    </a:cubicBezTo>
                    <a:cubicBezTo>
                      <a:pt x="352" y="0"/>
                      <a:pt x="352" y="0"/>
                      <a:pt x="352" y="0"/>
                    </a:cubicBezTo>
                    <a:cubicBezTo>
                      <a:pt x="360" y="0"/>
                      <a:pt x="363" y="2"/>
                      <a:pt x="364" y="5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5" name="Freeform: Shape 3184">
                <a:extLst>
                  <a:ext uri="{FF2B5EF4-FFF2-40B4-BE49-F238E27FC236}">
                    <a16:creationId xmlns:a16="http://schemas.microsoft.com/office/drawing/2014/main" id="{4ED72C75-8A0C-43D3-B48E-BA108FD703DD}"/>
                  </a:ext>
                </a:extLst>
              </p:cNvPr>
              <p:cNvSpPr/>
              <p:nvPr/>
            </p:nvSpPr>
            <p:spPr bwMode="auto">
              <a:xfrm>
                <a:off x="4665663" y="1446213"/>
                <a:ext cx="588963" cy="46038"/>
              </a:xfrm>
              <a:custGeom>
                <a:avLst/>
                <a:gdLst>
                  <a:gd name="T0" fmla="*/ 0 w 154"/>
                  <a:gd name="T1" fmla="*/ 7 h 12"/>
                  <a:gd name="T2" fmla="*/ 0 w 154"/>
                  <a:gd name="T3" fmla="*/ 7 h 12"/>
                  <a:gd name="T4" fmla="*/ 5 w 154"/>
                  <a:gd name="T5" fmla="*/ 12 h 12"/>
                  <a:gd name="T6" fmla="*/ 149 w 154"/>
                  <a:gd name="T7" fmla="*/ 10 h 12"/>
                  <a:gd name="T8" fmla="*/ 154 w 154"/>
                  <a:gd name="T9" fmla="*/ 5 h 12"/>
                  <a:gd name="T10" fmla="*/ 149 w 154"/>
                  <a:gd name="T11" fmla="*/ 0 h 12"/>
                  <a:gd name="T12" fmla="*/ 5 w 154"/>
                  <a:gd name="T13" fmla="*/ 2 h 12"/>
                  <a:gd name="T14" fmla="*/ 0 w 154"/>
                  <a:gd name="T15" fmla="*/ 7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4" h="12"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10"/>
                      <a:pt x="2" y="12"/>
                      <a:pt x="5" y="12"/>
                    </a:cubicBezTo>
                    <a:cubicBezTo>
                      <a:pt x="149" y="10"/>
                      <a:pt x="149" y="10"/>
                      <a:pt x="149" y="10"/>
                    </a:cubicBezTo>
                    <a:cubicBezTo>
                      <a:pt x="152" y="10"/>
                      <a:pt x="154" y="8"/>
                      <a:pt x="154" y="5"/>
                    </a:cubicBezTo>
                    <a:cubicBezTo>
                      <a:pt x="154" y="2"/>
                      <a:pt x="152" y="0"/>
                      <a:pt x="149" y="0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2" y="2"/>
                      <a:pt x="0" y="4"/>
                      <a:pt x="0" y="7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6" name="Freeform: Shape 3185">
                <a:extLst>
                  <a:ext uri="{FF2B5EF4-FFF2-40B4-BE49-F238E27FC236}">
                    <a16:creationId xmlns:a16="http://schemas.microsoft.com/office/drawing/2014/main" id="{E12118D1-2FE1-4115-B2C4-6322D033E1B2}"/>
                  </a:ext>
                </a:extLst>
              </p:cNvPr>
              <p:cNvSpPr/>
              <p:nvPr/>
            </p:nvSpPr>
            <p:spPr bwMode="auto">
              <a:xfrm>
                <a:off x="8032751" y="1381126"/>
                <a:ext cx="493713" cy="492125"/>
              </a:xfrm>
              <a:custGeom>
                <a:avLst/>
                <a:gdLst>
                  <a:gd name="T0" fmla="*/ 125 w 129"/>
                  <a:gd name="T1" fmla="*/ 71 h 129"/>
                  <a:gd name="T2" fmla="*/ 58 w 129"/>
                  <a:gd name="T3" fmla="*/ 125 h 129"/>
                  <a:gd name="T4" fmla="*/ 4 w 129"/>
                  <a:gd name="T5" fmla="*/ 58 h 129"/>
                  <a:gd name="T6" fmla="*/ 71 w 129"/>
                  <a:gd name="T7" fmla="*/ 4 h 129"/>
                  <a:gd name="T8" fmla="*/ 125 w 129"/>
                  <a:gd name="T9" fmla="*/ 71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9" h="129">
                    <a:moveTo>
                      <a:pt x="125" y="71"/>
                    </a:moveTo>
                    <a:cubicBezTo>
                      <a:pt x="122" y="105"/>
                      <a:pt x="92" y="129"/>
                      <a:pt x="58" y="125"/>
                    </a:cubicBezTo>
                    <a:cubicBezTo>
                      <a:pt x="24" y="122"/>
                      <a:pt x="0" y="92"/>
                      <a:pt x="4" y="58"/>
                    </a:cubicBezTo>
                    <a:cubicBezTo>
                      <a:pt x="7" y="24"/>
                      <a:pt x="38" y="0"/>
                      <a:pt x="71" y="4"/>
                    </a:cubicBezTo>
                    <a:cubicBezTo>
                      <a:pt x="105" y="8"/>
                      <a:pt x="129" y="38"/>
                      <a:pt x="125" y="71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7" name="Freeform: Shape 3186">
                <a:extLst>
                  <a:ext uri="{FF2B5EF4-FFF2-40B4-BE49-F238E27FC236}">
                    <a16:creationId xmlns:a16="http://schemas.microsoft.com/office/drawing/2014/main" id="{D3D3D43A-A95F-43B5-8CCC-013825ACC0AF}"/>
                  </a:ext>
                </a:extLst>
              </p:cNvPr>
              <p:cNvSpPr/>
              <p:nvPr/>
            </p:nvSpPr>
            <p:spPr bwMode="auto">
              <a:xfrm>
                <a:off x="8140701" y="1492251"/>
                <a:ext cx="277813" cy="274638"/>
              </a:xfrm>
              <a:custGeom>
                <a:avLst/>
                <a:gdLst>
                  <a:gd name="T0" fmla="*/ 72 w 73"/>
                  <a:gd name="T1" fmla="*/ 36 h 72"/>
                  <a:gd name="T2" fmla="*/ 69 w 73"/>
                  <a:gd name="T3" fmla="*/ 47 h 72"/>
                  <a:gd name="T4" fmla="*/ 63 w 73"/>
                  <a:gd name="T5" fmla="*/ 54 h 72"/>
                  <a:gd name="T6" fmla="*/ 54 w 73"/>
                  <a:gd name="T7" fmla="*/ 56 h 72"/>
                  <a:gd name="T8" fmla="*/ 48 w 73"/>
                  <a:gd name="T9" fmla="*/ 54 h 72"/>
                  <a:gd name="T10" fmla="*/ 45 w 73"/>
                  <a:gd name="T11" fmla="*/ 50 h 72"/>
                  <a:gd name="T12" fmla="*/ 45 w 73"/>
                  <a:gd name="T13" fmla="*/ 50 h 72"/>
                  <a:gd name="T14" fmla="*/ 32 w 73"/>
                  <a:gd name="T15" fmla="*/ 54 h 72"/>
                  <a:gd name="T16" fmla="*/ 20 w 73"/>
                  <a:gd name="T17" fmla="*/ 48 h 72"/>
                  <a:gd name="T18" fmla="*/ 17 w 73"/>
                  <a:gd name="T19" fmla="*/ 35 h 72"/>
                  <a:gd name="T20" fmla="*/ 25 w 73"/>
                  <a:gd name="T21" fmla="*/ 21 h 72"/>
                  <a:gd name="T22" fmla="*/ 41 w 73"/>
                  <a:gd name="T23" fmla="*/ 17 h 72"/>
                  <a:gd name="T24" fmla="*/ 49 w 73"/>
                  <a:gd name="T25" fmla="*/ 19 h 72"/>
                  <a:gd name="T26" fmla="*/ 56 w 73"/>
                  <a:gd name="T27" fmla="*/ 21 h 72"/>
                  <a:gd name="T28" fmla="*/ 53 w 73"/>
                  <a:gd name="T29" fmla="*/ 42 h 72"/>
                  <a:gd name="T30" fmla="*/ 55 w 73"/>
                  <a:gd name="T31" fmla="*/ 49 h 72"/>
                  <a:gd name="T32" fmla="*/ 60 w 73"/>
                  <a:gd name="T33" fmla="*/ 45 h 72"/>
                  <a:gd name="T34" fmla="*/ 63 w 73"/>
                  <a:gd name="T35" fmla="*/ 35 h 72"/>
                  <a:gd name="T36" fmla="*/ 61 w 73"/>
                  <a:gd name="T37" fmla="*/ 22 h 72"/>
                  <a:gd name="T38" fmla="*/ 54 w 73"/>
                  <a:gd name="T39" fmla="*/ 13 h 72"/>
                  <a:gd name="T40" fmla="*/ 42 w 73"/>
                  <a:gd name="T41" fmla="*/ 9 h 72"/>
                  <a:gd name="T42" fmla="*/ 27 w 73"/>
                  <a:gd name="T43" fmla="*/ 11 h 72"/>
                  <a:gd name="T44" fmla="*/ 16 w 73"/>
                  <a:gd name="T45" fmla="*/ 20 h 72"/>
                  <a:gd name="T46" fmla="*/ 10 w 73"/>
                  <a:gd name="T47" fmla="*/ 35 h 72"/>
                  <a:gd name="T48" fmla="*/ 15 w 73"/>
                  <a:gd name="T49" fmla="*/ 54 h 72"/>
                  <a:gd name="T50" fmla="*/ 33 w 73"/>
                  <a:gd name="T51" fmla="*/ 63 h 72"/>
                  <a:gd name="T52" fmla="*/ 43 w 73"/>
                  <a:gd name="T53" fmla="*/ 63 h 72"/>
                  <a:gd name="T54" fmla="*/ 54 w 73"/>
                  <a:gd name="T55" fmla="*/ 61 h 72"/>
                  <a:gd name="T56" fmla="*/ 53 w 73"/>
                  <a:gd name="T57" fmla="*/ 69 h 72"/>
                  <a:gd name="T58" fmla="*/ 32 w 73"/>
                  <a:gd name="T59" fmla="*/ 71 h 72"/>
                  <a:gd name="T60" fmla="*/ 7 w 73"/>
                  <a:gd name="T61" fmla="*/ 60 h 72"/>
                  <a:gd name="T62" fmla="*/ 1 w 73"/>
                  <a:gd name="T63" fmla="*/ 34 h 72"/>
                  <a:gd name="T64" fmla="*/ 8 w 73"/>
                  <a:gd name="T65" fmla="*/ 16 h 72"/>
                  <a:gd name="T66" fmla="*/ 23 w 73"/>
                  <a:gd name="T67" fmla="*/ 3 h 72"/>
                  <a:gd name="T68" fmla="*/ 43 w 73"/>
                  <a:gd name="T69" fmla="*/ 0 h 72"/>
                  <a:gd name="T70" fmla="*/ 60 w 73"/>
                  <a:gd name="T71" fmla="*/ 6 h 72"/>
                  <a:gd name="T72" fmla="*/ 70 w 73"/>
                  <a:gd name="T73" fmla="*/ 19 h 72"/>
                  <a:gd name="T74" fmla="*/ 72 w 73"/>
                  <a:gd name="T75" fmla="*/ 36 h 72"/>
                  <a:gd name="T76" fmla="*/ 27 w 73"/>
                  <a:gd name="T77" fmla="*/ 36 h 72"/>
                  <a:gd name="T78" fmla="*/ 34 w 73"/>
                  <a:gd name="T79" fmla="*/ 46 h 72"/>
                  <a:gd name="T80" fmla="*/ 40 w 73"/>
                  <a:gd name="T81" fmla="*/ 44 h 72"/>
                  <a:gd name="T82" fmla="*/ 44 w 73"/>
                  <a:gd name="T83" fmla="*/ 35 h 72"/>
                  <a:gd name="T84" fmla="*/ 45 w 73"/>
                  <a:gd name="T85" fmla="*/ 26 h 72"/>
                  <a:gd name="T86" fmla="*/ 40 w 73"/>
                  <a:gd name="T87" fmla="*/ 25 h 72"/>
                  <a:gd name="T88" fmla="*/ 31 w 73"/>
                  <a:gd name="T89" fmla="*/ 27 h 72"/>
                  <a:gd name="T90" fmla="*/ 27 w 73"/>
                  <a:gd name="T91" fmla="*/ 3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73" h="72">
                    <a:moveTo>
                      <a:pt x="72" y="36"/>
                    </a:moveTo>
                    <a:cubicBezTo>
                      <a:pt x="72" y="40"/>
                      <a:pt x="71" y="44"/>
                      <a:pt x="69" y="47"/>
                    </a:cubicBezTo>
                    <a:cubicBezTo>
                      <a:pt x="68" y="50"/>
                      <a:pt x="65" y="53"/>
                      <a:pt x="63" y="54"/>
                    </a:cubicBezTo>
                    <a:cubicBezTo>
                      <a:pt x="60" y="56"/>
                      <a:pt x="57" y="57"/>
                      <a:pt x="54" y="56"/>
                    </a:cubicBezTo>
                    <a:cubicBezTo>
                      <a:pt x="52" y="56"/>
                      <a:pt x="50" y="56"/>
                      <a:pt x="48" y="54"/>
                    </a:cubicBezTo>
                    <a:cubicBezTo>
                      <a:pt x="47" y="53"/>
                      <a:pt x="46" y="52"/>
                      <a:pt x="45" y="50"/>
                    </a:cubicBezTo>
                    <a:cubicBezTo>
                      <a:pt x="45" y="50"/>
                      <a:pt x="45" y="50"/>
                      <a:pt x="45" y="50"/>
                    </a:cubicBezTo>
                    <a:cubicBezTo>
                      <a:pt x="41" y="53"/>
                      <a:pt x="37" y="55"/>
                      <a:pt x="32" y="54"/>
                    </a:cubicBezTo>
                    <a:cubicBezTo>
                      <a:pt x="27" y="54"/>
                      <a:pt x="23" y="52"/>
                      <a:pt x="20" y="48"/>
                    </a:cubicBezTo>
                    <a:cubicBezTo>
                      <a:pt x="18" y="45"/>
                      <a:pt x="17" y="40"/>
                      <a:pt x="17" y="35"/>
                    </a:cubicBezTo>
                    <a:cubicBezTo>
                      <a:pt x="18" y="29"/>
                      <a:pt x="20" y="24"/>
                      <a:pt x="25" y="21"/>
                    </a:cubicBezTo>
                    <a:cubicBezTo>
                      <a:pt x="29" y="18"/>
                      <a:pt x="34" y="16"/>
                      <a:pt x="41" y="17"/>
                    </a:cubicBezTo>
                    <a:cubicBezTo>
                      <a:pt x="43" y="17"/>
                      <a:pt x="46" y="18"/>
                      <a:pt x="49" y="19"/>
                    </a:cubicBezTo>
                    <a:cubicBezTo>
                      <a:pt x="52" y="19"/>
                      <a:pt x="54" y="20"/>
                      <a:pt x="56" y="21"/>
                    </a:cubicBezTo>
                    <a:cubicBezTo>
                      <a:pt x="53" y="42"/>
                      <a:pt x="53" y="42"/>
                      <a:pt x="53" y="42"/>
                    </a:cubicBezTo>
                    <a:cubicBezTo>
                      <a:pt x="52" y="46"/>
                      <a:pt x="53" y="48"/>
                      <a:pt x="55" y="49"/>
                    </a:cubicBezTo>
                    <a:cubicBezTo>
                      <a:pt x="57" y="49"/>
                      <a:pt x="59" y="48"/>
                      <a:pt x="60" y="45"/>
                    </a:cubicBezTo>
                    <a:cubicBezTo>
                      <a:pt x="62" y="42"/>
                      <a:pt x="62" y="39"/>
                      <a:pt x="63" y="35"/>
                    </a:cubicBezTo>
                    <a:cubicBezTo>
                      <a:pt x="63" y="30"/>
                      <a:pt x="63" y="26"/>
                      <a:pt x="61" y="22"/>
                    </a:cubicBezTo>
                    <a:cubicBezTo>
                      <a:pt x="60" y="18"/>
                      <a:pt x="57" y="15"/>
                      <a:pt x="54" y="13"/>
                    </a:cubicBezTo>
                    <a:cubicBezTo>
                      <a:pt x="51" y="11"/>
                      <a:pt x="47" y="9"/>
                      <a:pt x="42" y="9"/>
                    </a:cubicBezTo>
                    <a:cubicBezTo>
                      <a:pt x="37" y="8"/>
                      <a:pt x="31" y="9"/>
                      <a:pt x="27" y="11"/>
                    </a:cubicBezTo>
                    <a:cubicBezTo>
                      <a:pt x="22" y="13"/>
                      <a:pt x="18" y="16"/>
                      <a:pt x="16" y="20"/>
                    </a:cubicBezTo>
                    <a:cubicBezTo>
                      <a:pt x="13" y="24"/>
                      <a:pt x="11" y="29"/>
                      <a:pt x="10" y="35"/>
                    </a:cubicBezTo>
                    <a:cubicBezTo>
                      <a:pt x="10" y="43"/>
                      <a:pt x="11" y="50"/>
                      <a:pt x="15" y="54"/>
                    </a:cubicBezTo>
                    <a:cubicBezTo>
                      <a:pt x="19" y="59"/>
                      <a:pt x="25" y="62"/>
                      <a:pt x="33" y="63"/>
                    </a:cubicBezTo>
                    <a:cubicBezTo>
                      <a:pt x="36" y="63"/>
                      <a:pt x="39" y="63"/>
                      <a:pt x="43" y="63"/>
                    </a:cubicBezTo>
                    <a:cubicBezTo>
                      <a:pt x="47" y="63"/>
                      <a:pt x="50" y="62"/>
                      <a:pt x="54" y="61"/>
                    </a:cubicBezTo>
                    <a:cubicBezTo>
                      <a:pt x="53" y="69"/>
                      <a:pt x="53" y="69"/>
                      <a:pt x="53" y="69"/>
                    </a:cubicBezTo>
                    <a:cubicBezTo>
                      <a:pt x="47" y="71"/>
                      <a:pt x="40" y="72"/>
                      <a:pt x="32" y="71"/>
                    </a:cubicBezTo>
                    <a:cubicBezTo>
                      <a:pt x="21" y="70"/>
                      <a:pt x="13" y="66"/>
                      <a:pt x="7" y="60"/>
                    </a:cubicBezTo>
                    <a:cubicBezTo>
                      <a:pt x="2" y="53"/>
                      <a:pt x="0" y="45"/>
                      <a:pt x="1" y="34"/>
                    </a:cubicBezTo>
                    <a:cubicBezTo>
                      <a:pt x="2" y="27"/>
                      <a:pt x="4" y="21"/>
                      <a:pt x="8" y="16"/>
                    </a:cubicBezTo>
                    <a:cubicBezTo>
                      <a:pt x="11" y="10"/>
                      <a:pt x="16" y="6"/>
                      <a:pt x="23" y="3"/>
                    </a:cubicBezTo>
                    <a:cubicBezTo>
                      <a:pt x="29" y="1"/>
                      <a:pt x="36" y="0"/>
                      <a:pt x="43" y="0"/>
                    </a:cubicBezTo>
                    <a:cubicBezTo>
                      <a:pt x="50" y="1"/>
                      <a:pt x="55" y="3"/>
                      <a:pt x="60" y="6"/>
                    </a:cubicBezTo>
                    <a:cubicBezTo>
                      <a:pt x="65" y="9"/>
                      <a:pt x="68" y="14"/>
                      <a:pt x="70" y="19"/>
                    </a:cubicBezTo>
                    <a:cubicBezTo>
                      <a:pt x="72" y="24"/>
                      <a:pt x="73" y="29"/>
                      <a:pt x="72" y="36"/>
                    </a:cubicBezTo>
                    <a:close/>
                    <a:moveTo>
                      <a:pt x="27" y="36"/>
                    </a:moveTo>
                    <a:cubicBezTo>
                      <a:pt x="27" y="42"/>
                      <a:pt x="29" y="46"/>
                      <a:pt x="34" y="46"/>
                    </a:cubicBezTo>
                    <a:cubicBezTo>
                      <a:pt x="36" y="47"/>
                      <a:pt x="39" y="46"/>
                      <a:pt x="40" y="44"/>
                    </a:cubicBezTo>
                    <a:cubicBezTo>
                      <a:pt x="42" y="42"/>
                      <a:pt x="43" y="40"/>
                      <a:pt x="44" y="35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4" y="25"/>
                      <a:pt x="42" y="25"/>
                      <a:pt x="40" y="25"/>
                    </a:cubicBezTo>
                    <a:cubicBezTo>
                      <a:pt x="37" y="25"/>
                      <a:pt x="34" y="25"/>
                      <a:pt x="31" y="27"/>
                    </a:cubicBezTo>
                    <a:cubicBezTo>
                      <a:pt x="29" y="29"/>
                      <a:pt x="28" y="32"/>
                      <a:pt x="27" y="3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8" name="Freeform: Shape 3187">
                <a:extLst>
                  <a:ext uri="{FF2B5EF4-FFF2-40B4-BE49-F238E27FC236}">
                    <a16:creationId xmlns:a16="http://schemas.microsoft.com/office/drawing/2014/main" id="{ECEE82BB-3AB0-4FE5-85A9-BB349410F74F}"/>
                  </a:ext>
                </a:extLst>
              </p:cNvPr>
              <p:cNvSpPr/>
              <p:nvPr/>
            </p:nvSpPr>
            <p:spPr bwMode="auto">
              <a:xfrm>
                <a:off x="6961188" y="1554163"/>
                <a:ext cx="603250" cy="361950"/>
              </a:xfrm>
              <a:custGeom>
                <a:avLst/>
                <a:gdLst>
                  <a:gd name="T0" fmla="*/ 102 w 158"/>
                  <a:gd name="T1" fmla="*/ 94 h 95"/>
                  <a:gd name="T2" fmla="*/ 44 w 158"/>
                  <a:gd name="T3" fmla="*/ 92 h 95"/>
                  <a:gd name="T4" fmla="*/ 1 w 158"/>
                  <a:gd name="T5" fmla="*/ 46 h 95"/>
                  <a:gd name="T6" fmla="*/ 51 w 158"/>
                  <a:gd name="T7" fmla="*/ 2 h 95"/>
                  <a:gd name="T8" fmla="*/ 123 w 158"/>
                  <a:gd name="T9" fmla="*/ 6 h 95"/>
                  <a:gd name="T10" fmla="*/ 156 w 158"/>
                  <a:gd name="T11" fmla="*/ 45 h 95"/>
                  <a:gd name="T12" fmla="*/ 102 w 158"/>
                  <a:gd name="T13" fmla="*/ 94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8" h="95">
                    <a:moveTo>
                      <a:pt x="102" y="94"/>
                    </a:moveTo>
                    <a:cubicBezTo>
                      <a:pt x="44" y="92"/>
                      <a:pt x="44" y="92"/>
                      <a:pt x="44" y="92"/>
                    </a:cubicBezTo>
                    <a:cubicBezTo>
                      <a:pt x="19" y="92"/>
                      <a:pt x="0" y="71"/>
                      <a:pt x="1" y="46"/>
                    </a:cubicBezTo>
                    <a:cubicBezTo>
                      <a:pt x="3" y="20"/>
                      <a:pt x="25" y="0"/>
                      <a:pt x="51" y="2"/>
                    </a:cubicBezTo>
                    <a:cubicBezTo>
                      <a:pt x="123" y="6"/>
                      <a:pt x="123" y="6"/>
                      <a:pt x="123" y="6"/>
                    </a:cubicBezTo>
                    <a:cubicBezTo>
                      <a:pt x="143" y="7"/>
                      <a:pt x="158" y="25"/>
                      <a:pt x="156" y="45"/>
                    </a:cubicBezTo>
                    <a:cubicBezTo>
                      <a:pt x="154" y="73"/>
                      <a:pt x="130" y="95"/>
                      <a:pt x="102" y="94"/>
                    </a:cubicBez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9" name="Freeform: Shape 3188">
                <a:extLst>
                  <a:ext uri="{FF2B5EF4-FFF2-40B4-BE49-F238E27FC236}">
                    <a16:creationId xmlns:a16="http://schemas.microsoft.com/office/drawing/2014/main" id="{87C9E1C8-4786-4039-8D3D-90891D897688}"/>
                  </a:ext>
                </a:extLst>
              </p:cNvPr>
              <p:cNvSpPr/>
              <p:nvPr/>
            </p:nvSpPr>
            <p:spPr bwMode="auto">
              <a:xfrm>
                <a:off x="6994526" y="1885951"/>
                <a:ext cx="225425" cy="141288"/>
              </a:xfrm>
              <a:custGeom>
                <a:avLst/>
                <a:gdLst>
                  <a:gd name="T0" fmla="*/ 44 w 142"/>
                  <a:gd name="T1" fmla="*/ 0 h 89"/>
                  <a:gd name="T2" fmla="*/ 0 w 142"/>
                  <a:gd name="T3" fmla="*/ 89 h 89"/>
                  <a:gd name="T4" fmla="*/ 142 w 142"/>
                  <a:gd name="T5" fmla="*/ 0 h 89"/>
                  <a:gd name="T6" fmla="*/ 44 w 142"/>
                  <a:gd name="T7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89">
                    <a:moveTo>
                      <a:pt x="44" y="0"/>
                    </a:moveTo>
                    <a:lnTo>
                      <a:pt x="0" y="89"/>
                    </a:lnTo>
                    <a:lnTo>
                      <a:pt x="142" y="0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0" name="Oval 3189">
                <a:extLst>
                  <a:ext uri="{FF2B5EF4-FFF2-40B4-BE49-F238E27FC236}">
                    <a16:creationId xmlns:a16="http://schemas.microsoft.com/office/drawing/2014/main" id="{5C769CBD-5821-4BD9-A7D9-D76652F86382}"/>
                  </a:ext>
                </a:extLst>
              </p:cNvPr>
              <p:cNvSpPr/>
              <p:nvPr/>
            </p:nvSpPr>
            <p:spPr bwMode="auto">
              <a:xfrm>
                <a:off x="7235826" y="1690688"/>
                <a:ext cx="79375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1" name="Oval 3190">
                <a:extLst>
                  <a:ext uri="{FF2B5EF4-FFF2-40B4-BE49-F238E27FC236}">
                    <a16:creationId xmlns:a16="http://schemas.microsoft.com/office/drawing/2014/main" id="{4045F8F2-70EA-4618-A7C0-7D3E08E78404}"/>
                  </a:ext>
                </a:extLst>
              </p:cNvPr>
              <p:cNvSpPr/>
              <p:nvPr/>
            </p:nvSpPr>
            <p:spPr bwMode="auto">
              <a:xfrm>
                <a:off x="7089776" y="1690688"/>
                <a:ext cx="80963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2" name="Oval 3191">
                <a:extLst>
                  <a:ext uri="{FF2B5EF4-FFF2-40B4-BE49-F238E27FC236}">
                    <a16:creationId xmlns:a16="http://schemas.microsoft.com/office/drawing/2014/main" id="{622AB681-8BD5-4DDE-9684-8C68E8009B00}"/>
                  </a:ext>
                </a:extLst>
              </p:cNvPr>
              <p:cNvSpPr/>
              <p:nvPr/>
            </p:nvSpPr>
            <p:spPr bwMode="auto">
              <a:xfrm>
                <a:off x="7380288" y="1690688"/>
                <a:ext cx="76200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3" name="Freeform: Shape 3192">
                <a:extLst>
                  <a:ext uri="{FF2B5EF4-FFF2-40B4-BE49-F238E27FC236}">
                    <a16:creationId xmlns:a16="http://schemas.microsoft.com/office/drawing/2014/main" id="{A4EC459C-9301-4795-A2FE-BDFE1904D5FC}"/>
                  </a:ext>
                </a:extLst>
              </p:cNvPr>
              <p:cNvSpPr/>
              <p:nvPr/>
            </p:nvSpPr>
            <p:spPr bwMode="auto">
              <a:xfrm>
                <a:off x="4287838" y="2179638"/>
                <a:ext cx="3890963" cy="2762250"/>
              </a:xfrm>
              <a:custGeom>
                <a:avLst/>
                <a:gdLst>
                  <a:gd name="T0" fmla="*/ 974 w 1019"/>
                  <a:gd name="T1" fmla="*/ 724 h 724"/>
                  <a:gd name="T2" fmla="*/ 46 w 1019"/>
                  <a:gd name="T3" fmla="*/ 724 h 724"/>
                  <a:gd name="T4" fmla="*/ 0 w 1019"/>
                  <a:gd name="T5" fmla="*/ 679 h 724"/>
                  <a:gd name="T6" fmla="*/ 0 w 1019"/>
                  <a:gd name="T7" fmla="*/ 46 h 724"/>
                  <a:gd name="T8" fmla="*/ 46 w 1019"/>
                  <a:gd name="T9" fmla="*/ 0 h 724"/>
                  <a:gd name="T10" fmla="*/ 974 w 1019"/>
                  <a:gd name="T11" fmla="*/ 0 h 724"/>
                  <a:gd name="T12" fmla="*/ 1019 w 1019"/>
                  <a:gd name="T13" fmla="*/ 46 h 724"/>
                  <a:gd name="T14" fmla="*/ 1019 w 1019"/>
                  <a:gd name="T15" fmla="*/ 679 h 724"/>
                  <a:gd name="T16" fmla="*/ 974 w 1019"/>
                  <a:gd name="T17" fmla="*/ 724 h 7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19" h="724">
                    <a:moveTo>
                      <a:pt x="974" y="724"/>
                    </a:moveTo>
                    <a:cubicBezTo>
                      <a:pt x="46" y="724"/>
                      <a:pt x="46" y="724"/>
                      <a:pt x="46" y="724"/>
                    </a:cubicBezTo>
                    <a:cubicBezTo>
                      <a:pt x="21" y="724"/>
                      <a:pt x="0" y="704"/>
                      <a:pt x="0" y="679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0" y="20"/>
                      <a:pt x="21" y="0"/>
                      <a:pt x="46" y="0"/>
                    </a:cubicBezTo>
                    <a:cubicBezTo>
                      <a:pt x="974" y="0"/>
                      <a:pt x="974" y="0"/>
                      <a:pt x="974" y="0"/>
                    </a:cubicBezTo>
                    <a:cubicBezTo>
                      <a:pt x="999" y="0"/>
                      <a:pt x="1019" y="20"/>
                      <a:pt x="1019" y="46"/>
                    </a:cubicBezTo>
                    <a:cubicBezTo>
                      <a:pt x="1019" y="679"/>
                      <a:pt x="1019" y="679"/>
                      <a:pt x="1019" y="679"/>
                    </a:cubicBezTo>
                    <a:cubicBezTo>
                      <a:pt x="1019" y="704"/>
                      <a:pt x="999" y="724"/>
                      <a:pt x="974" y="724"/>
                    </a:cubicBezTo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4" name="Freeform: Shape 3193">
                <a:extLst>
                  <a:ext uri="{FF2B5EF4-FFF2-40B4-BE49-F238E27FC236}">
                    <a16:creationId xmlns:a16="http://schemas.microsoft.com/office/drawing/2014/main" id="{F25C6D82-21D9-46A7-B0F1-9681924FB35F}"/>
                  </a:ext>
                </a:extLst>
              </p:cNvPr>
              <p:cNvSpPr/>
              <p:nvPr/>
            </p:nvSpPr>
            <p:spPr bwMode="auto">
              <a:xfrm>
                <a:off x="4341813" y="2212976"/>
                <a:ext cx="3786188" cy="2693988"/>
              </a:xfrm>
              <a:custGeom>
                <a:avLst/>
                <a:gdLst>
                  <a:gd name="T0" fmla="*/ 956 w 992"/>
                  <a:gd name="T1" fmla="*/ 706 h 706"/>
                  <a:gd name="T2" fmla="*/ 36 w 992"/>
                  <a:gd name="T3" fmla="*/ 706 h 706"/>
                  <a:gd name="T4" fmla="*/ 0 w 992"/>
                  <a:gd name="T5" fmla="*/ 669 h 706"/>
                  <a:gd name="T6" fmla="*/ 0 w 992"/>
                  <a:gd name="T7" fmla="*/ 37 h 706"/>
                  <a:gd name="T8" fmla="*/ 36 w 992"/>
                  <a:gd name="T9" fmla="*/ 0 h 706"/>
                  <a:gd name="T10" fmla="*/ 956 w 992"/>
                  <a:gd name="T11" fmla="*/ 0 h 706"/>
                  <a:gd name="T12" fmla="*/ 992 w 992"/>
                  <a:gd name="T13" fmla="*/ 37 h 706"/>
                  <a:gd name="T14" fmla="*/ 992 w 992"/>
                  <a:gd name="T15" fmla="*/ 669 h 706"/>
                  <a:gd name="T16" fmla="*/ 956 w 992"/>
                  <a:gd name="T17" fmla="*/ 706 h 7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2" h="706">
                    <a:moveTo>
                      <a:pt x="956" y="706"/>
                    </a:moveTo>
                    <a:cubicBezTo>
                      <a:pt x="36" y="706"/>
                      <a:pt x="36" y="706"/>
                      <a:pt x="36" y="706"/>
                    </a:cubicBezTo>
                    <a:cubicBezTo>
                      <a:pt x="16" y="706"/>
                      <a:pt x="0" y="689"/>
                      <a:pt x="0" y="669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17"/>
                      <a:pt x="16" y="0"/>
                      <a:pt x="36" y="0"/>
                    </a:cubicBezTo>
                    <a:cubicBezTo>
                      <a:pt x="956" y="0"/>
                      <a:pt x="956" y="0"/>
                      <a:pt x="956" y="0"/>
                    </a:cubicBezTo>
                    <a:cubicBezTo>
                      <a:pt x="976" y="0"/>
                      <a:pt x="992" y="17"/>
                      <a:pt x="992" y="37"/>
                    </a:cubicBezTo>
                    <a:cubicBezTo>
                      <a:pt x="992" y="669"/>
                      <a:pt x="992" y="669"/>
                      <a:pt x="992" y="669"/>
                    </a:cubicBezTo>
                    <a:cubicBezTo>
                      <a:pt x="992" y="689"/>
                      <a:pt x="976" y="706"/>
                      <a:pt x="956" y="706"/>
                    </a:cubicBezTo>
                  </a:path>
                </a:pathLst>
              </a:custGeom>
              <a:solidFill>
                <a:srgbClr val="6B68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5" name="Freeform: Shape 3194">
                <a:extLst>
                  <a:ext uri="{FF2B5EF4-FFF2-40B4-BE49-F238E27FC236}">
                    <a16:creationId xmlns:a16="http://schemas.microsoft.com/office/drawing/2014/main" id="{325A5EA9-8C72-4FC5-8CD9-A1B63DC015D5}"/>
                  </a:ext>
                </a:extLst>
              </p:cNvPr>
              <p:cNvSpPr/>
              <p:nvPr/>
            </p:nvSpPr>
            <p:spPr bwMode="auto">
              <a:xfrm>
                <a:off x="4505326" y="2343151"/>
                <a:ext cx="3459163" cy="2324100"/>
              </a:xfrm>
              <a:custGeom>
                <a:avLst/>
                <a:gdLst>
                  <a:gd name="T0" fmla="*/ 884 w 906"/>
                  <a:gd name="T1" fmla="*/ 609 h 609"/>
                  <a:gd name="T2" fmla="*/ 22 w 906"/>
                  <a:gd name="T3" fmla="*/ 609 h 609"/>
                  <a:gd name="T4" fmla="*/ 0 w 906"/>
                  <a:gd name="T5" fmla="*/ 587 h 609"/>
                  <a:gd name="T6" fmla="*/ 0 w 906"/>
                  <a:gd name="T7" fmla="*/ 22 h 609"/>
                  <a:gd name="T8" fmla="*/ 22 w 906"/>
                  <a:gd name="T9" fmla="*/ 0 h 609"/>
                  <a:gd name="T10" fmla="*/ 884 w 906"/>
                  <a:gd name="T11" fmla="*/ 0 h 609"/>
                  <a:gd name="T12" fmla="*/ 906 w 906"/>
                  <a:gd name="T13" fmla="*/ 22 h 609"/>
                  <a:gd name="T14" fmla="*/ 906 w 906"/>
                  <a:gd name="T15" fmla="*/ 587 h 609"/>
                  <a:gd name="T16" fmla="*/ 884 w 906"/>
                  <a:gd name="T17" fmla="*/ 609 h 6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06" h="609">
                    <a:moveTo>
                      <a:pt x="884" y="609"/>
                    </a:moveTo>
                    <a:cubicBezTo>
                      <a:pt x="22" y="609"/>
                      <a:pt x="22" y="609"/>
                      <a:pt x="22" y="609"/>
                    </a:cubicBezTo>
                    <a:cubicBezTo>
                      <a:pt x="9" y="609"/>
                      <a:pt x="0" y="599"/>
                      <a:pt x="0" y="587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10"/>
                      <a:pt x="9" y="0"/>
                      <a:pt x="22" y="0"/>
                    </a:cubicBezTo>
                    <a:cubicBezTo>
                      <a:pt x="884" y="0"/>
                      <a:pt x="884" y="0"/>
                      <a:pt x="884" y="0"/>
                    </a:cubicBezTo>
                    <a:cubicBezTo>
                      <a:pt x="896" y="0"/>
                      <a:pt x="906" y="10"/>
                      <a:pt x="906" y="22"/>
                    </a:cubicBezTo>
                    <a:cubicBezTo>
                      <a:pt x="906" y="587"/>
                      <a:pt x="906" y="587"/>
                      <a:pt x="906" y="587"/>
                    </a:cubicBezTo>
                    <a:cubicBezTo>
                      <a:pt x="906" y="599"/>
                      <a:pt x="896" y="609"/>
                      <a:pt x="884" y="609"/>
                    </a:cubicBezTo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6" name="Oval 3195">
                <a:extLst>
                  <a:ext uri="{FF2B5EF4-FFF2-40B4-BE49-F238E27FC236}">
                    <a16:creationId xmlns:a16="http://schemas.microsoft.com/office/drawing/2014/main" id="{5D766267-E1A5-4948-89FF-2A39D945531E}"/>
                  </a:ext>
                </a:extLst>
              </p:cNvPr>
              <p:cNvSpPr/>
              <p:nvPr/>
            </p:nvSpPr>
            <p:spPr bwMode="auto">
              <a:xfrm>
                <a:off x="6151563" y="2251076"/>
                <a:ext cx="65088" cy="65088"/>
              </a:xfrm>
              <a:prstGeom prst="ellipse">
                <a:avLst/>
              </a:pr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7" name="Freeform: Shape 3196">
                <a:extLst>
                  <a:ext uri="{FF2B5EF4-FFF2-40B4-BE49-F238E27FC236}">
                    <a16:creationId xmlns:a16="http://schemas.microsoft.com/office/drawing/2014/main" id="{A39CD98B-5297-442F-BC5D-2A5EF47DB3EB}"/>
                  </a:ext>
                </a:extLst>
              </p:cNvPr>
              <p:cNvSpPr/>
              <p:nvPr/>
            </p:nvSpPr>
            <p:spPr bwMode="auto">
              <a:xfrm>
                <a:off x="4178301" y="4800601"/>
                <a:ext cx="4114800" cy="214313"/>
              </a:xfrm>
              <a:custGeom>
                <a:avLst/>
                <a:gdLst>
                  <a:gd name="T0" fmla="*/ 4 w 1078"/>
                  <a:gd name="T1" fmla="*/ 0 h 56"/>
                  <a:gd name="T2" fmla="*/ 0 w 1078"/>
                  <a:gd name="T3" fmla="*/ 18 h 56"/>
                  <a:gd name="T4" fmla="*/ 38 w 1078"/>
                  <a:gd name="T5" fmla="*/ 56 h 56"/>
                  <a:gd name="T6" fmla="*/ 1040 w 1078"/>
                  <a:gd name="T7" fmla="*/ 56 h 56"/>
                  <a:gd name="T8" fmla="*/ 1078 w 1078"/>
                  <a:gd name="T9" fmla="*/ 18 h 56"/>
                  <a:gd name="T10" fmla="*/ 1073 w 1078"/>
                  <a:gd name="T11" fmla="*/ 0 h 56"/>
                  <a:gd name="T12" fmla="*/ 4 w 1078"/>
                  <a:gd name="T13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78" h="56">
                    <a:moveTo>
                      <a:pt x="4" y="0"/>
                    </a:moveTo>
                    <a:cubicBezTo>
                      <a:pt x="2" y="5"/>
                      <a:pt x="0" y="11"/>
                      <a:pt x="0" y="18"/>
                    </a:cubicBezTo>
                    <a:cubicBezTo>
                      <a:pt x="0" y="39"/>
                      <a:pt x="17" y="56"/>
                      <a:pt x="38" y="56"/>
                    </a:cubicBezTo>
                    <a:cubicBezTo>
                      <a:pt x="1040" y="56"/>
                      <a:pt x="1040" y="56"/>
                      <a:pt x="1040" y="56"/>
                    </a:cubicBezTo>
                    <a:cubicBezTo>
                      <a:pt x="1061" y="56"/>
                      <a:pt x="1078" y="39"/>
                      <a:pt x="1078" y="18"/>
                    </a:cubicBezTo>
                    <a:cubicBezTo>
                      <a:pt x="1078" y="11"/>
                      <a:pt x="1076" y="5"/>
                      <a:pt x="1073" y="0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8" name="Freeform: Shape 3197">
                <a:extLst>
                  <a:ext uri="{FF2B5EF4-FFF2-40B4-BE49-F238E27FC236}">
                    <a16:creationId xmlns:a16="http://schemas.microsoft.com/office/drawing/2014/main" id="{A602BF50-42CD-4DB6-BBB3-543ACEC3ED27}"/>
                  </a:ext>
                </a:extLst>
              </p:cNvPr>
              <p:cNvSpPr/>
              <p:nvPr/>
            </p:nvSpPr>
            <p:spPr bwMode="auto">
              <a:xfrm>
                <a:off x="4192588" y="4938713"/>
                <a:ext cx="4081463" cy="76200"/>
              </a:xfrm>
              <a:custGeom>
                <a:avLst/>
                <a:gdLst>
                  <a:gd name="T0" fmla="*/ 0 w 1069"/>
                  <a:gd name="T1" fmla="*/ 0 h 20"/>
                  <a:gd name="T2" fmla="*/ 34 w 1069"/>
                  <a:gd name="T3" fmla="*/ 20 h 20"/>
                  <a:gd name="T4" fmla="*/ 1036 w 1069"/>
                  <a:gd name="T5" fmla="*/ 20 h 20"/>
                  <a:gd name="T6" fmla="*/ 1069 w 1069"/>
                  <a:gd name="T7" fmla="*/ 0 h 20"/>
                  <a:gd name="T8" fmla="*/ 0 w 1069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69" h="20">
                    <a:moveTo>
                      <a:pt x="0" y="0"/>
                    </a:moveTo>
                    <a:cubicBezTo>
                      <a:pt x="7" y="12"/>
                      <a:pt x="19" y="20"/>
                      <a:pt x="34" y="20"/>
                    </a:cubicBezTo>
                    <a:cubicBezTo>
                      <a:pt x="1036" y="20"/>
                      <a:pt x="1036" y="20"/>
                      <a:pt x="1036" y="20"/>
                    </a:cubicBezTo>
                    <a:cubicBezTo>
                      <a:pt x="1050" y="20"/>
                      <a:pt x="1063" y="12"/>
                      <a:pt x="106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D6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9" name="Rectangle 3198">
                <a:extLst>
                  <a:ext uri="{FF2B5EF4-FFF2-40B4-BE49-F238E27FC236}">
                    <a16:creationId xmlns:a16="http://schemas.microsoft.com/office/drawing/2014/main" id="{C662F49D-163D-46C1-9F6A-C89F42CC7C8F}"/>
                  </a:ext>
                </a:extLst>
              </p:cNvPr>
              <p:cNvSpPr/>
              <p:nvPr/>
            </p:nvSpPr>
            <p:spPr bwMode="auto">
              <a:xfrm>
                <a:off x="4765676" y="2816226"/>
                <a:ext cx="3114675" cy="1714500"/>
              </a:xfrm>
              <a:prstGeom prst="rect">
                <a:avLst/>
              </a:prstGeom>
              <a:solidFill>
                <a:srgbClr val="5330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0" name="Rectangle 3199">
                <a:extLst>
                  <a:ext uri="{FF2B5EF4-FFF2-40B4-BE49-F238E27FC236}">
                    <a16:creationId xmlns:a16="http://schemas.microsoft.com/office/drawing/2014/main" id="{38F2D156-B8EE-439A-8ED4-466703D36EEE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1" name="Rectangle 3200">
                <a:extLst>
                  <a:ext uri="{FF2B5EF4-FFF2-40B4-BE49-F238E27FC236}">
                    <a16:creationId xmlns:a16="http://schemas.microsoft.com/office/drawing/2014/main" id="{EFE67BDF-6B33-480B-A4D8-D95C19DC7564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2" name="Freeform: Shape 3201">
                <a:extLst>
                  <a:ext uri="{FF2B5EF4-FFF2-40B4-BE49-F238E27FC236}">
                    <a16:creationId xmlns:a16="http://schemas.microsoft.com/office/drawing/2014/main" id="{AF9F64BB-5FDF-443D-8ECF-BA06BB6BB7A5}"/>
                  </a:ext>
                </a:extLst>
              </p:cNvPr>
              <p:cNvSpPr/>
              <p:nvPr/>
            </p:nvSpPr>
            <p:spPr bwMode="auto">
              <a:xfrm>
                <a:off x="4651376" y="2473326"/>
                <a:ext cx="3114675" cy="228600"/>
              </a:xfrm>
              <a:custGeom>
                <a:avLst/>
                <a:gdLst>
                  <a:gd name="T0" fmla="*/ 775 w 816"/>
                  <a:gd name="T1" fmla="*/ 0 h 60"/>
                  <a:gd name="T2" fmla="*/ 40 w 816"/>
                  <a:gd name="T3" fmla="*/ 0 h 60"/>
                  <a:gd name="T4" fmla="*/ 0 w 816"/>
                  <a:gd name="T5" fmla="*/ 41 h 60"/>
                  <a:gd name="T6" fmla="*/ 0 w 816"/>
                  <a:gd name="T7" fmla="*/ 60 h 60"/>
                  <a:gd name="T8" fmla="*/ 816 w 816"/>
                  <a:gd name="T9" fmla="*/ 60 h 60"/>
                  <a:gd name="T10" fmla="*/ 816 w 816"/>
                  <a:gd name="T11" fmla="*/ 41 h 60"/>
                  <a:gd name="T12" fmla="*/ 775 w 816"/>
                  <a:gd name="T13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6" h="60">
                    <a:moveTo>
                      <a:pt x="775" y="0"/>
                    </a:moveTo>
                    <a:cubicBezTo>
                      <a:pt x="40" y="0"/>
                      <a:pt x="40" y="0"/>
                      <a:pt x="40" y="0"/>
                    </a:cubicBezTo>
                    <a:cubicBezTo>
                      <a:pt x="18" y="0"/>
                      <a:pt x="0" y="18"/>
                      <a:pt x="0" y="41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816" y="60"/>
                      <a:pt x="816" y="60"/>
                      <a:pt x="816" y="60"/>
                    </a:cubicBezTo>
                    <a:cubicBezTo>
                      <a:pt x="816" y="41"/>
                      <a:pt x="816" y="41"/>
                      <a:pt x="816" y="41"/>
                    </a:cubicBezTo>
                    <a:cubicBezTo>
                      <a:pt x="816" y="18"/>
                      <a:pt x="798" y="0"/>
                      <a:pt x="775" y="0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3" name="Oval 3202">
                <a:extLst>
                  <a:ext uri="{FF2B5EF4-FFF2-40B4-BE49-F238E27FC236}">
                    <a16:creationId xmlns:a16="http://schemas.microsoft.com/office/drawing/2014/main" id="{19137F5B-C749-4DD7-ABDF-9FF28F794749}"/>
                  </a:ext>
                </a:extLst>
              </p:cNvPr>
              <p:cNvSpPr/>
              <p:nvPr/>
            </p:nvSpPr>
            <p:spPr bwMode="auto">
              <a:xfrm>
                <a:off x="4838701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4" name="Oval 3203">
                <a:extLst>
                  <a:ext uri="{FF2B5EF4-FFF2-40B4-BE49-F238E27FC236}">
                    <a16:creationId xmlns:a16="http://schemas.microsoft.com/office/drawing/2014/main" id="{DF79BEEB-2826-4028-A033-FF9028C9788F}"/>
                  </a:ext>
                </a:extLst>
              </p:cNvPr>
              <p:cNvSpPr/>
              <p:nvPr/>
            </p:nvSpPr>
            <p:spPr bwMode="auto">
              <a:xfrm>
                <a:off x="4940301" y="2557463"/>
                <a:ext cx="58738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5" name="Oval 3204">
                <a:extLst>
                  <a:ext uri="{FF2B5EF4-FFF2-40B4-BE49-F238E27FC236}">
                    <a16:creationId xmlns:a16="http://schemas.microsoft.com/office/drawing/2014/main" id="{7AA2FC38-DB2F-4579-86C0-436ADB90C303}"/>
                  </a:ext>
                </a:extLst>
              </p:cNvPr>
              <p:cNvSpPr/>
              <p:nvPr/>
            </p:nvSpPr>
            <p:spPr bwMode="auto">
              <a:xfrm>
                <a:off x="5040313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6" name="Freeform: Shape 3205">
                <a:extLst>
                  <a:ext uri="{FF2B5EF4-FFF2-40B4-BE49-F238E27FC236}">
                    <a16:creationId xmlns:a16="http://schemas.microsoft.com/office/drawing/2014/main" id="{C481C479-0D82-40FF-AC07-F5C57385967B}"/>
                  </a:ext>
                </a:extLst>
              </p:cNvPr>
              <p:cNvSpPr/>
              <p:nvPr/>
            </p:nvSpPr>
            <p:spPr bwMode="auto">
              <a:xfrm>
                <a:off x="4819651" y="38052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7" name="Freeform: Shape 3206">
                <a:extLst>
                  <a:ext uri="{FF2B5EF4-FFF2-40B4-BE49-F238E27FC236}">
                    <a16:creationId xmlns:a16="http://schemas.microsoft.com/office/drawing/2014/main" id="{616F1C47-3643-4C61-A4EF-FA6DE348D95F}"/>
                  </a:ext>
                </a:extLst>
              </p:cNvPr>
              <p:cNvSpPr/>
              <p:nvPr/>
            </p:nvSpPr>
            <p:spPr bwMode="auto">
              <a:xfrm>
                <a:off x="4819651" y="3892551"/>
                <a:ext cx="801688" cy="26988"/>
              </a:xfrm>
              <a:custGeom>
                <a:avLst/>
                <a:gdLst>
                  <a:gd name="T0" fmla="*/ 5 w 210"/>
                  <a:gd name="T1" fmla="*/ 7 h 7"/>
                  <a:gd name="T2" fmla="*/ 205 w 210"/>
                  <a:gd name="T3" fmla="*/ 7 h 7"/>
                  <a:gd name="T4" fmla="*/ 205 w 210"/>
                  <a:gd name="T5" fmla="*/ 0 h 7"/>
                  <a:gd name="T6" fmla="*/ 5 w 210"/>
                  <a:gd name="T7" fmla="*/ 0 h 7"/>
                  <a:gd name="T8" fmla="*/ 5 w 210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7">
                    <a:moveTo>
                      <a:pt x="5" y="7"/>
                    </a:moveTo>
                    <a:cubicBezTo>
                      <a:pt x="72" y="7"/>
                      <a:pt x="138" y="7"/>
                      <a:pt x="205" y="7"/>
                    </a:cubicBezTo>
                    <a:cubicBezTo>
                      <a:pt x="210" y="7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8" name="Freeform: Shape 3207">
                <a:extLst>
                  <a:ext uri="{FF2B5EF4-FFF2-40B4-BE49-F238E27FC236}">
                    <a16:creationId xmlns:a16="http://schemas.microsoft.com/office/drawing/2014/main" id="{8276B68A-487C-4F59-9A6B-E5AADF86BF12}"/>
                  </a:ext>
                </a:extLst>
              </p:cNvPr>
              <p:cNvSpPr/>
              <p:nvPr/>
            </p:nvSpPr>
            <p:spPr bwMode="auto">
              <a:xfrm>
                <a:off x="4819651" y="397668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9" name="Freeform: Shape 3208">
                <a:extLst>
                  <a:ext uri="{FF2B5EF4-FFF2-40B4-BE49-F238E27FC236}">
                    <a16:creationId xmlns:a16="http://schemas.microsoft.com/office/drawing/2014/main" id="{9528DE1E-B6DC-4615-87EF-4E28B2A781AF}"/>
                  </a:ext>
                </a:extLst>
              </p:cNvPr>
              <p:cNvSpPr/>
              <p:nvPr/>
            </p:nvSpPr>
            <p:spPr bwMode="auto">
              <a:xfrm>
                <a:off x="4819651" y="4064001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0" name="Freeform: Shape 3209">
                <a:extLst>
                  <a:ext uri="{FF2B5EF4-FFF2-40B4-BE49-F238E27FC236}">
                    <a16:creationId xmlns:a16="http://schemas.microsoft.com/office/drawing/2014/main" id="{6D58C02A-0026-4114-8C61-5BD58B5E9561}"/>
                  </a:ext>
                </a:extLst>
              </p:cNvPr>
              <p:cNvSpPr/>
              <p:nvPr/>
            </p:nvSpPr>
            <p:spPr bwMode="auto">
              <a:xfrm>
                <a:off x="4819651" y="41481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1" name="Freeform: Shape 3210">
                <a:extLst>
                  <a:ext uri="{FF2B5EF4-FFF2-40B4-BE49-F238E27FC236}">
                    <a16:creationId xmlns:a16="http://schemas.microsoft.com/office/drawing/2014/main" id="{E7C20311-9561-4EA7-BB9E-F290162E3DCC}"/>
                  </a:ext>
                </a:extLst>
              </p:cNvPr>
              <p:cNvSpPr/>
              <p:nvPr/>
            </p:nvSpPr>
            <p:spPr bwMode="auto">
              <a:xfrm>
                <a:off x="4819651" y="4235451"/>
                <a:ext cx="801688" cy="31750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2" name="Freeform: Shape 3211">
                <a:extLst>
                  <a:ext uri="{FF2B5EF4-FFF2-40B4-BE49-F238E27FC236}">
                    <a16:creationId xmlns:a16="http://schemas.microsoft.com/office/drawing/2014/main" id="{5F9FBB6B-5F1B-4943-B070-8CBEE6BDCF21}"/>
                  </a:ext>
                </a:extLst>
              </p:cNvPr>
              <p:cNvSpPr/>
              <p:nvPr/>
            </p:nvSpPr>
            <p:spPr bwMode="auto">
              <a:xfrm>
                <a:off x="4868863" y="2900363"/>
                <a:ext cx="701675" cy="771525"/>
              </a:xfrm>
              <a:custGeom>
                <a:avLst/>
                <a:gdLst>
                  <a:gd name="T0" fmla="*/ 92 w 184"/>
                  <a:gd name="T1" fmla="*/ 202 h 202"/>
                  <a:gd name="T2" fmla="*/ 92 w 184"/>
                  <a:gd name="T3" fmla="*/ 202 h 202"/>
                  <a:gd name="T4" fmla="*/ 0 w 184"/>
                  <a:gd name="T5" fmla="*/ 110 h 202"/>
                  <a:gd name="T6" fmla="*/ 0 w 184"/>
                  <a:gd name="T7" fmla="*/ 92 h 202"/>
                  <a:gd name="T8" fmla="*/ 92 w 184"/>
                  <a:gd name="T9" fmla="*/ 0 h 202"/>
                  <a:gd name="T10" fmla="*/ 184 w 184"/>
                  <a:gd name="T11" fmla="*/ 92 h 202"/>
                  <a:gd name="T12" fmla="*/ 184 w 184"/>
                  <a:gd name="T13" fmla="*/ 110 h 202"/>
                  <a:gd name="T14" fmla="*/ 92 w 184"/>
                  <a:gd name="T15" fmla="*/ 202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4" h="202">
                    <a:moveTo>
                      <a:pt x="92" y="202"/>
                    </a:moveTo>
                    <a:cubicBezTo>
                      <a:pt x="92" y="202"/>
                      <a:pt x="92" y="202"/>
                      <a:pt x="92" y="202"/>
                    </a:cubicBezTo>
                    <a:cubicBezTo>
                      <a:pt x="41" y="202"/>
                      <a:pt x="0" y="161"/>
                      <a:pt x="0" y="110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41"/>
                      <a:pt x="41" y="0"/>
                      <a:pt x="92" y="0"/>
                    </a:cubicBezTo>
                    <a:cubicBezTo>
                      <a:pt x="143" y="0"/>
                      <a:pt x="184" y="41"/>
                      <a:pt x="184" y="92"/>
                    </a:cubicBezTo>
                    <a:cubicBezTo>
                      <a:pt x="184" y="110"/>
                      <a:pt x="184" y="110"/>
                      <a:pt x="184" y="110"/>
                    </a:cubicBezTo>
                    <a:cubicBezTo>
                      <a:pt x="184" y="161"/>
                      <a:pt x="143" y="202"/>
                      <a:pt x="92" y="202"/>
                    </a:cubicBez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3" name="Freeform: Shape 3212">
                <a:extLst>
                  <a:ext uri="{FF2B5EF4-FFF2-40B4-BE49-F238E27FC236}">
                    <a16:creationId xmlns:a16="http://schemas.microsoft.com/office/drawing/2014/main" id="{63A8A274-A67A-46C7-A733-515CB524288D}"/>
                  </a:ext>
                </a:extLst>
              </p:cNvPr>
              <p:cNvSpPr/>
              <p:nvPr/>
            </p:nvSpPr>
            <p:spPr bwMode="auto">
              <a:xfrm>
                <a:off x="4994276" y="3155951"/>
                <a:ext cx="385763" cy="331788"/>
              </a:xfrm>
              <a:custGeom>
                <a:avLst/>
                <a:gdLst>
                  <a:gd name="T0" fmla="*/ 86 w 101"/>
                  <a:gd name="T1" fmla="*/ 63 h 87"/>
                  <a:gd name="T2" fmla="*/ 75 w 101"/>
                  <a:gd name="T3" fmla="*/ 70 h 87"/>
                  <a:gd name="T4" fmla="*/ 56 w 101"/>
                  <a:gd name="T5" fmla="*/ 70 h 87"/>
                  <a:gd name="T6" fmla="*/ 46 w 101"/>
                  <a:gd name="T7" fmla="*/ 63 h 87"/>
                  <a:gd name="T8" fmla="*/ 43 w 101"/>
                  <a:gd name="T9" fmla="*/ 55 h 87"/>
                  <a:gd name="T10" fmla="*/ 79 w 101"/>
                  <a:gd name="T11" fmla="*/ 55 h 87"/>
                  <a:gd name="T12" fmla="*/ 101 w 101"/>
                  <a:gd name="T13" fmla="*/ 12 h 87"/>
                  <a:gd name="T14" fmla="*/ 27 w 101"/>
                  <a:gd name="T15" fmla="*/ 14 h 87"/>
                  <a:gd name="T16" fmla="*/ 22 w 101"/>
                  <a:gd name="T17" fmla="*/ 0 h 87"/>
                  <a:gd name="T18" fmla="*/ 4 w 101"/>
                  <a:gd name="T19" fmla="*/ 0 h 87"/>
                  <a:gd name="T20" fmla="*/ 0 w 101"/>
                  <a:gd name="T21" fmla="*/ 4 h 87"/>
                  <a:gd name="T22" fmla="*/ 4 w 101"/>
                  <a:gd name="T23" fmla="*/ 9 h 87"/>
                  <a:gd name="T24" fmla="*/ 16 w 101"/>
                  <a:gd name="T25" fmla="*/ 9 h 87"/>
                  <a:gd name="T26" fmla="*/ 38 w 101"/>
                  <a:gd name="T27" fmla="*/ 66 h 87"/>
                  <a:gd name="T28" fmla="*/ 34 w 101"/>
                  <a:gd name="T29" fmla="*/ 75 h 87"/>
                  <a:gd name="T30" fmla="*/ 46 w 101"/>
                  <a:gd name="T31" fmla="*/ 87 h 87"/>
                  <a:gd name="T32" fmla="*/ 56 w 101"/>
                  <a:gd name="T33" fmla="*/ 79 h 87"/>
                  <a:gd name="T34" fmla="*/ 75 w 101"/>
                  <a:gd name="T35" fmla="*/ 79 h 87"/>
                  <a:gd name="T36" fmla="*/ 86 w 101"/>
                  <a:gd name="T37" fmla="*/ 87 h 87"/>
                  <a:gd name="T38" fmla="*/ 97 w 101"/>
                  <a:gd name="T39" fmla="*/ 75 h 87"/>
                  <a:gd name="T40" fmla="*/ 86 w 101"/>
                  <a:gd name="T41" fmla="*/ 63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1" h="87">
                    <a:moveTo>
                      <a:pt x="86" y="63"/>
                    </a:moveTo>
                    <a:cubicBezTo>
                      <a:pt x="81" y="63"/>
                      <a:pt x="77" y="66"/>
                      <a:pt x="75" y="70"/>
                    </a:cubicBezTo>
                    <a:cubicBezTo>
                      <a:pt x="56" y="70"/>
                      <a:pt x="56" y="70"/>
                      <a:pt x="56" y="70"/>
                    </a:cubicBezTo>
                    <a:cubicBezTo>
                      <a:pt x="55" y="66"/>
                      <a:pt x="51" y="64"/>
                      <a:pt x="46" y="63"/>
                    </a:cubicBezTo>
                    <a:cubicBezTo>
                      <a:pt x="43" y="55"/>
                      <a:pt x="43" y="55"/>
                      <a:pt x="43" y="55"/>
                    </a:cubicBezTo>
                    <a:cubicBezTo>
                      <a:pt x="79" y="55"/>
                      <a:pt x="79" y="55"/>
                      <a:pt x="79" y="55"/>
                    </a:cubicBezTo>
                    <a:cubicBezTo>
                      <a:pt x="101" y="12"/>
                      <a:pt x="101" y="12"/>
                      <a:pt x="101" y="12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7"/>
                      <a:pt x="2" y="9"/>
                      <a:pt x="4" y="9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38" y="66"/>
                      <a:pt x="38" y="66"/>
                      <a:pt x="38" y="66"/>
                    </a:cubicBezTo>
                    <a:cubicBezTo>
                      <a:pt x="35" y="69"/>
                      <a:pt x="34" y="72"/>
                      <a:pt x="34" y="75"/>
                    </a:cubicBezTo>
                    <a:cubicBezTo>
                      <a:pt x="34" y="81"/>
                      <a:pt x="39" y="87"/>
                      <a:pt x="46" y="87"/>
                    </a:cubicBezTo>
                    <a:cubicBezTo>
                      <a:pt x="50" y="87"/>
                      <a:pt x="55" y="84"/>
                      <a:pt x="56" y="79"/>
                    </a:cubicBezTo>
                    <a:cubicBezTo>
                      <a:pt x="75" y="79"/>
                      <a:pt x="75" y="79"/>
                      <a:pt x="75" y="79"/>
                    </a:cubicBezTo>
                    <a:cubicBezTo>
                      <a:pt x="77" y="84"/>
                      <a:pt x="81" y="87"/>
                      <a:pt x="86" y="87"/>
                    </a:cubicBezTo>
                    <a:cubicBezTo>
                      <a:pt x="92" y="87"/>
                      <a:pt x="97" y="81"/>
                      <a:pt x="97" y="75"/>
                    </a:cubicBezTo>
                    <a:cubicBezTo>
                      <a:pt x="97" y="68"/>
                      <a:pt x="92" y="63"/>
                      <a:pt x="86" y="6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4" name="Freeform: Shape 3213">
                <a:extLst>
                  <a:ext uri="{FF2B5EF4-FFF2-40B4-BE49-F238E27FC236}">
                    <a16:creationId xmlns:a16="http://schemas.microsoft.com/office/drawing/2014/main" id="{8AE85C40-C007-4C4D-BFE7-CE6A4F92D891}"/>
                  </a:ext>
                </a:extLst>
              </p:cNvPr>
              <p:cNvSpPr/>
              <p:nvPr/>
            </p:nvSpPr>
            <p:spPr bwMode="auto">
              <a:xfrm>
                <a:off x="5788026" y="3892551"/>
                <a:ext cx="1763713" cy="442913"/>
              </a:xfrm>
              <a:custGeom>
                <a:avLst/>
                <a:gdLst>
                  <a:gd name="T0" fmla="*/ 462 w 462"/>
                  <a:gd name="T1" fmla="*/ 11 h 116"/>
                  <a:gd name="T2" fmla="*/ 462 w 462"/>
                  <a:gd name="T3" fmla="*/ 105 h 116"/>
                  <a:gd name="T4" fmla="*/ 451 w 462"/>
                  <a:gd name="T5" fmla="*/ 116 h 116"/>
                  <a:gd name="T6" fmla="*/ 11 w 462"/>
                  <a:gd name="T7" fmla="*/ 116 h 116"/>
                  <a:gd name="T8" fmla="*/ 0 w 462"/>
                  <a:gd name="T9" fmla="*/ 105 h 116"/>
                  <a:gd name="T10" fmla="*/ 0 w 462"/>
                  <a:gd name="T11" fmla="*/ 11 h 116"/>
                  <a:gd name="T12" fmla="*/ 11 w 462"/>
                  <a:gd name="T13" fmla="*/ 0 h 116"/>
                  <a:gd name="T14" fmla="*/ 451 w 462"/>
                  <a:gd name="T15" fmla="*/ 0 h 116"/>
                  <a:gd name="T16" fmla="*/ 462 w 462"/>
                  <a:gd name="T17" fmla="*/ 11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2" h="116">
                    <a:moveTo>
                      <a:pt x="462" y="11"/>
                    </a:moveTo>
                    <a:cubicBezTo>
                      <a:pt x="462" y="105"/>
                      <a:pt x="462" y="105"/>
                      <a:pt x="462" y="105"/>
                    </a:cubicBezTo>
                    <a:cubicBezTo>
                      <a:pt x="462" y="111"/>
                      <a:pt x="457" y="116"/>
                      <a:pt x="451" y="116"/>
                    </a:cubicBezTo>
                    <a:cubicBezTo>
                      <a:pt x="11" y="116"/>
                      <a:pt x="11" y="116"/>
                      <a:pt x="11" y="116"/>
                    </a:cubicBezTo>
                    <a:cubicBezTo>
                      <a:pt x="5" y="116"/>
                      <a:pt x="0" y="111"/>
                      <a:pt x="0" y="105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5"/>
                      <a:pt x="5" y="0"/>
                      <a:pt x="11" y="0"/>
                    </a:cubicBezTo>
                    <a:cubicBezTo>
                      <a:pt x="451" y="0"/>
                      <a:pt x="451" y="0"/>
                      <a:pt x="451" y="0"/>
                    </a:cubicBezTo>
                    <a:cubicBezTo>
                      <a:pt x="455" y="4"/>
                      <a:pt x="458" y="6"/>
                      <a:pt x="462" y="11"/>
                    </a:cubicBezTo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5" name="Freeform: Shape 3214">
                <a:extLst>
                  <a:ext uri="{FF2B5EF4-FFF2-40B4-BE49-F238E27FC236}">
                    <a16:creationId xmlns:a16="http://schemas.microsoft.com/office/drawing/2014/main" id="{DCA6E1EF-C584-452A-A05D-AE721F345051}"/>
                  </a:ext>
                </a:extLst>
              </p:cNvPr>
              <p:cNvSpPr/>
              <p:nvPr/>
            </p:nvSpPr>
            <p:spPr bwMode="auto">
              <a:xfrm>
                <a:off x="5868988" y="4041776"/>
                <a:ext cx="668338" cy="217488"/>
              </a:xfrm>
              <a:custGeom>
                <a:avLst/>
                <a:gdLst>
                  <a:gd name="T0" fmla="*/ 171 w 175"/>
                  <a:gd name="T1" fmla="*/ 0 h 57"/>
                  <a:gd name="T2" fmla="*/ 4 w 175"/>
                  <a:gd name="T3" fmla="*/ 0 h 57"/>
                  <a:gd name="T4" fmla="*/ 0 w 175"/>
                  <a:gd name="T5" fmla="*/ 3 h 57"/>
                  <a:gd name="T6" fmla="*/ 0 w 175"/>
                  <a:gd name="T7" fmla="*/ 53 h 57"/>
                  <a:gd name="T8" fmla="*/ 4 w 175"/>
                  <a:gd name="T9" fmla="*/ 57 h 57"/>
                  <a:gd name="T10" fmla="*/ 171 w 175"/>
                  <a:gd name="T11" fmla="*/ 57 h 57"/>
                  <a:gd name="T12" fmla="*/ 175 w 175"/>
                  <a:gd name="T13" fmla="*/ 53 h 57"/>
                  <a:gd name="T14" fmla="*/ 175 w 175"/>
                  <a:gd name="T15" fmla="*/ 3 h 57"/>
                  <a:gd name="T16" fmla="*/ 171 w 175"/>
                  <a:gd name="T17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5" h="57">
                    <a:moveTo>
                      <a:pt x="171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1"/>
                      <a:pt x="0" y="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0" y="55"/>
                      <a:pt x="2" y="57"/>
                      <a:pt x="4" y="57"/>
                    </a:cubicBezTo>
                    <a:cubicBezTo>
                      <a:pt x="171" y="57"/>
                      <a:pt x="171" y="57"/>
                      <a:pt x="171" y="57"/>
                    </a:cubicBezTo>
                    <a:cubicBezTo>
                      <a:pt x="173" y="57"/>
                      <a:pt x="175" y="55"/>
                      <a:pt x="175" y="53"/>
                    </a:cubicBezTo>
                    <a:cubicBezTo>
                      <a:pt x="175" y="3"/>
                      <a:pt x="175" y="3"/>
                      <a:pt x="175" y="3"/>
                    </a:cubicBezTo>
                    <a:cubicBezTo>
                      <a:pt x="175" y="1"/>
                      <a:pt x="173" y="0"/>
                      <a:pt x="171" y="0"/>
                    </a:cubicBezTo>
                  </a:path>
                </a:pathLst>
              </a:custGeom>
              <a:solidFill>
                <a:srgbClr val="E1E3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6" name="Freeform: Shape 3215">
                <a:extLst>
                  <a:ext uri="{FF2B5EF4-FFF2-40B4-BE49-F238E27FC236}">
                    <a16:creationId xmlns:a16="http://schemas.microsoft.com/office/drawing/2014/main" id="{490E7313-09C0-463D-A463-9E84C1FA4C51}"/>
                  </a:ext>
                </a:extLst>
              </p:cNvPr>
              <p:cNvSpPr/>
              <p:nvPr/>
            </p:nvSpPr>
            <p:spPr bwMode="auto">
              <a:xfrm>
                <a:off x="5948363" y="3979863"/>
                <a:ext cx="638175" cy="217488"/>
              </a:xfrm>
              <a:custGeom>
                <a:avLst/>
                <a:gdLst>
                  <a:gd name="T0" fmla="*/ 164 w 167"/>
                  <a:gd name="T1" fmla="*/ 57 h 57"/>
                  <a:gd name="T2" fmla="*/ 3 w 167"/>
                  <a:gd name="T3" fmla="*/ 57 h 57"/>
                  <a:gd name="T4" fmla="*/ 0 w 167"/>
                  <a:gd name="T5" fmla="*/ 54 h 57"/>
                  <a:gd name="T6" fmla="*/ 0 w 167"/>
                  <a:gd name="T7" fmla="*/ 3 h 57"/>
                  <a:gd name="T8" fmla="*/ 3 w 167"/>
                  <a:gd name="T9" fmla="*/ 0 h 57"/>
                  <a:gd name="T10" fmla="*/ 164 w 167"/>
                  <a:gd name="T11" fmla="*/ 0 h 57"/>
                  <a:gd name="T12" fmla="*/ 167 w 167"/>
                  <a:gd name="T13" fmla="*/ 3 h 57"/>
                  <a:gd name="T14" fmla="*/ 167 w 167"/>
                  <a:gd name="T15" fmla="*/ 54 h 57"/>
                  <a:gd name="T16" fmla="*/ 164 w 167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7" h="57">
                    <a:moveTo>
                      <a:pt x="164" y="57"/>
                    </a:moveTo>
                    <a:cubicBezTo>
                      <a:pt x="3" y="57"/>
                      <a:pt x="3" y="57"/>
                      <a:pt x="3" y="57"/>
                    </a:cubicBezTo>
                    <a:cubicBezTo>
                      <a:pt x="1" y="57"/>
                      <a:pt x="0" y="55"/>
                      <a:pt x="0" y="5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164" y="0"/>
                      <a:pt x="164" y="0"/>
                      <a:pt x="164" y="0"/>
                    </a:cubicBezTo>
                    <a:cubicBezTo>
                      <a:pt x="166" y="0"/>
                      <a:pt x="167" y="1"/>
                      <a:pt x="167" y="3"/>
                    </a:cubicBezTo>
                    <a:cubicBezTo>
                      <a:pt x="167" y="54"/>
                      <a:pt x="167" y="54"/>
                      <a:pt x="167" y="54"/>
                    </a:cubicBezTo>
                    <a:cubicBezTo>
                      <a:pt x="167" y="55"/>
                      <a:pt x="166" y="57"/>
                      <a:pt x="164" y="57"/>
                    </a:cubicBez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7" name="Freeform: Shape 3216">
                <a:extLst>
                  <a:ext uri="{FF2B5EF4-FFF2-40B4-BE49-F238E27FC236}">
                    <a16:creationId xmlns:a16="http://schemas.microsoft.com/office/drawing/2014/main" id="{BC10BBEC-31AE-4A8E-A042-5156A47C5D10}"/>
                  </a:ext>
                </a:extLst>
              </p:cNvPr>
              <p:cNvSpPr/>
              <p:nvPr/>
            </p:nvSpPr>
            <p:spPr bwMode="auto">
              <a:xfrm>
                <a:off x="6024563" y="4044951"/>
                <a:ext cx="466725" cy="15875"/>
              </a:xfrm>
              <a:custGeom>
                <a:avLst/>
                <a:gdLst>
                  <a:gd name="T0" fmla="*/ 120 w 122"/>
                  <a:gd name="T1" fmla="*/ 4 h 4"/>
                  <a:gd name="T2" fmla="*/ 2 w 122"/>
                  <a:gd name="T3" fmla="*/ 4 h 4"/>
                  <a:gd name="T4" fmla="*/ 0 w 122"/>
                  <a:gd name="T5" fmla="*/ 2 h 4"/>
                  <a:gd name="T6" fmla="*/ 2 w 122"/>
                  <a:gd name="T7" fmla="*/ 0 h 4"/>
                  <a:gd name="T8" fmla="*/ 120 w 122"/>
                  <a:gd name="T9" fmla="*/ 0 h 4"/>
                  <a:gd name="T10" fmla="*/ 122 w 122"/>
                  <a:gd name="T11" fmla="*/ 2 h 4"/>
                  <a:gd name="T12" fmla="*/ 120 w 122"/>
                  <a:gd name="T1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2" h="4">
                    <a:moveTo>
                      <a:pt x="120" y="4"/>
                    </a:moveTo>
                    <a:cubicBezTo>
                      <a:pt x="2" y="4"/>
                      <a:pt x="2" y="4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1" y="0"/>
                      <a:pt x="122" y="1"/>
                      <a:pt x="122" y="2"/>
                    </a:cubicBezTo>
                    <a:cubicBezTo>
                      <a:pt x="122" y="3"/>
                      <a:pt x="121" y="4"/>
                      <a:pt x="120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8" name="Freeform: Shape 3217">
                <a:extLst>
                  <a:ext uri="{FF2B5EF4-FFF2-40B4-BE49-F238E27FC236}">
                    <a16:creationId xmlns:a16="http://schemas.microsoft.com/office/drawing/2014/main" id="{8D963484-D405-4E06-B0AA-C67EC57DF78F}"/>
                  </a:ext>
                </a:extLst>
              </p:cNvPr>
              <p:cNvSpPr/>
              <p:nvPr/>
            </p:nvSpPr>
            <p:spPr bwMode="auto">
              <a:xfrm>
                <a:off x="6024563" y="4117976"/>
                <a:ext cx="222250" cy="11113"/>
              </a:xfrm>
              <a:custGeom>
                <a:avLst/>
                <a:gdLst>
                  <a:gd name="T0" fmla="*/ 56 w 58"/>
                  <a:gd name="T1" fmla="*/ 3 h 3"/>
                  <a:gd name="T2" fmla="*/ 2 w 58"/>
                  <a:gd name="T3" fmla="*/ 3 h 3"/>
                  <a:gd name="T4" fmla="*/ 0 w 58"/>
                  <a:gd name="T5" fmla="*/ 2 h 3"/>
                  <a:gd name="T6" fmla="*/ 2 w 58"/>
                  <a:gd name="T7" fmla="*/ 0 h 3"/>
                  <a:gd name="T8" fmla="*/ 56 w 58"/>
                  <a:gd name="T9" fmla="*/ 0 h 3"/>
                  <a:gd name="T10" fmla="*/ 58 w 58"/>
                  <a:gd name="T11" fmla="*/ 2 h 3"/>
                  <a:gd name="T12" fmla="*/ 56 w 58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8" h="3">
                    <a:moveTo>
                      <a:pt x="56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7" y="0"/>
                      <a:pt x="58" y="1"/>
                      <a:pt x="58" y="2"/>
                    </a:cubicBezTo>
                    <a:cubicBezTo>
                      <a:pt x="58" y="3"/>
                      <a:pt x="57" y="3"/>
                      <a:pt x="56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9" name="Freeform: Shape 3218">
                <a:extLst>
                  <a:ext uri="{FF2B5EF4-FFF2-40B4-BE49-F238E27FC236}">
                    <a16:creationId xmlns:a16="http://schemas.microsoft.com/office/drawing/2014/main" id="{8DF7140B-7448-4146-A877-8A248ECE485D}"/>
                  </a:ext>
                </a:extLst>
              </p:cNvPr>
              <p:cNvSpPr/>
              <p:nvPr/>
            </p:nvSpPr>
            <p:spPr bwMode="auto">
              <a:xfrm>
                <a:off x="670401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9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1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9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1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0" name="Freeform: Shape 3219">
                <a:extLst>
                  <a:ext uri="{FF2B5EF4-FFF2-40B4-BE49-F238E27FC236}">
                    <a16:creationId xmlns:a16="http://schemas.microsoft.com/office/drawing/2014/main" id="{5DD436C3-B1FE-49EE-B312-9C9993DDA02F}"/>
                  </a:ext>
                </a:extLst>
              </p:cNvPr>
              <p:cNvSpPr/>
              <p:nvPr/>
            </p:nvSpPr>
            <p:spPr bwMode="auto">
              <a:xfrm>
                <a:off x="686911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1" name="Freeform: Shape 3220">
                <a:extLst>
                  <a:ext uri="{FF2B5EF4-FFF2-40B4-BE49-F238E27FC236}">
                    <a16:creationId xmlns:a16="http://schemas.microsoft.com/office/drawing/2014/main" id="{1EE30C94-1B44-4AB4-82F5-8C828E75AC12}"/>
                  </a:ext>
                </a:extLst>
              </p:cNvPr>
              <p:cNvSpPr/>
              <p:nvPr/>
            </p:nvSpPr>
            <p:spPr bwMode="auto">
              <a:xfrm>
                <a:off x="7032626" y="4025901"/>
                <a:ext cx="114300" cy="111125"/>
              </a:xfrm>
              <a:custGeom>
                <a:avLst/>
                <a:gdLst>
                  <a:gd name="T0" fmla="*/ 36 w 72"/>
                  <a:gd name="T1" fmla="*/ 0 h 70"/>
                  <a:gd name="T2" fmla="*/ 48 w 72"/>
                  <a:gd name="T3" fmla="*/ 24 h 70"/>
                  <a:gd name="T4" fmla="*/ 72 w 72"/>
                  <a:gd name="T5" fmla="*/ 27 h 70"/>
                  <a:gd name="T6" fmla="*/ 56 w 72"/>
                  <a:gd name="T7" fmla="*/ 46 h 70"/>
                  <a:gd name="T8" fmla="*/ 58 w 72"/>
                  <a:gd name="T9" fmla="*/ 70 h 70"/>
                  <a:gd name="T10" fmla="*/ 36 w 72"/>
                  <a:gd name="T11" fmla="*/ 58 h 70"/>
                  <a:gd name="T12" fmla="*/ 12 w 72"/>
                  <a:gd name="T13" fmla="*/ 70 h 70"/>
                  <a:gd name="T14" fmla="*/ 17 w 72"/>
                  <a:gd name="T15" fmla="*/ 46 h 70"/>
                  <a:gd name="T16" fmla="*/ 0 w 72"/>
                  <a:gd name="T17" fmla="*/ 27 h 70"/>
                  <a:gd name="T18" fmla="*/ 24 w 72"/>
                  <a:gd name="T19" fmla="*/ 24 h 70"/>
                  <a:gd name="T20" fmla="*/ 36 w 72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2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2" y="27"/>
                    </a:lnTo>
                    <a:lnTo>
                      <a:pt x="56" y="46"/>
                    </a:lnTo>
                    <a:lnTo>
                      <a:pt x="58" y="70"/>
                    </a:lnTo>
                    <a:lnTo>
                      <a:pt x="36" y="58"/>
                    </a:lnTo>
                    <a:lnTo>
                      <a:pt x="12" y="70"/>
                    </a:lnTo>
                    <a:lnTo>
                      <a:pt x="17" y="46"/>
                    </a:lnTo>
                    <a:lnTo>
                      <a:pt x="0" y="27"/>
                    </a:lnTo>
                    <a:lnTo>
                      <a:pt x="24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2" name="Freeform: Shape 3221">
                <a:extLst>
                  <a:ext uri="{FF2B5EF4-FFF2-40B4-BE49-F238E27FC236}">
                    <a16:creationId xmlns:a16="http://schemas.microsoft.com/office/drawing/2014/main" id="{BB78DE05-7C43-4907-995A-2D5CB0F0E5FF}"/>
                  </a:ext>
                </a:extLst>
              </p:cNvPr>
              <p:cNvSpPr/>
              <p:nvPr/>
            </p:nvSpPr>
            <p:spPr bwMode="auto">
              <a:xfrm>
                <a:off x="719296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8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0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8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0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3" name="Freeform: Shape 3222">
                <a:extLst>
                  <a:ext uri="{FF2B5EF4-FFF2-40B4-BE49-F238E27FC236}">
                    <a16:creationId xmlns:a16="http://schemas.microsoft.com/office/drawing/2014/main" id="{72FC01C7-ACC2-4EEB-8EB8-8E0EE6F04269}"/>
                  </a:ext>
                </a:extLst>
              </p:cNvPr>
              <p:cNvSpPr/>
              <p:nvPr/>
            </p:nvSpPr>
            <p:spPr bwMode="auto">
              <a:xfrm>
                <a:off x="735806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4" name="Freeform: Shape 3223">
                <a:extLst>
                  <a:ext uri="{FF2B5EF4-FFF2-40B4-BE49-F238E27FC236}">
                    <a16:creationId xmlns:a16="http://schemas.microsoft.com/office/drawing/2014/main" id="{E9A9FF90-2A03-4447-9AD3-1F3C7E780B47}"/>
                  </a:ext>
                </a:extLst>
              </p:cNvPr>
              <p:cNvSpPr/>
              <p:nvPr/>
            </p:nvSpPr>
            <p:spPr bwMode="auto">
              <a:xfrm>
                <a:off x="5788026" y="2846388"/>
                <a:ext cx="1768475" cy="973138"/>
              </a:xfrm>
              <a:custGeom>
                <a:avLst/>
                <a:gdLst>
                  <a:gd name="T0" fmla="*/ 463 w 463"/>
                  <a:gd name="T1" fmla="*/ 16 h 255"/>
                  <a:gd name="T2" fmla="*/ 463 w 463"/>
                  <a:gd name="T3" fmla="*/ 239 h 255"/>
                  <a:gd name="T4" fmla="*/ 447 w 463"/>
                  <a:gd name="T5" fmla="*/ 255 h 255"/>
                  <a:gd name="T6" fmla="*/ 16 w 463"/>
                  <a:gd name="T7" fmla="*/ 255 h 255"/>
                  <a:gd name="T8" fmla="*/ 0 w 463"/>
                  <a:gd name="T9" fmla="*/ 239 h 255"/>
                  <a:gd name="T10" fmla="*/ 0 w 463"/>
                  <a:gd name="T11" fmla="*/ 16 h 255"/>
                  <a:gd name="T12" fmla="*/ 16 w 463"/>
                  <a:gd name="T13" fmla="*/ 0 h 255"/>
                  <a:gd name="T14" fmla="*/ 447 w 463"/>
                  <a:gd name="T15" fmla="*/ 0 h 255"/>
                  <a:gd name="T16" fmla="*/ 463 w 463"/>
                  <a:gd name="T17" fmla="*/ 16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3" h="255">
                    <a:moveTo>
                      <a:pt x="463" y="16"/>
                    </a:moveTo>
                    <a:cubicBezTo>
                      <a:pt x="463" y="239"/>
                      <a:pt x="463" y="239"/>
                      <a:pt x="463" y="239"/>
                    </a:cubicBezTo>
                    <a:cubicBezTo>
                      <a:pt x="463" y="248"/>
                      <a:pt x="456" y="255"/>
                      <a:pt x="447" y="255"/>
                    </a:cubicBezTo>
                    <a:cubicBezTo>
                      <a:pt x="16" y="255"/>
                      <a:pt x="16" y="255"/>
                      <a:pt x="16" y="255"/>
                    </a:cubicBezTo>
                    <a:cubicBezTo>
                      <a:pt x="7" y="255"/>
                      <a:pt x="0" y="248"/>
                      <a:pt x="0" y="239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7"/>
                      <a:pt x="7" y="0"/>
                      <a:pt x="16" y="0"/>
                    </a:cubicBezTo>
                    <a:cubicBezTo>
                      <a:pt x="447" y="0"/>
                      <a:pt x="447" y="0"/>
                      <a:pt x="447" y="0"/>
                    </a:cubicBezTo>
                    <a:cubicBezTo>
                      <a:pt x="454" y="6"/>
                      <a:pt x="457" y="10"/>
                      <a:pt x="463" y="16"/>
                    </a:cubicBezTo>
                    <a:close/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5" name="Freeform: Shape 3224">
                <a:extLst>
                  <a:ext uri="{FF2B5EF4-FFF2-40B4-BE49-F238E27FC236}">
                    <a16:creationId xmlns:a16="http://schemas.microsoft.com/office/drawing/2014/main" id="{81D0EF7E-5391-46F0-B903-C7C3B3B8806F}"/>
                  </a:ext>
                </a:extLst>
              </p:cNvPr>
              <p:cNvSpPr/>
              <p:nvPr/>
            </p:nvSpPr>
            <p:spPr bwMode="auto">
              <a:xfrm>
                <a:off x="6788151" y="3025776"/>
                <a:ext cx="619125" cy="393700"/>
              </a:xfrm>
              <a:custGeom>
                <a:avLst/>
                <a:gdLst>
                  <a:gd name="T0" fmla="*/ 126 w 162"/>
                  <a:gd name="T1" fmla="*/ 30 h 103"/>
                  <a:gd name="T2" fmla="*/ 112 w 162"/>
                  <a:gd name="T3" fmla="*/ 33 h 103"/>
                  <a:gd name="T4" fmla="*/ 70 w 162"/>
                  <a:gd name="T5" fmla="*/ 0 h 103"/>
                  <a:gd name="T6" fmla="*/ 28 w 162"/>
                  <a:gd name="T7" fmla="*/ 39 h 103"/>
                  <a:gd name="T8" fmla="*/ 0 w 162"/>
                  <a:gd name="T9" fmla="*/ 71 h 103"/>
                  <a:gd name="T10" fmla="*/ 32 w 162"/>
                  <a:gd name="T11" fmla="*/ 103 h 103"/>
                  <a:gd name="T12" fmla="*/ 39 w 162"/>
                  <a:gd name="T13" fmla="*/ 102 h 103"/>
                  <a:gd name="T14" fmla="*/ 126 w 162"/>
                  <a:gd name="T15" fmla="*/ 102 h 103"/>
                  <a:gd name="T16" fmla="*/ 162 w 162"/>
                  <a:gd name="T17" fmla="*/ 66 h 103"/>
                  <a:gd name="T18" fmla="*/ 126 w 162"/>
                  <a:gd name="T19" fmla="*/ 30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62" h="103">
                    <a:moveTo>
                      <a:pt x="126" y="30"/>
                    </a:moveTo>
                    <a:cubicBezTo>
                      <a:pt x="121" y="30"/>
                      <a:pt x="116" y="31"/>
                      <a:pt x="112" y="33"/>
                    </a:cubicBezTo>
                    <a:cubicBezTo>
                      <a:pt x="108" y="14"/>
                      <a:pt x="91" y="0"/>
                      <a:pt x="70" y="0"/>
                    </a:cubicBezTo>
                    <a:cubicBezTo>
                      <a:pt x="48" y="0"/>
                      <a:pt x="30" y="17"/>
                      <a:pt x="28" y="39"/>
                    </a:cubicBezTo>
                    <a:cubicBezTo>
                      <a:pt x="12" y="41"/>
                      <a:pt x="0" y="54"/>
                      <a:pt x="0" y="71"/>
                    </a:cubicBezTo>
                    <a:cubicBezTo>
                      <a:pt x="0" y="89"/>
                      <a:pt x="14" y="103"/>
                      <a:pt x="32" y="103"/>
                    </a:cubicBezTo>
                    <a:cubicBezTo>
                      <a:pt x="34" y="103"/>
                      <a:pt x="37" y="103"/>
                      <a:pt x="39" y="102"/>
                    </a:cubicBezTo>
                    <a:cubicBezTo>
                      <a:pt x="126" y="102"/>
                      <a:pt x="126" y="102"/>
                      <a:pt x="126" y="102"/>
                    </a:cubicBezTo>
                    <a:cubicBezTo>
                      <a:pt x="146" y="102"/>
                      <a:pt x="162" y="86"/>
                      <a:pt x="162" y="66"/>
                    </a:cubicBezTo>
                    <a:cubicBezTo>
                      <a:pt x="162" y="46"/>
                      <a:pt x="146" y="30"/>
                      <a:pt x="126" y="3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6" name="Freeform: Shape 3225">
                <a:extLst>
                  <a:ext uri="{FF2B5EF4-FFF2-40B4-BE49-F238E27FC236}">
                    <a16:creationId xmlns:a16="http://schemas.microsoft.com/office/drawing/2014/main" id="{03CEF84F-BBD1-4515-8980-81A18CFF2504}"/>
                  </a:ext>
                </a:extLst>
              </p:cNvPr>
              <p:cNvSpPr/>
              <p:nvPr/>
            </p:nvSpPr>
            <p:spPr bwMode="auto">
              <a:xfrm>
                <a:off x="6980238" y="3351213"/>
                <a:ext cx="217488" cy="225425"/>
              </a:xfrm>
              <a:custGeom>
                <a:avLst/>
                <a:gdLst>
                  <a:gd name="T0" fmla="*/ 120 w 137"/>
                  <a:gd name="T1" fmla="*/ 62 h 142"/>
                  <a:gd name="T2" fmla="*/ 120 w 137"/>
                  <a:gd name="T3" fmla="*/ 0 h 142"/>
                  <a:gd name="T4" fmla="*/ 16 w 137"/>
                  <a:gd name="T5" fmla="*/ 0 h 142"/>
                  <a:gd name="T6" fmla="*/ 16 w 137"/>
                  <a:gd name="T7" fmla="*/ 62 h 142"/>
                  <a:gd name="T8" fmla="*/ 0 w 137"/>
                  <a:gd name="T9" fmla="*/ 62 h 142"/>
                  <a:gd name="T10" fmla="*/ 69 w 137"/>
                  <a:gd name="T11" fmla="*/ 142 h 142"/>
                  <a:gd name="T12" fmla="*/ 137 w 137"/>
                  <a:gd name="T13" fmla="*/ 62 h 142"/>
                  <a:gd name="T14" fmla="*/ 120 w 137"/>
                  <a:gd name="T15" fmla="*/ 62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7" h="142">
                    <a:moveTo>
                      <a:pt x="120" y="62"/>
                    </a:moveTo>
                    <a:lnTo>
                      <a:pt x="120" y="0"/>
                    </a:lnTo>
                    <a:lnTo>
                      <a:pt x="16" y="0"/>
                    </a:lnTo>
                    <a:lnTo>
                      <a:pt x="16" y="62"/>
                    </a:lnTo>
                    <a:lnTo>
                      <a:pt x="0" y="62"/>
                    </a:lnTo>
                    <a:lnTo>
                      <a:pt x="69" y="142"/>
                    </a:lnTo>
                    <a:lnTo>
                      <a:pt x="137" y="62"/>
                    </a:lnTo>
                    <a:lnTo>
                      <a:pt x="120" y="62"/>
                    </a:ln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7" name="Freeform: Shape 3226">
                <a:extLst>
                  <a:ext uri="{FF2B5EF4-FFF2-40B4-BE49-F238E27FC236}">
                    <a16:creationId xmlns:a16="http://schemas.microsoft.com/office/drawing/2014/main" id="{B5A824A1-77B3-41B7-9942-4B03ED984A44}"/>
                  </a:ext>
                </a:extLst>
              </p:cNvPr>
              <p:cNvSpPr/>
              <p:nvPr/>
            </p:nvSpPr>
            <p:spPr bwMode="auto">
              <a:xfrm>
                <a:off x="5883276" y="3495676"/>
                <a:ext cx="806450" cy="30163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8" name="Freeform: Shape 3227">
                <a:extLst>
                  <a:ext uri="{FF2B5EF4-FFF2-40B4-BE49-F238E27FC236}">
                    <a16:creationId xmlns:a16="http://schemas.microsoft.com/office/drawing/2014/main" id="{1B87A312-FD8F-40B5-8590-31C91EA42E78}"/>
                  </a:ext>
                </a:extLst>
              </p:cNvPr>
              <p:cNvSpPr/>
              <p:nvPr/>
            </p:nvSpPr>
            <p:spPr bwMode="auto">
              <a:xfrm>
                <a:off x="5883276" y="3582988"/>
                <a:ext cx="806450" cy="31750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9" name="Freeform: Shape 3228">
                <a:extLst>
                  <a:ext uri="{FF2B5EF4-FFF2-40B4-BE49-F238E27FC236}">
                    <a16:creationId xmlns:a16="http://schemas.microsoft.com/office/drawing/2014/main" id="{A33FA948-661A-4D84-BE0A-5FD5D1EDE5D1}"/>
                  </a:ext>
                </a:extLst>
              </p:cNvPr>
              <p:cNvSpPr/>
              <p:nvPr/>
            </p:nvSpPr>
            <p:spPr bwMode="auto">
              <a:xfrm>
                <a:off x="5883276" y="3671888"/>
                <a:ext cx="806450" cy="25400"/>
              </a:xfrm>
              <a:custGeom>
                <a:avLst/>
                <a:gdLst>
                  <a:gd name="T0" fmla="*/ 5 w 211"/>
                  <a:gd name="T1" fmla="*/ 7 h 7"/>
                  <a:gd name="T2" fmla="*/ 206 w 211"/>
                  <a:gd name="T3" fmla="*/ 7 h 7"/>
                  <a:gd name="T4" fmla="*/ 206 w 211"/>
                  <a:gd name="T5" fmla="*/ 0 h 7"/>
                  <a:gd name="T6" fmla="*/ 5 w 211"/>
                  <a:gd name="T7" fmla="*/ 0 h 7"/>
                  <a:gd name="T8" fmla="*/ 5 w 211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7">
                    <a:moveTo>
                      <a:pt x="5" y="7"/>
                    </a:moveTo>
                    <a:cubicBezTo>
                      <a:pt x="72" y="7"/>
                      <a:pt x="139" y="7"/>
                      <a:pt x="206" y="7"/>
                    </a:cubicBezTo>
                    <a:cubicBezTo>
                      <a:pt x="211" y="7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0" name="Rectangle 3229">
                <a:extLst>
                  <a:ext uri="{FF2B5EF4-FFF2-40B4-BE49-F238E27FC236}">
                    <a16:creationId xmlns:a16="http://schemas.microsoft.com/office/drawing/2014/main" id="{3F8574FA-3A99-4E48-A5C5-961082F64647}"/>
                  </a:ext>
                </a:extLst>
              </p:cNvPr>
              <p:cNvSpPr/>
              <p:nvPr/>
            </p:nvSpPr>
            <p:spPr bwMode="auto">
              <a:xfrm>
                <a:off x="5888038" y="3278188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1" name="Rectangle 3230">
                <a:extLst>
                  <a:ext uri="{FF2B5EF4-FFF2-40B4-BE49-F238E27FC236}">
                    <a16:creationId xmlns:a16="http://schemas.microsoft.com/office/drawing/2014/main" id="{213E75E2-04CA-4C97-80D0-B541AD5F1FEF}"/>
                  </a:ext>
                </a:extLst>
              </p:cNvPr>
              <p:cNvSpPr/>
              <p:nvPr/>
            </p:nvSpPr>
            <p:spPr bwMode="auto">
              <a:xfrm>
                <a:off x="6154738" y="3278188"/>
                <a:ext cx="515938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2" name="Rectangle 3231">
                <a:extLst>
                  <a:ext uri="{FF2B5EF4-FFF2-40B4-BE49-F238E27FC236}">
                    <a16:creationId xmlns:a16="http://schemas.microsoft.com/office/drawing/2014/main" id="{DA6B738C-948D-4ACA-9481-4A98BBC0A9B9}"/>
                  </a:ext>
                </a:extLst>
              </p:cNvPr>
              <p:cNvSpPr/>
              <p:nvPr/>
            </p:nvSpPr>
            <p:spPr bwMode="auto">
              <a:xfrm>
                <a:off x="5888038" y="3098801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3" name="Rectangle 3232">
                <a:extLst>
                  <a:ext uri="{FF2B5EF4-FFF2-40B4-BE49-F238E27FC236}">
                    <a16:creationId xmlns:a16="http://schemas.microsoft.com/office/drawing/2014/main" id="{679A1531-8DC6-45F8-880E-2D5A8337C19B}"/>
                  </a:ext>
                </a:extLst>
              </p:cNvPr>
              <p:cNvSpPr/>
              <p:nvPr/>
            </p:nvSpPr>
            <p:spPr bwMode="auto">
              <a:xfrm>
                <a:off x="6423026" y="3098801"/>
                <a:ext cx="247650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4" name="Freeform: Shape 3233">
                <a:extLst>
                  <a:ext uri="{FF2B5EF4-FFF2-40B4-BE49-F238E27FC236}">
                    <a16:creationId xmlns:a16="http://schemas.microsoft.com/office/drawing/2014/main" id="{FAAFD58F-3208-4C51-8EFD-6537A697B03D}"/>
                  </a:ext>
                </a:extLst>
              </p:cNvPr>
              <p:cNvSpPr/>
              <p:nvPr/>
            </p:nvSpPr>
            <p:spPr bwMode="auto">
              <a:xfrm>
                <a:off x="7743826" y="2354263"/>
                <a:ext cx="1449388" cy="2446338"/>
              </a:xfrm>
              <a:custGeom>
                <a:avLst/>
                <a:gdLst>
                  <a:gd name="T0" fmla="*/ 36 w 380"/>
                  <a:gd name="T1" fmla="*/ 641 h 641"/>
                  <a:gd name="T2" fmla="*/ 4 w 380"/>
                  <a:gd name="T3" fmla="*/ 514 h 641"/>
                  <a:gd name="T4" fmla="*/ 111 w 380"/>
                  <a:gd name="T5" fmla="*/ 314 h 641"/>
                  <a:gd name="T6" fmla="*/ 118 w 380"/>
                  <a:gd name="T7" fmla="*/ 311 h 641"/>
                  <a:gd name="T8" fmla="*/ 131 w 380"/>
                  <a:gd name="T9" fmla="*/ 284 h 641"/>
                  <a:gd name="T10" fmla="*/ 242 w 380"/>
                  <a:gd name="T11" fmla="*/ 185 h 641"/>
                  <a:gd name="T12" fmla="*/ 335 w 380"/>
                  <a:gd name="T13" fmla="*/ 1 h 641"/>
                  <a:gd name="T14" fmla="*/ 338 w 380"/>
                  <a:gd name="T15" fmla="*/ 0 h 641"/>
                  <a:gd name="T16" fmla="*/ 244 w 380"/>
                  <a:gd name="T17" fmla="*/ 188 h 641"/>
                  <a:gd name="T18" fmla="*/ 134 w 380"/>
                  <a:gd name="T19" fmla="*/ 286 h 641"/>
                  <a:gd name="T20" fmla="*/ 122 w 380"/>
                  <a:gd name="T21" fmla="*/ 310 h 641"/>
                  <a:gd name="T22" fmla="*/ 157 w 380"/>
                  <a:gd name="T23" fmla="*/ 302 h 641"/>
                  <a:gd name="T24" fmla="*/ 228 w 380"/>
                  <a:gd name="T25" fmla="*/ 339 h 641"/>
                  <a:gd name="T26" fmla="*/ 217 w 380"/>
                  <a:gd name="T27" fmla="*/ 400 h 641"/>
                  <a:gd name="T28" fmla="*/ 151 w 380"/>
                  <a:gd name="T29" fmla="*/ 422 h 641"/>
                  <a:gd name="T30" fmla="*/ 114 w 380"/>
                  <a:gd name="T31" fmla="*/ 384 h 641"/>
                  <a:gd name="T32" fmla="*/ 116 w 380"/>
                  <a:gd name="T33" fmla="*/ 316 h 641"/>
                  <a:gd name="T34" fmla="*/ 112 w 380"/>
                  <a:gd name="T35" fmla="*/ 317 h 641"/>
                  <a:gd name="T36" fmla="*/ 8 w 380"/>
                  <a:gd name="T37" fmla="*/ 514 h 641"/>
                  <a:gd name="T38" fmla="*/ 40 w 380"/>
                  <a:gd name="T39" fmla="*/ 640 h 641"/>
                  <a:gd name="T40" fmla="*/ 36 w 380"/>
                  <a:gd name="T41" fmla="*/ 641 h 641"/>
                  <a:gd name="T42" fmla="*/ 120 w 380"/>
                  <a:gd name="T43" fmla="*/ 314 h 641"/>
                  <a:gd name="T44" fmla="*/ 117 w 380"/>
                  <a:gd name="T45" fmla="*/ 383 h 641"/>
                  <a:gd name="T46" fmla="*/ 153 w 380"/>
                  <a:gd name="T47" fmla="*/ 419 h 641"/>
                  <a:gd name="T48" fmla="*/ 215 w 380"/>
                  <a:gd name="T49" fmla="*/ 398 h 641"/>
                  <a:gd name="T50" fmla="*/ 225 w 380"/>
                  <a:gd name="T51" fmla="*/ 340 h 641"/>
                  <a:gd name="T52" fmla="*/ 120 w 380"/>
                  <a:gd name="T53" fmla="*/ 314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80" h="641">
                    <a:moveTo>
                      <a:pt x="36" y="641"/>
                    </a:moveTo>
                    <a:cubicBezTo>
                      <a:pt x="36" y="641"/>
                      <a:pt x="9" y="583"/>
                      <a:pt x="4" y="514"/>
                    </a:cubicBezTo>
                    <a:cubicBezTo>
                      <a:pt x="0" y="450"/>
                      <a:pt x="16" y="364"/>
                      <a:pt x="111" y="314"/>
                    </a:cubicBezTo>
                    <a:cubicBezTo>
                      <a:pt x="111" y="314"/>
                      <a:pt x="114" y="313"/>
                      <a:pt x="118" y="311"/>
                    </a:cubicBezTo>
                    <a:cubicBezTo>
                      <a:pt x="121" y="302"/>
                      <a:pt x="126" y="293"/>
                      <a:pt x="131" y="284"/>
                    </a:cubicBezTo>
                    <a:cubicBezTo>
                      <a:pt x="158" y="242"/>
                      <a:pt x="201" y="213"/>
                      <a:pt x="242" y="185"/>
                    </a:cubicBezTo>
                    <a:cubicBezTo>
                      <a:pt x="314" y="136"/>
                      <a:pt x="375" y="95"/>
                      <a:pt x="335" y="1"/>
                    </a:cubicBezTo>
                    <a:cubicBezTo>
                      <a:pt x="338" y="0"/>
                      <a:pt x="338" y="0"/>
                      <a:pt x="338" y="0"/>
                    </a:cubicBezTo>
                    <a:cubicBezTo>
                      <a:pt x="380" y="96"/>
                      <a:pt x="314" y="140"/>
                      <a:pt x="244" y="188"/>
                    </a:cubicBezTo>
                    <a:cubicBezTo>
                      <a:pt x="203" y="215"/>
                      <a:pt x="160" y="244"/>
                      <a:pt x="134" y="286"/>
                    </a:cubicBezTo>
                    <a:cubicBezTo>
                      <a:pt x="130" y="294"/>
                      <a:pt x="125" y="302"/>
                      <a:pt x="122" y="310"/>
                    </a:cubicBezTo>
                    <a:cubicBezTo>
                      <a:pt x="131" y="307"/>
                      <a:pt x="143" y="303"/>
                      <a:pt x="157" y="302"/>
                    </a:cubicBezTo>
                    <a:cubicBezTo>
                      <a:pt x="190" y="300"/>
                      <a:pt x="214" y="313"/>
                      <a:pt x="228" y="339"/>
                    </a:cubicBezTo>
                    <a:cubicBezTo>
                      <a:pt x="238" y="358"/>
                      <a:pt x="234" y="381"/>
                      <a:pt x="217" y="400"/>
                    </a:cubicBezTo>
                    <a:cubicBezTo>
                      <a:pt x="203" y="417"/>
                      <a:pt x="177" y="431"/>
                      <a:pt x="151" y="422"/>
                    </a:cubicBezTo>
                    <a:cubicBezTo>
                      <a:pt x="134" y="416"/>
                      <a:pt x="121" y="403"/>
                      <a:pt x="114" y="384"/>
                    </a:cubicBezTo>
                    <a:cubicBezTo>
                      <a:pt x="107" y="364"/>
                      <a:pt x="108" y="340"/>
                      <a:pt x="116" y="316"/>
                    </a:cubicBezTo>
                    <a:cubicBezTo>
                      <a:pt x="114" y="317"/>
                      <a:pt x="112" y="317"/>
                      <a:pt x="112" y="317"/>
                    </a:cubicBezTo>
                    <a:cubicBezTo>
                      <a:pt x="19" y="366"/>
                      <a:pt x="4" y="451"/>
                      <a:pt x="8" y="514"/>
                    </a:cubicBezTo>
                    <a:cubicBezTo>
                      <a:pt x="12" y="582"/>
                      <a:pt x="39" y="639"/>
                      <a:pt x="40" y="640"/>
                    </a:cubicBezTo>
                    <a:lnTo>
                      <a:pt x="36" y="641"/>
                    </a:lnTo>
                    <a:close/>
                    <a:moveTo>
                      <a:pt x="120" y="314"/>
                    </a:moveTo>
                    <a:cubicBezTo>
                      <a:pt x="112" y="339"/>
                      <a:pt x="110" y="363"/>
                      <a:pt x="117" y="383"/>
                    </a:cubicBezTo>
                    <a:cubicBezTo>
                      <a:pt x="124" y="401"/>
                      <a:pt x="136" y="413"/>
                      <a:pt x="153" y="419"/>
                    </a:cubicBezTo>
                    <a:cubicBezTo>
                      <a:pt x="176" y="427"/>
                      <a:pt x="201" y="414"/>
                      <a:pt x="215" y="398"/>
                    </a:cubicBezTo>
                    <a:cubicBezTo>
                      <a:pt x="230" y="380"/>
                      <a:pt x="234" y="358"/>
                      <a:pt x="225" y="340"/>
                    </a:cubicBezTo>
                    <a:cubicBezTo>
                      <a:pt x="200" y="292"/>
                      <a:pt x="142" y="307"/>
                      <a:pt x="120" y="314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5" name="Freeform: Shape 3234">
                <a:extLst>
                  <a:ext uri="{FF2B5EF4-FFF2-40B4-BE49-F238E27FC236}">
                    <a16:creationId xmlns:a16="http://schemas.microsoft.com/office/drawing/2014/main" id="{647D4B12-BD1B-4C3A-AED4-DEC0269CAE54}"/>
                  </a:ext>
                </a:extLst>
              </p:cNvPr>
              <p:cNvSpPr/>
              <p:nvPr/>
            </p:nvSpPr>
            <p:spPr bwMode="auto">
              <a:xfrm>
                <a:off x="8967788" y="2324101"/>
                <a:ext cx="77788" cy="61913"/>
              </a:xfrm>
              <a:custGeom>
                <a:avLst/>
                <a:gdLst>
                  <a:gd name="T0" fmla="*/ 49 w 49"/>
                  <a:gd name="T1" fmla="*/ 39 h 39"/>
                  <a:gd name="T2" fmla="*/ 0 w 49"/>
                  <a:gd name="T3" fmla="*/ 15 h 39"/>
                  <a:gd name="T4" fmla="*/ 17 w 49"/>
                  <a:gd name="T5" fmla="*/ 0 h 39"/>
                  <a:gd name="T6" fmla="*/ 49 w 49"/>
                  <a:gd name="T7" fmla="*/ 39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" h="39">
                    <a:moveTo>
                      <a:pt x="49" y="39"/>
                    </a:moveTo>
                    <a:lnTo>
                      <a:pt x="0" y="15"/>
                    </a:lnTo>
                    <a:lnTo>
                      <a:pt x="17" y="0"/>
                    </a:lnTo>
                    <a:lnTo>
                      <a:pt x="49" y="39"/>
                    </a:lnTo>
                    <a:close/>
                  </a:path>
                </a:pathLst>
              </a:custGeom>
              <a:solidFill>
                <a:srgbClr val="EC98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6" name="Freeform: Shape 3235">
                <a:extLst>
                  <a:ext uri="{FF2B5EF4-FFF2-40B4-BE49-F238E27FC236}">
                    <a16:creationId xmlns:a16="http://schemas.microsoft.com/office/drawing/2014/main" id="{DC0878F7-8F3A-4830-BBAA-14A56E236D4F}"/>
                  </a:ext>
                </a:extLst>
              </p:cNvPr>
              <p:cNvSpPr/>
              <p:nvPr/>
            </p:nvSpPr>
            <p:spPr bwMode="auto">
              <a:xfrm>
                <a:off x="8750301" y="2071688"/>
                <a:ext cx="385763" cy="336550"/>
              </a:xfrm>
              <a:custGeom>
                <a:avLst/>
                <a:gdLst>
                  <a:gd name="T0" fmla="*/ 0 w 101"/>
                  <a:gd name="T1" fmla="*/ 0 h 88"/>
                  <a:gd name="T2" fmla="*/ 39 w 101"/>
                  <a:gd name="T3" fmla="*/ 88 h 88"/>
                  <a:gd name="T4" fmla="*/ 64 w 101"/>
                  <a:gd name="T5" fmla="*/ 66 h 88"/>
                  <a:gd name="T6" fmla="*/ 77 w 101"/>
                  <a:gd name="T7" fmla="*/ 82 h 88"/>
                  <a:gd name="T8" fmla="*/ 77 w 101"/>
                  <a:gd name="T9" fmla="*/ 59 h 88"/>
                  <a:gd name="T10" fmla="*/ 101 w 101"/>
                  <a:gd name="T11" fmla="*/ 44 h 88"/>
                  <a:gd name="T12" fmla="*/ 0 w 101"/>
                  <a:gd name="T13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1" h="88">
                    <a:moveTo>
                      <a:pt x="0" y="0"/>
                    </a:moveTo>
                    <a:cubicBezTo>
                      <a:pt x="39" y="88"/>
                      <a:pt x="39" y="88"/>
                      <a:pt x="39" y="88"/>
                    </a:cubicBezTo>
                    <a:cubicBezTo>
                      <a:pt x="64" y="66"/>
                      <a:pt x="64" y="66"/>
                      <a:pt x="64" y="66"/>
                    </a:cubicBezTo>
                    <a:cubicBezTo>
                      <a:pt x="64" y="66"/>
                      <a:pt x="77" y="85"/>
                      <a:pt x="77" y="82"/>
                    </a:cubicBezTo>
                    <a:cubicBezTo>
                      <a:pt x="77" y="79"/>
                      <a:pt x="77" y="59"/>
                      <a:pt x="77" y="59"/>
                    </a:cubicBezTo>
                    <a:cubicBezTo>
                      <a:pt x="101" y="44"/>
                      <a:pt x="101" y="44"/>
                      <a:pt x="101" y="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7" name="Freeform: Shape 3236">
                <a:extLst>
                  <a:ext uri="{FF2B5EF4-FFF2-40B4-BE49-F238E27FC236}">
                    <a16:creationId xmlns:a16="http://schemas.microsoft.com/office/drawing/2014/main" id="{EF7E42A6-B334-4EEA-A88F-BB40D1E03109}"/>
                  </a:ext>
                </a:extLst>
              </p:cNvPr>
              <p:cNvSpPr/>
              <p:nvPr/>
            </p:nvSpPr>
            <p:spPr bwMode="auto">
              <a:xfrm>
                <a:off x="8755063" y="2071688"/>
                <a:ext cx="285751" cy="301625"/>
              </a:xfrm>
              <a:custGeom>
                <a:avLst/>
                <a:gdLst>
                  <a:gd name="T0" fmla="*/ 0 w 180"/>
                  <a:gd name="T1" fmla="*/ 0 h 190"/>
                  <a:gd name="T2" fmla="*/ 178 w 180"/>
                  <a:gd name="T3" fmla="*/ 142 h 190"/>
                  <a:gd name="T4" fmla="*/ 180 w 180"/>
                  <a:gd name="T5" fmla="*/ 190 h 190"/>
                  <a:gd name="T6" fmla="*/ 159 w 180"/>
                  <a:gd name="T7" fmla="*/ 157 h 190"/>
                  <a:gd name="T8" fmla="*/ 0 w 180"/>
                  <a:gd name="T9" fmla="*/ 0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0" h="190">
                    <a:moveTo>
                      <a:pt x="0" y="0"/>
                    </a:moveTo>
                    <a:lnTo>
                      <a:pt x="178" y="142"/>
                    </a:lnTo>
                    <a:lnTo>
                      <a:pt x="180" y="190"/>
                    </a:lnTo>
                    <a:lnTo>
                      <a:pt x="159" y="1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4AB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8" name="Oval 3237">
                <a:extLst>
                  <a:ext uri="{FF2B5EF4-FFF2-40B4-BE49-F238E27FC236}">
                    <a16:creationId xmlns:a16="http://schemas.microsoft.com/office/drawing/2014/main" id="{550665AB-0640-44B2-B51C-3B2DEB54EB7F}"/>
                  </a:ext>
                </a:extLst>
              </p:cNvPr>
              <p:cNvSpPr/>
              <p:nvPr/>
            </p:nvSpPr>
            <p:spPr bwMode="auto">
              <a:xfrm>
                <a:off x="3016251" y="5556251"/>
                <a:ext cx="1890713" cy="61913"/>
              </a:xfrm>
              <a:prstGeom prst="ellipse">
                <a:avLst/>
              </a:prstGeom>
              <a:solidFill>
                <a:srgbClr val="ECEC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9" name="Freeform: Shape 3238">
                <a:extLst>
                  <a:ext uri="{FF2B5EF4-FFF2-40B4-BE49-F238E27FC236}">
                    <a16:creationId xmlns:a16="http://schemas.microsoft.com/office/drawing/2014/main" id="{32555A38-5F47-4BCA-A9C9-BB73286245E8}"/>
                  </a:ext>
                </a:extLst>
              </p:cNvPr>
              <p:cNvSpPr/>
              <p:nvPr/>
            </p:nvSpPr>
            <p:spPr bwMode="auto">
              <a:xfrm>
                <a:off x="3730626" y="3163888"/>
                <a:ext cx="492125" cy="530225"/>
              </a:xfrm>
              <a:custGeom>
                <a:avLst/>
                <a:gdLst>
                  <a:gd name="T0" fmla="*/ 42 w 129"/>
                  <a:gd name="T1" fmla="*/ 0 h 139"/>
                  <a:gd name="T2" fmla="*/ 81 w 129"/>
                  <a:gd name="T3" fmla="*/ 0 h 139"/>
                  <a:gd name="T4" fmla="*/ 110 w 129"/>
                  <a:gd name="T5" fmla="*/ 20 h 139"/>
                  <a:gd name="T6" fmla="*/ 112 w 129"/>
                  <a:gd name="T7" fmla="*/ 92 h 139"/>
                  <a:gd name="T8" fmla="*/ 98 w 129"/>
                  <a:gd name="T9" fmla="*/ 137 h 139"/>
                  <a:gd name="T10" fmla="*/ 21 w 129"/>
                  <a:gd name="T11" fmla="*/ 139 h 139"/>
                  <a:gd name="T12" fmla="*/ 2 w 129"/>
                  <a:gd name="T13" fmla="*/ 25 h 139"/>
                  <a:gd name="T14" fmla="*/ 16 w 129"/>
                  <a:gd name="T15" fmla="*/ 4 h 139"/>
                  <a:gd name="T16" fmla="*/ 42 w 129"/>
                  <a:gd name="T17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139">
                    <a:moveTo>
                      <a:pt x="42" y="0"/>
                    </a:moveTo>
                    <a:cubicBezTo>
                      <a:pt x="81" y="0"/>
                      <a:pt x="81" y="0"/>
                      <a:pt x="81" y="0"/>
                    </a:cubicBezTo>
                    <a:cubicBezTo>
                      <a:pt x="81" y="0"/>
                      <a:pt x="99" y="2"/>
                      <a:pt x="110" y="20"/>
                    </a:cubicBezTo>
                    <a:cubicBezTo>
                      <a:pt x="120" y="36"/>
                      <a:pt x="129" y="71"/>
                      <a:pt x="112" y="92"/>
                    </a:cubicBezTo>
                    <a:cubicBezTo>
                      <a:pt x="112" y="92"/>
                      <a:pt x="97" y="126"/>
                      <a:pt x="98" y="137"/>
                    </a:cubicBezTo>
                    <a:cubicBezTo>
                      <a:pt x="21" y="139"/>
                      <a:pt x="21" y="139"/>
                      <a:pt x="21" y="139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15"/>
                      <a:pt x="7" y="6"/>
                      <a:pt x="16" y="4"/>
                    </a:cubicBez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F974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0" name="Freeform: Shape 3239">
                <a:extLst>
                  <a:ext uri="{FF2B5EF4-FFF2-40B4-BE49-F238E27FC236}">
                    <a16:creationId xmlns:a16="http://schemas.microsoft.com/office/drawing/2014/main" id="{855A3504-77E6-4B3D-B6DD-A790E9D414EA}"/>
                  </a:ext>
                </a:extLst>
              </p:cNvPr>
              <p:cNvSpPr/>
              <p:nvPr/>
            </p:nvSpPr>
            <p:spPr bwMode="auto">
              <a:xfrm>
                <a:off x="3517901" y="3098801"/>
                <a:ext cx="396875" cy="881063"/>
              </a:xfrm>
              <a:custGeom>
                <a:avLst/>
                <a:gdLst>
                  <a:gd name="T0" fmla="*/ 90 w 104"/>
                  <a:gd name="T1" fmla="*/ 23 h 231"/>
                  <a:gd name="T2" fmla="*/ 44 w 104"/>
                  <a:gd name="T3" fmla="*/ 135 h 231"/>
                  <a:gd name="T4" fmla="*/ 104 w 104"/>
                  <a:gd name="T5" fmla="*/ 216 h 231"/>
                  <a:gd name="T6" fmla="*/ 89 w 104"/>
                  <a:gd name="T7" fmla="*/ 231 h 231"/>
                  <a:gd name="T8" fmla="*/ 20 w 104"/>
                  <a:gd name="T9" fmla="*/ 144 h 231"/>
                  <a:gd name="T10" fmla="*/ 90 w 104"/>
                  <a:gd name="T11" fmla="*/ 23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4" h="231">
                    <a:moveTo>
                      <a:pt x="90" y="23"/>
                    </a:moveTo>
                    <a:cubicBezTo>
                      <a:pt x="94" y="27"/>
                      <a:pt x="103" y="53"/>
                      <a:pt x="44" y="135"/>
                    </a:cubicBezTo>
                    <a:cubicBezTo>
                      <a:pt x="44" y="135"/>
                      <a:pt x="93" y="188"/>
                      <a:pt x="104" y="216"/>
                    </a:cubicBezTo>
                    <a:cubicBezTo>
                      <a:pt x="89" y="231"/>
                      <a:pt x="89" y="231"/>
                      <a:pt x="89" y="231"/>
                    </a:cubicBezTo>
                    <a:cubicBezTo>
                      <a:pt x="89" y="231"/>
                      <a:pt x="41" y="177"/>
                      <a:pt x="20" y="144"/>
                    </a:cubicBezTo>
                    <a:cubicBezTo>
                      <a:pt x="0" y="111"/>
                      <a:pt x="67" y="0"/>
                      <a:pt x="90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1" name="Freeform: Shape 3240">
                <a:extLst>
                  <a:ext uri="{FF2B5EF4-FFF2-40B4-BE49-F238E27FC236}">
                    <a16:creationId xmlns:a16="http://schemas.microsoft.com/office/drawing/2014/main" id="{68E5BF91-5418-433E-8295-CA01F23BE467}"/>
                  </a:ext>
                </a:extLst>
              </p:cNvPr>
              <p:cNvSpPr/>
              <p:nvPr/>
            </p:nvSpPr>
            <p:spPr bwMode="auto">
              <a:xfrm>
                <a:off x="3833813" y="3098801"/>
                <a:ext cx="939800" cy="415925"/>
              </a:xfrm>
              <a:custGeom>
                <a:avLst/>
                <a:gdLst>
                  <a:gd name="T0" fmla="*/ 45 w 246"/>
                  <a:gd name="T1" fmla="*/ 23 h 109"/>
                  <a:gd name="T2" fmla="*/ 150 w 246"/>
                  <a:gd name="T3" fmla="*/ 70 h 109"/>
                  <a:gd name="T4" fmla="*/ 229 w 246"/>
                  <a:gd name="T5" fmla="*/ 0 h 109"/>
                  <a:gd name="T6" fmla="*/ 246 w 246"/>
                  <a:gd name="T7" fmla="*/ 13 h 109"/>
                  <a:gd name="T8" fmla="*/ 159 w 246"/>
                  <a:gd name="T9" fmla="*/ 97 h 109"/>
                  <a:gd name="T10" fmla="*/ 45 w 246"/>
                  <a:gd name="T11" fmla="*/ 23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6" h="109">
                    <a:moveTo>
                      <a:pt x="45" y="23"/>
                    </a:moveTo>
                    <a:cubicBezTo>
                      <a:pt x="65" y="6"/>
                      <a:pt x="130" y="59"/>
                      <a:pt x="150" y="70"/>
                    </a:cubicBezTo>
                    <a:cubicBezTo>
                      <a:pt x="150" y="70"/>
                      <a:pt x="206" y="25"/>
                      <a:pt x="229" y="0"/>
                    </a:cubicBezTo>
                    <a:cubicBezTo>
                      <a:pt x="246" y="13"/>
                      <a:pt x="246" y="13"/>
                      <a:pt x="246" y="13"/>
                    </a:cubicBezTo>
                    <a:cubicBezTo>
                      <a:pt x="246" y="13"/>
                      <a:pt x="182" y="92"/>
                      <a:pt x="159" y="97"/>
                    </a:cubicBezTo>
                    <a:cubicBezTo>
                      <a:pt x="99" y="109"/>
                      <a:pt x="0" y="63"/>
                      <a:pt x="45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2" name="Freeform: Shape 3241">
                <a:extLst>
                  <a:ext uri="{FF2B5EF4-FFF2-40B4-BE49-F238E27FC236}">
                    <a16:creationId xmlns:a16="http://schemas.microsoft.com/office/drawing/2014/main" id="{F6507B91-E7D7-47C8-B73C-297E2E5B7694}"/>
                  </a:ext>
                </a:extLst>
              </p:cNvPr>
              <p:cNvSpPr/>
              <p:nvPr/>
            </p:nvSpPr>
            <p:spPr bwMode="auto">
              <a:xfrm>
                <a:off x="4678363" y="2832101"/>
                <a:ext cx="182563" cy="315913"/>
              </a:xfrm>
              <a:custGeom>
                <a:avLst/>
                <a:gdLst>
                  <a:gd name="T0" fmla="*/ 0 w 48"/>
                  <a:gd name="T1" fmla="*/ 82 h 83"/>
                  <a:gd name="T2" fmla="*/ 10 w 48"/>
                  <a:gd name="T3" fmla="*/ 53 h 83"/>
                  <a:gd name="T4" fmla="*/ 12 w 48"/>
                  <a:gd name="T5" fmla="*/ 44 h 83"/>
                  <a:gd name="T6" fmla="*/ 41 w 48"/>
                  <a:gd name="T7" fmla="*/ 0 h 83"/>
                  <a:gd name="T8" fmla="*/ 32 w 48"/>
                  <a:gd name="T9" fmla="*/ 31 h 83"/>
                  <a:gd name="T10" fmla="*/ 40 w 48"/>
                  <a:gd name="T11" fmla="*/ 60 h 83"/>
                  <a:gd name="T12" fmla="*/ 25 w 48"/>
                  <a:gd name="T13" fmla="*/ 83 h 83"/>
                  <a:gd name="T14" fmla="*/ 0 w 48"/>
                  <a:gd name="T15" fmla="*/ 82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8" h="83">
                    <a:moveTo>
                      <a:pt x="0" y="82"/>
                    </a:moveTo>
                    <a:cubicBezTo>
                      <a:pt x="0" y="82"/>
                      <a:pt x="10" y="74"/>
                      <a:pt x="10" y="53"/>
                    </a:cubicBezTo>
                    <a:cubicBezTo>
                      <a:pt x="10" y="50"/>
                      <a:pt x="11" y="47"/>
                      <a:pt x="12" y="44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1" y="0"/>
                      <a:pt x="48" y="6"/>
                      <a:pt x="32" y="31"/>
                    </a:cubicBezTo>
                    <a:cubicBezTo>
                      <a:pt x="32" y="31"/>
                      <a:pt x="44" y="49"/>
                      <a:pt x="40" y="60"/>
                    </a:cubicBezTo>
                    <a:cubicBezTo>
                      <a:pt x="36" y="70"/>
                      <a:pt x="25" y="83"/>
                      <a:pt x="25" y="83"/>
                    </a:cubicBezTo>
                    <a:lnTo>
                      <a:pt x="0" y="82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3" name="Freeform: Shape 3242">
                <a:extLst>
                  <a:ext uri="{FF2B5EF4-FFF2-40B4-BE49-F238E27FC236}">
                    <a16:creationId xmlns:a16="http://schemas.microsoft.com/office/drawing/2014/main" id="{B57CCE58-7466-4EF6-8635-7C656DD9EC9D}"/>
                  </a:ext>
                </a:extLst>
              </p:cNvPr>
              <p:cNvSpPr/>
              <p:nvPr/>
            </p:nvSpPr>
            <p:spPr bwMode="auto">
              <a:xfrm>
                <a:off x="3570288" y="2465388"/>
                <a:ext cx="874713" cy="1212850"/>
              </a:xfrm>
              <a:custGeom>
                <a:avLst/>
                <a:gdLst>
                  <a:gd name="T0" fmla="*/ 88 w 229"/>
                  <a:gd name="T1" fmla="*/ 42 h 318"/>
                  <a:gd name="T2" fmla="*/ 75 w 229"/>
                  <a:gd name="T3" fmla="*/ 52 h 318"/>
                  <a:gd name="T4" fmla="*/ 66 w 229"/>
                  <a:gd name="T5" fmla="*/ 57 h 318"/>
                  <a:gd name="T6" fmla="*/ 33 w 229"/>
                  <a:gd name="T7" fmla="*/ 87 h 318"/>
                  <a:gd name="T8" fmla="*/ 21 w 229"/>
                  <a:gd name="T9" fmla="*/ 163 h 318"/>
                  <a:gd name="T10" fmla="*/ 16 w 229"/>
                  <a:gd name="T11" fmla="*/ 173 h 318"/>
                  <a:gd name="T12" fmla="*/ 41 w 229"/>
                  <a:gd name="T13" fmla="*/ 240 h 318"/>
                  <a:gd name="T14" fmla="*/ 114 w 229"/>
                  <a:gd name="T15" fmla="*/ 316 h 318"/>
                  <a:gd name="T16" fmla="*/ 185 w 229"/>
                  <a:gd name="T17" fmla="*/ 249 h 318"/>
                  <a:gd name="T18" fmla="*/ 202 w 229"/>
                  <a:gd name="T19" fmla="*/ 214 h 318"/>
                  <a:gd name="T20" fmla="*/ 188 w 229"/>
                  <a:gd name="T21" fmla="*/ 148 h 318"/>
                  <a:gd name="T22" fmla="*/ 176 w 229"/>
                  <a:gd name="T23" fmla="*/ 103 h 318"/>
                  <a:gd name="T24" fmla="*/ 88 w 229"/>
                  <a:gd name="T25" fmla="*/ 4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29" h="318">
                    <a:moveTo>
                      <a:pt x="88" y="42"/>
                    </a:moveTo>
                    <a:cubicBezTo>
                      <a:pt x="83" y="45"/>
                      <a:pt x="79" y="49"/>
                      <a:pt x="75" y="52"/>
                    </a:cubicBezTo>
                    <a:cubicBezTo>
                      <a:pt x="73" y="54"/>
                      <a:pt x="71" y="56"/>
                      <a:pt x="66" y="57"/>
                    </a:cubicBezTo>
                    <a:cubicBezTo>
                      <a:pt x="60" y="59"/>
                      <a:pt x="32" y="54"/>
                      <a:pt x="33" y="87"/>
                    </a:cubicBezTo>
                    <a:cubicBezTo>
                      <a:pt x="34" y="113"/>
                      <a:pt x="30" y="139"/>
                      <a:pt x="21" y="163"/>
                    </a:cubicBezTo>
                    <a:cubicBezTo>
                      <a:pt x="19" y="166"/>
                      <a:pt x="18" y="170"/>
                      <a:pt x="16" y="173"/>
                    </a:cubicBezTo>
                    <a:cubicBezTo>
                      <a:pt x="0" y="215"/>
                      <a:pt x="27" y="214"/>
                      <a:pt x="41" y="240"/>
                    </a:cubicBezTo>
                    <a:cubicBezTo>
                      <a:pt x="55" y="266"/>
                      <a:pt x="27" y="313"/>
                      <a:pt x="114" y="316"/>
                    </a:cubicBezTo>
                    <a:cubicBezTo>
                      <a:pt x="159" y="318"/>
                      <a:pt x="206" y="295"/>
                      <a:pt x="185" y="249"/>
                    </a:cubicBezTo>
                    <a:cubicBezTo>
                      <a:pt x="185" y="249"/>
                      <a:pt x="186" y="224"/>
                      <a:pt x="202" y="214"/>
                    </a:cubicBezTo>
                    <a:cubicBezTo>
                      <a:pt x="218" y="205"/>
                      <a:pt x="229" y="158"/>
                      <a:pt x="188" y="148"/>
                    </a:cubicBezTo>
                    <a:cubicBezTo>
                      <a:pt x="146" y="138"/>
                      <a:pt x="176" y="123"/>
                      <a:pt x="176" y="103"/>
                    </a:cubicBezTo>
                    <a:cubicBezTo>
                      <a:pt x="177" y="60"/>
                      <a:pt x="151" y="0"/>
                      <a:pt x="88" y="42"/>
                    </a:cubicBezTo>
                    <a:close/>
                  </a:path>
                </a:pathLst>
              </a:custGeom>
              <a:solidFill>
                <a:srgbClr val="5A5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4" name="Freeform: Shape 3243">
                <a:extLst>
                  <a:ext uri="{FF2B5EF4-FFF2-40B4-BE49-F238E27FC236}">
                    <a16:creationId xmlns:a16="http://schemas.microsoft.com/office/drawing/2014/main" id="{6FD9BD0F-B42F-43CE-9DAC-D57CFD027EF4}"/>
                  </a:ext>
                </a:extLst>
              </p:cNvPr>
              <p:cNvSpPr/>
              <p:nvPr/>
            </p:nvSpPr>
            <p:spPr bwMode="auto">
              <a:xfrm>
                <a:off x="3436938" y="5254626"/>
                <a:ext cx="266700" cy="320675"/>
              </a:xfrm>
              <a:custGeom>
                <a:avLst/>
                <a:gdLst>
                  <a:gd name="T0" fmla="*/ 23 w 70"/>
                  <a:gd name="T1" fmla="*/ 0 h 84"/>
                  <a:gd name="T2" fmla="*/ 0 w 70"/>
                  <a:gd name="T3" fmla="*/ 60 h 84"/>
                  <a:gd name="T4" fmla="*/ 67 w 70"/>
                  <a:gd name="T5" fmla="*/ 84 h 84"/>
                  <a:gd name="T6" fmla="*/ 59 w 70"/>
                  <a:gd name="T7" fmla="*/ 65 h 84"/>
                  <a:gd name="T8" fmla="*/ 34 w 70"/>
                  <a:gd name="T9" fmla="*/ 55 h 84"/>
                  <a:gd name="T10" fmla="*/ 50 w 70"/>
                  <a:gd name="T11" fmla="*/ 10 h 84"/>
                  <a:gd name="T12" fmla="*/ 23 w 70"/>
                  <a:gd name="T13" fmla="*/ 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0" h="84">
                    <a:moveTo>
                      <a:pt x="23" y="0"/>
                    </a:moveTo>
                    <a:cubicBezTo>
                      <a:pt x="0" y="60"/>
                      <a:pt x="0" y="60"/>
                      <a:pt x="0" y="60"/>
                    </a:cubicBezTo>
                    <a:cubicBezTo>
                      <a:pt x="67" y="84"/>
                      <a:pt x="67" y="84"/>
                      <a:pt x="67" y="84"/>
                    </a:cubicBezTo>
                    <a:cubicBezTo>
                      <a:pt x="70" y="77"/>
                      <a:pt x="67" y="68"/>
                      <a:pt x="59" y="65"/>
                    </a:cubicBezTo>
                    <a:cubicBezTo>
                      <a:pt x="34" y="55"/>
                      <a:pt x="34" y="55"/>
                      <a:pt x="34" y="55"/>
                    </a:cubicBezTo>
                    <a:cubicBezTo>
                      <a:pt x="50" y="10"/>
                      <a:pt x="50" y="10"/>
                      <a:pt x="50" y="10"/>
                    </a:cubicBez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5" name="Freeform: Shape 3244">
                <a:extLst>
                  <a:ext uri="{FF2B5EF4-FFF2-40B4-BE49-F238E27FC236}">
                    <a16:creationId xmlns:a16="http://schemas.microsoft.com/office/drawing/2014/main" id="{452397D8-B093-4B35-B513-7A4578008680}"/>
                  </a:ext>
                </a:extLst>
              </p:cNvPr>
              <p:cNvSpPr/>
              <p:nvPr/>
            </p:nvSpPr>
            <p:spPr bwMode="auto">
              <a:xfrm>
                <a:off x="3436938" y="5430838"/>
                <a:ext cx="271463" cy="144463"/>
              </a:xfrm>
              <a:custGeom>
                <a:avLst/>
                <a:gdLst>
                  <a:gd name="T0" fmla="*/ 6 w 71"/>
                  <a:gd name="T1" fmla="*/ 0 h 38"/>
                  <a:gd name="T2" fmla="*/ 34 w 71"/>
                  <a:gd name="T3" fmla="*/ 9 h 38"/>
                  <a:gd name="T4" fmla="*/ 62 w 71"/>
                  <a:gd name="T5" fmla="*/ 20 h 38"/>
                  <a:gd name="T6" fmla="*/ 67 w 71"/>
                  <a:gd name="T7" fmla="*/ 38 h 38"/>
                  <a:gd name="T8" fmla="*/ 0 w 71"/>
                  <a:gd name="T9" fmla="*/ 14 h 38"/>
                  <a:gd name="T10" fmla="*/ 6 w 71"/>
                  <a:gd name="T11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1" h="38">
                    <a:moveTo>
                      <a:pt x="6" y="0"/>
                    </a:moveTo>
                    <a:cubicBezTo>
                      <a:pt x="34" y="9"/>
                      <a:pt x="34" y="9"/>
                      <a:pt x="34" y="9"/>
                    </a:cubicBezTo>
                    <a:cubicBezTo>
                      <a:pt x="62" y="20"/>
                      <a:pt x="62" y="20"/>
                      <a:pt x="62" y="20"/>
                    </a:cubicBezTo>
                    <a:cubicBezTo>
                      <a:pt x="69" y="23"/>
                      <a:pt x="71" y="32"/>
                      <a:pt x="67" y="38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6" name="Freeform: Shape 3245">
                <a:extLst>
                  <a:ext uri="{FF2B5EF4-FFF2-40B4-BE49-F238E27FC236}">
                    <a16:creationId xmlns:a16="http://schemas.microsoft.com/office/drawing/2014/main" id="{C03E9628-5F29-459A-BAC8-AFB352CA4D11}"/>
                  </a:ext>
                </a:extLst>
              </p:cNvPr>
              <p:cNvSpPr/>
              <p:nvPr/>
            </p:nvSpPr>
            <p:spPr bwMode="auto">
              <a:xfrm>
                <a:off x="4048126" y="5327651"/>
                <a:ext cx="274638" cy="247650"/>
              </a:xfrm>
              <a:custGeom>
                <a:avLst/>
                <a:gdLst>
                  <a:gd name="T0" fmla="*/ 0 w 72"/>
                  <a:gd name="T1" fmla="*/ 1 h 65"/>
                  <a:gd name="T2" fmla="*/ 1 w 72"/>
                  <a:gd name="T3" fmla="*/ 65 h 65"/>
                  <a:gd name="T4" fmla="*/ 72 w 72"/>
                  <a:gd name="T5" fmla="*/ 63 h 65"/>
                  <a:gd name="T6" fmla="*/ 58 w 72"/>
                  <a:gd name="T7" fmla="*/ 48 h 65"/>
                  <a:gd name="T8" fmla="*/ 30 w 72"/>
                  <a:gd name="T9" fmla="*/ 48 h 65"/>
                  <a:gd name="T10" fmla="*/ 29 w 72"/>
                  <a:gd name="T11" fmla="*/ 0 h 65"/>
                  <a:gd name="T12" fmla="*/ 0 w 72"/>
                  <a:gd name="T13" fmla="*/ 1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65">
                    <a:moveTo>
                      <a:pt x="0" y="1"/>
                    </a:moveTo>
                    <a:cubicBezTo>
                      <a:pt x="1" y="65"/>
                      <a:pt x="1" y="65"/>
                      <a:pt x="1" y="65"/>
                    </a:cubicBezTo>
                    <a:cubicBezTo>
                      <a:pt x="72" y="63"/>
                      <a:pt x="72" y="63"/>
                      <a:pt x="72" y="63"/>
                    </a:cubicBezTo>
                    <a:cubicBezTo>
                      <a:pt x="72" y="55"/>
                      <a:pt x="66" y="48"/>
                      <a:pt x="58" y="48"/>
                    </a:cubicBezTo>
                    <a:cubicBezTo>
                      <a:pt x="30" y="48"/>
                      <a:pt x="30" y="48"/>
                      <a:pt x="30" y="48"/>
                    </a:cubicBezTo>
                    <a:cubicBezTo>
                      <a:pt x="29" y="0"/>
                      <a:pt x="29" y="0"/>
                      <a:pt x="29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7" name="Freeform: Shape 3246">
                <a:extLst>
                  <a:ext uri="{FF2B5EF4-FFF2-40B4-BE49-F238E27FC236}">
                    <a16:creationId xmlns:a16="http://schemas.microsoft.com/office/drawing/2014/main" id="{0C713D3B-1B59-4146-95B2-C4AE70428573}"/>
                  </a:ext>
                </a:extLst>
              </p:cNvPr>
              <p:cNvSpPr/>
              <p:nvPr/>
            </p:nvSpPr>
            <p:spPr bwMode="auto">
              <a:xfrm>
                <a:off x="4048126" y="5510213"/>
                <a:ext cx="282575" cy="65088"/>
              </a:xfrm>
              <a:custGeom>
                <a:avLst/>
                <a:gdLst>
                  <a:gd name="T0" fmla="*/ 0 w 74"/>
                  <a:gd name="T1" fmla="*/ 2 h 17"/>
                  <a:gd name="T2" fmla="*/ 30 w 74"/>
                  <a:gd name="T3" fmla="*/ 0 h 17"/>
                  <a:gd name="T4" fmla="*/ 60 w 74"/>
                  <a:gd name="T5" fmla="*/ 0 h 17"/>
                  <a:gd name="T6" fmla="*/ 72 w 74"/>
                  <a:gd name="T7" fmla="*/ 15 h 17"/>
                  <a:gd name="T8" fmla="*/ 1 w 74"/>
                  <a:gd name="T9" fmla="*/ 17 h 17"/>
                  <a:gd name="T10" fmla="*/ 0 w 74"/>
                  <a:gd name="T11" fmla="*/ 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17">
                    <a:moveTo>
                      <a:pt x="0" y="2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68" y="0"/>
                      <a:pt x="74" y="8"/>
                      <a:pt x="72" y="15"/>
                    </a:cubicBezTo>
                    <a:cubicBezTo>
                      <a:pt x="1" y="17"/>
                      <a:pt x="1" y="17"/>
                      <a:pt x="1" y="17"/>
                    </a:cubicBez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8" name="Freeform: Shape 3247">
                <a:extLst>
                  <a:ext uri="{FF2B5EF4-FFF2-40B4-BE49-F238E27FC236}">
                    <a16:creationId xmlns:a16="http://schemas.microsoft.com/office/drawing/2014/main" id="{487EB1B5-2993-485C-A02E-1141AFDA2C31}"/>
                  </a:ext>
                </a:extLst>
              </p:cNvPr>
              <p:cNvSpPr/>
              <p:nvPr/>
            </p:nvSpPr>
            <p:spPr bwMode="auto">
              <a:xfrm>
                <a:off x="3857626" y="3683001"/>
                <a:ext cx="392113" cy="1731963"/>
              </a:xfrm>
              <a:custGeom>
                <a:avLst/>
                <a:gdLst>
                  <a:gd name="T0" fmla="*/ 65 w 103"/>
                  <a:gd name="T1" fmla="*/ 0 h 454"/>
                  <a:gd name="T2" fmla="*/ 92 w 103"/>
                  <a:gd name="T3" fmla="*/ 101 h 454"/>
                  <a:gd name="T4" fmla="*/ 102 w 103"/>
                  <a:gd name="T5" fmla="*/ 209 h 454"/>
                  <a:gd name="T6" fmla="*/ 101 w 103"/>
                  <a:gd name="T7" fmla="*/ 276 h 454"/>
                  <a:gd name="T8" fmla="*/ 85 w 103"/>
                  <a:gd name="T9" fmla="*/ 453 h 454"/>
                  <a:gd name="T10" fmla="*/ 47 w 103"/>
                  <a:gd name="T11" fmla="*/ 454 h 454"/>
                  <a:gd name="T12" fmla="*/ 44 w 103"/>
                  <a:gd name="T13" fmla="*/ 251 h 454"/>
                  <a:gd name="T14" fmla="*/ 0 w 103"/>
                  <a:gd name="T15" fmla="*/ 3 h 454"/>
                  <a:gd name="T16" fmla="*/ 65 w 103"/>
                  <a:gd name="T17" fmla="*/ 0 h 4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3" h="454">
                    <a:moveTo>
                      <a:pt x="65" y="0"/>
                    </a:moveTo>
                    <a:cubicBezTo>
                      <a:pt x="65" y="0"/>
                      <a:pt x="81" y="37"/>
                      <a:pt x="92" y="101"/>
                    </a:cubicBezTo>
                    <a:cubicBezTo>
                      <a:pt x="96" y="121"/>
                      <a:pt x="100" y="174"/>
                      <a:pt x="102" y="209"/>
                    </a:cubicBezTo>
                    <a:cubicBezTo>
                      <a:pt x="103" y="231"/>
                      <a:pt x="103" y="254"/>
                      <a:pt x="101" y="276"/>
                    </a:cubicBezTo>
                    <a:cubicBezTo>
                      <a:pt x="85" y="453"/>
                      <a:pt x="85" y="453"/>
                      <a:pt x="85" y="453"/>
                    </a:cubicBezTo>
                    <a:cubicBezTo>
                      <a:pt x="47" y="454"/>
                      <a:pt x="47" y="454"/>
                      <a:pt x="47" y="454"/>
                    </a:cubicBezTo>
                    <a:cubicBezTo>
                      <a:pt x="44" y="251"/>
                      <a:pt x="44" y="251"/>
                      <a:pt x="44" y="251"/>
                    </a:cubicBezTo>
                    <a:cubicBezTo>
                      <a:pt x="0" y="3"/>
                      <a:pt x="0" y="3"/>
                      <a:pt x="0" y="3"/>
                    </a:cubicBez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9" name="Freeform: Shape 3248">
                <a:extLst>
                  <a:ext uri="{FF2B5EF4-FFF2-40B4-BE49-F238E27FC236}">
                    <a16:creationId xmlns:a16="http://schemas.microsoft.com/office/drawing/2014/main" id="{D2FC1E88-053A-4CAD-B90C-F74D957CF3A7}"/>
                  </a:ext>
                </a:extLst>
              </p:cNvPr>
              <p:cNvSpPr/>
              <p:nvPr/>
            </p:nvSpPr>
            <p:spPr bwMode="auto">
              <a:xfrm>
                <a:off x="3459163" y="3686176"/>
                <a:ext cx="546100" cy="1720850"/>
              </a:xfrm>
              <a:custGeom>
                <a:avLst/>
                <a:gdLst>
                  <a:gd name="T0" fmla="*/ 91 w 143"/>
                  <a:gd name="T1" fmla="*/ 2 h 451"/>
                  <a:gd name="T2" fmla="*/ 64 w 143"/>
                  <a:gd name="T3" fmla="*/ 123 h 451"/>
                  <a:gd name="T4" fmla="*/ 64 w 143"/>
                  <a:gd name="T5" fmla="*/ 149 h 451"/>
                  <a:gd name="T6" fmla="*/ 33 w 143"/>
                  <a:gd name="T7" fmla="*/ 338 h 451"/>
                  <a:gd name="T8" fmla="*/ 0 w 143"/>
                  <a:gd name="T9" fmla="*/ 440 h 451"/>
                  <a:gd name="T10" fmla="*/ 38 w 143"/>
                  <a:gd name="T11" fmla="*/ 451 h 451"/>
                  <a:gd name="T12" fmla="*/ 114 w 143"/>
                  <a:gd name="T13" fmla="*/ 260 h 451"/>
                  <a:gd name="T14" fmla="*/ 141 w 143"/>
                  <a:gd name="T15" fmla="*/ 116 h 451"/>
                  <a:gd name="T16" fmla="*/ 143 w 143"/>
                  <a:gd name="T17" fmla="*/ 0 h 451"/>
                  <a:gd name="T18" fmla="*/ 91 w 143"/>
                  <a:gd name="T19" fmla="*/ 2 h 4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3" h="451">
                    <a:moveTo>
                      <a:pt x="91" y="2"/>
                    </a:moveTo>
                    <a:cubicBezTo>
                      <a:pt x="91" y="2"/>
                      <a:pt x="61" y="47"/>
                      <a:pt x="64" y="123"/>
                    </a:cubicBezTo>
                    <a:cubicBezTo>
                      <a:pt x="64" y="149"/>
                      <a:pt x="64" y="149"/>
                      <a:pt x="64" y="149"/>
                    </a:cubicBezTo>
                    <a:cubicBezTo>
                      <a:pt x="63" y="213"/>
                      <a:pt x="53" y="277"/>
                      <a:pt x="33" y="338"/>
                    </a:cubicBezTo>
                    <a:cubicBezTo>
                      <a:pt x="0" y="440"/>
                      <a:pt x="0" y="440"/>
                      <a:pt x="0" y="440"/>
                    </a:cubicBezTo>
                    <a:cubicBezTo>
                      <a:pt x="38" y="451"/>
                      <a:pt x="38" y="451"/>
                      <a:pt x="38" y="451"/>
                    </a:cubicBezTo>
                    <a:cubicBezTo>
                      <a:pt x="114" y="260"/>
                      <a:pt x="114" y="260"/>
                      <a:pt x="114" y="260"/>
                    </a:cubicBezTo>
                    <a:cubicBezTo>
                      <a:pt x="141" y="116"/>
                      <a:pt x="141" y="116"/>
                      <a:pt x="141" y="116"/>
                    </a:cubicBezTo>
                    <a:cubicBezTo>
                      <a:pt x="143" y="0"/>
                      <a:pt x="143" y="0"/>
                      <a:pt x="143" y="0"/>
                    </a:cubicBezTo>
                    <a:lnTo>
                      <a:pt x="91" y="2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50" name="Freeform: Shape 3249">
                <a:extLst>
                  <a:ext uri="{FF2B5EF4-FFF2-40B4-BE49-F238E27FC236}">
                    <a16:creationId xmlns:a16="http://schemas.microsoft.com/office/drawing/2014/main" id="{6E0FCFDE-2D1A-4AEB-98DB-5014481D39F6}"/>
                  </a:ext>
                </a:extLst>
              </p:cNvPr>
              <p:cNvSpPr/>
              <p:nvPr/>
            </p:nvSpPr>
            <p:spPr bwMode="auto">
              <a:xfrm>
                <a:off x="3822701" y="4052888"/>
                <a:ext cx="141288" cy="625475"/>
              </a:xfrm>
              <a:custGeom>
                <a:avLst/>
                <a:gdLst>
                  <a:gd name="T0" fmla="*/ 89 w 89"/>
                  <a:gd name="T1" fmla="*/ 159 h 394"/>
                  <a:gd name="T2" fmla="*/ 72 w 89"/>
                  <a:gd name="T3" fmla="*/ 19 h 394"/>
                  <a:gd name="T4" fmla="*/ 0 w 89"/>
                  <a:gd name="T5" fmla="*/ 0 h 394"/>
                  <a:gd name="T6" fmla="*/ 55 w 89"/>
                  <a:gd name="T7" fmla="*/ 99 h 394"/>
                  <a:gd name="T8" fmla="*/ 46 w 89"/>
                  <a:gd name="T9" fmla="*/ 394 h 394"/>
                  <a:gd name="T10" fmla="*/ 89 w 89"/>
                  <a:gd name="T11" fmla="*/ 159 h 3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9" h="394">
                    <a:moveTo>
                      <a:pt x="89" y="159"/>
                    </a:moveTo>
                    <a:lnTo>
                      <a:pt x="72" y="19"/>
                    </a:lnTo>
                    <a:lnTo>
                      <a:pt x="0" y="0"/>
                    </a:lnTo>
                    <a:lnTo>
                      <a:pt x="55" y="99"/>
                    </a:lnTo>
                    <a:lnTo>
                      <a:pt x="46" y="394"/>
                    </a:lnTo>
                    <a:lnTo>
                      <a:pt x="89" y="159"/>
                    </a:lnTo>
                    <a:close/>
                  </a:path>
                </a:pathLst>
              </a:custGeom>
              <a:solidFill>
                <a:srgbClr val="3F00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15" name="Text Placeholder 14"/>
          <p:cNvSpPr>
            <a:spLocks noGrp="1"/>
          </p:cNvSpPr>
          <p:nvPr>
            <p:ph type="body" sz="quarter" idx="18" hasCustomPrompt="1"/>
          </p:nvPr>
        </p:nvSpPr>
        <p:spPr>
          <a:xfrm>
            <a:off x="5613574" y="5809320"/>
            <a:ext cx="5905323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r">
              <a:buNone/>
              <a:defRPr lang="zh-CN" altLang="en-US" sz="1400" smtClean="0">
                <a:solidFill>
                  <a:schemeClr val="bg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589" marR="0" lvl="0" indent="-228589" fontAlgn="auto">
              <a:spcAft>
                <a:spcPts val="0"/>
              </a:spcAft>
              <a:buClrTx/>
              <a:buSzTx/>
              <a:tabLst/>
            </a:pPr>
            <a:r>
              <a:rPr lang="en-US" altLang="zh-CN" dirty="0"/>
              <a:t>Data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5EBDA4F-7210-4CAE-8333-80DB24212E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13576" y="5513049"/>
            <a:ext cx="5905323" cy="296271"/>
          </a:xfrm>
        </p:spPr>
        <p:txBody>
          <a:bodyPr vert="horz" anchor="ctr">
            <a:noAutofit/>
          </a:bodyPr>
          <a:lstStyle>
            <a:lvl1pPr marL="0" indent="0" algn="r">
              <a:buNone/>
              <a:defRPr sz="1400" b="0">
                <a:solidFill>
                  <a:schemeClr val="bg1"/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grpSp>
        <p:nvGrpSpPr>
          <p:cNvPr id="1593" name="Group 1592">
            <a:extLst>
              <a:ext uri="{FF2B5EF4-FFF2-40B4-BE49-F238E27FC236}">
                <a16:creationId xmlns:a16="http://schemas.microsoft.com/office/drawing/2014/main" id="{A2D90069-FBA7-4851-AC6E-8255816D4FCB}"/>
              </a:ext>
            </a:extLst>
          </p:cNvPr>
          <p:cNvGrpSpPr/>
          <p:nvPr/>
        </p:nvGrpSpPr>
        <p:grpSpPr>
          <a:xfrm>
            <a:off x="6709670" y="3079557"/>
            <a:ext cx="4884989" cy="2122621"/>
            <a:chOff x="2855913" y="-477838"/>
            <a:chExt cx="5757862" cy="2501900"/>
          </a:xfrm>
          <a:solidFill>
            <a:schemeClr val="bg1"/>
          </a:solidFill>
        </p:grpSpPr>
        <p:sp>
          <p:nvSpPr>
            <p:cNvPr id="1594" name="Freeform: Shape 1593">
              <a:extLst>
                <a:ext uri="{FF2B5EF4-FFF2-40B4-BE49-F238E27FC236}">
                  <a16:creationId xmlns:a16="http://schemas.microsoft.com/office/drawing/2014/main" id="{F1729BFD-35A8-462B-A556-F8141F91AEA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5913" y="76200"/>
              <a:ext cx="1317625" cy="1687513"/>
            </a:xfrm>
            <a:custGeom>
              <a:avLst/>
              <a:gdLst>
                <a:gd name="T0" fmla="*/ 557 w 702"/>
                <a:gd name="T1" fmla="*/ 136 h 898"/>
                <a:gd name="T2" fmla="*/ 681 w 702"/>
                <a:gd name="T3" fmla="*/ 72 h 898"/>
                <a:gd name="T4" fmla="*/ 700 w 702"/>
                <a:gd name="T5" fmla="*/ 55 h 898"/>
                <a:gd name="T6" fmla="*/ 673 w 702"/>
                <a:gd name="T7" fmla="*/ 31 h 898"/>
                <a:gd name="T8" fmla="*/ 656 w 702"/>
                <a:gd name="T9" fmla="*/ 16 h 898"/>
                <a:gd name="T10" fmla="*/ 569 w 702"/>
                <a:gd name="T11" fmla="*/ 21 h 898"/>
                <a:gd name="T12" fmla="*/ 286 w 702"/>
                <a:gd name="T13" fmla="*/ 79 h 898"/>
                <a:gd name="T14" fmla="*/ 38 w 702"/>
                <a:gd name="T15" fmla="*/ 130 h 898"/>
                <a:gd name="T16" fmla="*/ 4 w 702"/>
                <a:gd name="T17" fmla="*/ 193 h 898"/>
                <a:gd name="T18" fmla="*/ 34 w 702"/>
                <a:gd name="T19" fmla="*/ 231 h 898"/>
                <a:gd name="T20" fmla="*/ 216 w 702"/>
                <a:gd name="T21" fmla="*/ 210 h 898"/>
                <a:gd name="T22" fmla="*/ 381 w 702"/>
                <a:gd name="T23" fmla="*/ 176 h 898"/>
                <a:gd name="T24" fmla="*/ 374 w 702"/>
                <a:gd name="T25" fmla="*/ 216 h 898"/>
                <a:gd name="T26" fmla="*/ 351 w 702"/>
                <a:gd name="T27" fmla="*/ 487 h 898"/>
                <a:gd name="T28" fmla="*/ 338 w 702"/>
                <a:gd name="T29" fmla="*/ 716 h 898"/>
                <a:gd name="T30" fmla="*/ 329 w 702"/>
                <a:gd name="T31" fmla="*/ 755 h 898"/>
                <a:gd name="T32" fmla="*/ 350 w 702"/>
                <a:gd name="T33" fmla="*/ 771 h 898"/>
                <a:gd name="T34" fmla="*/ 350 w 702"/>
                <a:gd name="T35" fmla="*/ 799 h 898"/>
                <a:gd name="T36" fmla="*/ 345 w 702"/>
                <a:gd name="T37" fmla="*/ 843 h 898"/>
                <a:gd name="T38" fmla="*/ 358 w 702"/>
                <a:gd name="T39" fmla="*/ 840 h 898"/>
                <a:gd name="T40" fmla="*/ 397 w 702"/>
                <a:gd name="T41" fmla="*/ 885 h 898"/>
                <a:gd name="T42" fmla="*/ 402 w 702"/>
                <a:gd name="T43" fmla="*/ 896 h 898"/>
                <a:gd name="T44" fmla="*/ 412 w 702"/>
                <a:gd name="T45" fmla="*/ 870 h 898"/>
                <a:gd name="T46" fmla="*/ 427 w 702"/>
                <a:gd name="T47" fmla="*/ 828 h 898"/>
                <a:gd name="T48" fmla="*/ 444 w 702"/>
                <a:gd name="T49" fmla="*/ 704 h 898"/>
                <a:gd name="T50" fmla="*/ 534 w 702"/>
                <a:gd name="T51" fmla="*/ 164 h 898"/>
                <a:gd name="T52" fmla="*/ 557 w 702"/>
                <a:gd name="T53" fmla="*/ 136 h 8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702" h="898">
                  <a:moveTo>
                    <a:pt x="557" y="136"/>
                  </a:moveTo>
                  <a:cubicBezTo>
                    <a:pt x="599" y="117"/>
                    <a:pt x="649" y="111"/>
                    <a:pt x="681" y="72"/>
                  </a:cubicBezTo>
                  <a:cubicBezTo>
                    <a:pt x="686" y="65"/>
                    <a:pt x="702" y="68"/>
                    <a:pt x="700" y="55"/>
                  </a:cubicBezTo>
                  <a:cubicBezTo>
                    <a:pt x="698" y="40"/>
                    <a:pt x="685" y="35"/>
                    <a:pt x="673" y="31"/>
                  </a:cubicBezTo>
                  <a:cubicBezTo>
                    <a:pt x="666" y="27"/>
                    <a:pt x="680" y="0"/>
                    <a:pt x="656" y="16"/>
                  </a:cubicBezTo>
                  <a:cubicBezTo>
                    <a:pt x="627" y="16"/>
                    <a:pt x="598" y="15"/>
                    <a:pt x="569" y="21"/>
                  </a:cubicBezTo>
                  <a:cubicBezTo>
                    <a:pt x="475" y="41"/>
                    <a:pt x="380" y="60"/>
                    <a:pt x="286" y="79"/>
                  </a:cubicBezTo>
                  <a:cubicBezTo>
                    <a:pt x="203" y="96"/>
                    <a:pt x="121" y="114"/>
                    <a:pt x="38" y="130"/>
                  </a:cubicBezTo>
                  <a:cubicBezTo>
                    <a:pt x="0" y="138"/>
                    <a:pt x="7" y="167"/>
                    <a:pt x="4" y="193"/>
                  </a:cubicBezTo>
                  <a:cubicBezTo>
                    <a:pt x="1" y="216"/>
                    <a:pt x="12" y="226"/>
                    <a:pt x="34" y="231"/>
                  </a:cubicBezTo>
                  <a:cubicBezTo>
                    <a:pt x="98" y="247"/>
                    <a:pt x="156" y="221"/>
                    <a:pt x="216" y="210"/>
                  </a:cubicBezTo>
                  <a:cubicBezTo>
                    <a:pt x="271" y="201"/>
                    <a:pt x="324" y="180"/>
                    <a:pt x="381" y="176"/>
                  </a:cubicBezTo>
                  <a:cubicBezTo>
                    <a:pt x="378" y="192"/>
                    <a:pt x="375" y="204"/>
                    <a:pt x="374" y="216"/>
                  </a:cubicBezTo>
                  <a:cubicBezTo>
                    <a:pt x="362" y="306"/>
                    <a:pt x="365" y="397"/>
                    <a:pt x="351" y="487"/>
                  </a:cubicBezTo>
                  <a:cubicBezTo>
                    <a:pt x="338" y="562"/>
                    <a:pt x="341" y="640"/>
                    <a:pt x="338" y="716"/>
                  </a:cubicBezTo>
                  <a:cubicBezTo>
                    <a:pt x="335" y="729"/>
                    <a:pt x="333" y="742"/>
                    <a:pt x="329" y="755"/>
                  </a:cubicBezTo>
                  <a:cubicBezTo>
                    <a:pt x="324" y="776"/>
                    <a:pt x="336" y="774"/>
                    <a:pt x="350" y="771"/>
                  </a:cubicBezTo>
                  <a:cubicBezTo>
                    <a:pt x="345" y="781"/>
                    <a:pt x="350" y="790"/>
                    <a:pt x="350" y="799"/>
                  </a:cubicBezTo>
                  <a:cubicBezTo>
                    <a:pt x="344" y="813"/>
                    <a:pt x="341" y="829"/>
                    <a:pt x="345" y="843"/>
                  </a:cubicBezTo>
                  <a:cubicBezTo>
                    <a:pt x="349" y="859"/>
                    <a:pt x="352" y="835"/>
                    <a:pt x="358" y="840"/>
                  </a:cubicBezTo>
                  <a:cubicBezTo>
                    <a:pt x="381" y="847"/>
                    <a:pt x="379" y="875"/>
                    <a:pt x="397" y="885"/>
                  </a:cubicBezTo>
                  <a:cubicBezTo>
                    <a:pt x="397" y="889"/>
                    <a:pt x="398" y="898"/>
                    <a:pt x="402" y="896"/>
                  </a:cubicBezTo>
                  <a:cubicBezTo>
                    <a:pt x="413" y="891"/>
                    <a:pt x="411" y="879"/>
                    <a:pt x="412" y="870"/>
                  </a:cubicBezTo>
                  <a:cubicBezTo>
                    <a:pt x="424" y="858"/>
                    <a:pt x="425" y="842"/>
                    <a:pt x="427" y="828"/>
                  </a:cubicBezTo>
                  <a:cubicBezTo>
                    <a:pt x="433" y="787"/>
                    <a:pt x="438" y="745"/>
                    <a:pt x="444" y="704"/>
                  </a:cubicBezTo>
                  <a:cubicBezTo>
                    <a:pt x="467" y="523"/>
                    <a:pt x="495" y="342"/>
                    <a:pt x="534" y="164"/>
                  </a:cubicBezTo>
                  <a:cubicBezTo>
                    <a:pt x="537" y="149"/>
                    <a:pt x="541" y="143"/>
                    <a:pt x="557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5" name="Freeform: Shape 1594">
              <a:extLst>
                <a:ext uri="{FF2B5EF4-FFF2-40B4-BE49-F238E27FC236}">
                  <a16:creationId xmlns:a16="http://schemas.microsoft.com/office/drawing/2014/main" id="{F29BB8CE-CC1E-4008-B398-CFC08EEC8F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822950" y="-236538"/>
              <a:ext cx="796925" cy="1274763"/>
            </a:xfrm>
            <a:custGeom>
              <a:avLst/>
              <a:gdLst>
                <a:gd name="T0" fmla="*/ 70 w 425"/>
                <a:gd name="T1" fmla="*/ 666 h 678"/>
                <a:gd name="T2" fmla="*/ 102 w 425"/>
                <a:gd name="T3" fmla="*/ 625 h 678"/>
                <a:gd name="T4" fmla="*/ 140 w 425"/>
                <a:gd name="T5" fmla="*/ 469 h 678"/>
                <a:gd name="T6" fmla="*/ 199 w 425"/>
                <a:gd name="T7" fmla="*/ 577 h 678"/>
                <a:gd name="T8" fmla="*/ 248 w 425"/>
                <a:gd name="T9" fmla="*/ 639 h 678"/>
                <a:gd name="T10" fmla="*/ 383 w 425"/>
                <a:gd name="T11" fmla="*/ 548 h 678"/>
                <a:gd name="T12" fmla="*/ 392 w 425"/>
                <a:gd name="T13" fmla="*/ 470 h 678"/>
                <a:gd name="T14" fmla="*/ 395 w 425"/>
                <a:gd name="T15" fmla="*/ 377 h 678"/>
                <a:gd name="T16" fmla="*/ 414 w 425"/>
                <a:gd name="T17" fmla="*/ 160 h 678"/>
                <a:gd name="T18" fmla="*/ 421 w 425"/>
                <a:gd name="T19" fmla="*/ 110 h 678"/>
                <a:gd name="T20" fmla="*/ 408 w 425"/>
                <a:gd name="T21" fmla="*/ 136 h 678"/>
                <a:gd name="T22" fmla="*/ 408 w 425"/>
                <a:gd name="T23" fmla="*/ 61 h 678"/>
                <a:gd name="T24" fmla="*/ 403 w 425"/>
                <a:gd name="T25" fmla="*/ 47 h 678"/>
                <a:gd name="T26" fmla="*/ 385 w 425"/>
                <a:gd name="T27" fmla="*/ 53 h 678"/>
                <a:gd name="T28" fmla="*/ 369 w 425"/>
                <a:gd name="T29" fmla="*/ 31 h 678"/>
                <a:gd name="T30" fmla="*/ 348 w 425"/>
                <a:gd name="T31" fmla="*/ 0 h 678"/>
                <a:gd name="T32" fmla="*/ 341 w 425"/>
                <a:gd name="T33" fmla="*/ 24 h 678"/>
                <a:gd name="T34" fmla="*/ 325 w 425"/>
                <a:gd name="T35" fmla="*/ 70 h 678"/>
                <a:gd name="T36" fmla="*/ 285 w 425"/>
                <a:gd name="T37" fmla="*/ 308 h 678"/>
                <a:gd name="T38" fmla="*/ 264 w 425"/>
                <a:gd name="T39" fmla="*/ 407 h 678"/>
                <a:gd name="T40" fmla="*/ 165 w 425"/>
                <a:gd name="T41" fmla="*/ 251 h 678"/>
                <a:gd name="T42" fmla="*/ 89 w 425"/>
                <a:gd name="T43" fmla="*/ 222 h 678"/>
                <a:gd name="T44" fmla="*/ 55 w 425"/>
                <a:gd name="T45" fmla="*/ 274 h 678"/>
                <a:gd name="T46" fmla="*/ 7 w 425"/>
                <a:gd name="T47" fmla="*/ 539 h 678"/>
                <a:gd name="T48" fmla="*/ 6 w 425"/>
                <a:gd name="T49" fmla="*/ 622 h 678"/>
                <a:gd name="T50" fmla="*/ 70 w 425"/>
                <a:gd name="T51" fmla="*/ 666 h 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425" h="678">
                  <a:moveTo>
                    <a:pt x="70" y="666"/>
                  </a:moveTo>
                  <a:cubicBezTo>
                    <a:pt x="91" y="660"/>
                    <a:pt x="97" y="641"/>
                    <a:pt x="102" y="625"/>
                  </a:cubicBezTo>
                  <a:cubicBezTo>
                    <a:pt x="115" y="575"/>
                    <a:pt x="126" y="525"/>
                    <a:pt x="140" y="469"/>
                  </a:cubicBezTo>
                  <a:cubicBezTo>
                    <a:pt x="156" y="511"/>
                    <a:pt x="186" y="537"/>
                    <a:pt x="199" y="577"/>
                  </a:cubicBezTo>
                  <a:cubicBezTo>
                    <a:pt x="206" y="598"/>
                    <a:pt x="211" y="636"/>
                    <a:pt x="248" y="639"/>
                  </a:cubicBezTo>
                  <a:cubicBezTo>
                    <a:pt x="327" y="646"/>
                    <a:pt x="360" y="624"/>
                    <a:pt x="383" y="548"/>
                  </a:cubicBezTo>
                  <a:cubicBezTo>
                    <a:pt x="391" y="523"/>
                    <a:pt x="394" y="497"/>
                    <a:pt x="392" y="470"/>
                  </a:cubicBezTo>
                  <a:cubicBezTo>
                    <a:pt x="391" y="439"/>
                    <a:pt x="386" y="405"/>
                    <a:pt x="395" y="377"/>
                  </a:cubicBezTo>
                  <a:cubicBezTo>
                    <a:pt x="416" y="305"/>
                    <a:pt x="410" y="232"/>
                    <a:pt x="414" y="160"/>
                  </a:cubicBezTo>
                  <a:cubicBezTo>
                    <a:pt x="421" y="144"/>
                    <a:pt x="425" y="127"/>
                    <a:pt x="421" y="110"/>
                  </a:cubicBezTo>
                  <a:cubicBezTo>
                    <a:pt x="408" y="114"/>
                    <a:pt x="424" y="133"/>
                    <a:pt x="408" y="136"/>
                  </a:cubicBezTo>
                  <a:cubicBezTo>
                    <a:pt x="402" y="111"/>
                    <a:pt x="404" y="86"/>
                    <a:pt x="408" y="61"/>
                  </a:cubicBezTo>
                  <a:cubicBezTo>
                    <a:pt x="409" y="55"/>
                    <a:pt x="410" y="49"/>
                    <a:pt x="403" y="47"/>
                  </a:cubicBezTo>
                  <a:cubicBezTo>
                    <a:pt x="396" y="45"/>
                    <a:pt x="388" y="45"/>
                    <a:pt x="385" y="53"/>
                  </a:cubicBezTo>
                  <a:cubicBezTo>
                    <a:pt x="374" y="50"/>
                    <a:pt x="370" y="41"/>
                    <a:pt x="369" y="31"/>
                  </a:cubicBezTo>
                  <a:cubicBezTo>
                    <a:pt x="373" y="14"/>
                    <a:pt x="351" y="14"/>
                    <a:pt x="348" y="0"/>
                  </a:cubicBezTo>
                  <a:cubicBezTo>
                    <a:pt x="346" y="8"/>
                    <a:pt x="344" y="16"/>
                    <a:pt x="341" y="24"/>
                  </a:cubicBezTo>
                  <a:cubicBezTo>
                    <a:pt x="332" y="38"/>
                    <a:pt x="328" y="54"/>
                    <a:pt x="325" y="70"/>
                  </a:cubicBezTo>
                  <a:cubicBezTo>
                    <a:pt x="312" y="149"/>
                    <a:pt x="300" y="229"/>
                    <a:pt x="285" y="308"/>
                  </a:cubicBezTo>
                  <a:cubicBezTo>
                    <a:pt x="279" y="341"/>
                    <a:pt x="278" y="376"/>
                    <a:pt x="264" y="407"/>
                  </a:cubicBezTo>
                  <a:cubicBezTo>
                    <a:pt x="209" y="367"/>
                    <a:pt x="207" y="297"/>
                    <a:pt x="165" y="251"/>
                  </a:cubicBezTo>
                  <a:cubicBezTo>
                    <a:pt x="144" y="228"/>
                    <a:pt x="117" y="220"/>
                    <a:pt x="89" y="222"/>
                  </a:cubicBezTo>
                  <a:cubicBezTo>
                    <a:pt x="61" y="224"/>
                    <a:pt x="57" y="252"/>
                    <a:pt x="55" y="274"/>
                  </a:cubicBezTo>
                  <a:cubicBezTo>
                    <a:pt x="45" y="363"/>
                    <a:pt x="29" y="452"/>
                    <a:pt x="7" y="539"/>
                  </a:cubicBezTo>
                  <a:cubicBezTo>
                    <a:pt x="0" y="566"/>
                    <a:pt x="2" y="595"/>
                    <a:pt x="6" y="622"/>
                  </a:cubicBezTo>
                  <a:cubicBezTo>
                    <a:pt x="14" y="673"/>
                    <a:pt x="22" y="678"/>
                    <a:pt x="70" y="66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6" name="Freeform: Shape 1595">
              <a:extLst>
                <a:ext uri="{FF2B5EF4-FFF2-40B4-BE49-F238E27FC236}">
                  <a16:creationId xmlns:a16="http://schemas.microsoft.com/office/drawing/2014/main" id="{542E9606-9C76-46CE-B78F-3E72939B67A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1425" y="1284287"/>
              <a:ext cx="4832350" cy="739775"/>
            </a:xfrm>
            <a:custGeom>
              <a:avLst/>
              <a:gdLst>
                <a:gd name="T0" fmla="*/ 2501 w 2575"/>
                <a:gd name="T1" fmla="*/ 20 h 394"/>
                <a:gd name="T2" fmla="*/ 2494 w 2575"/>
                <a:gd name="T3" fmla="*/ 22 h 394"/>
                <a:gd name="T4" fmla="*/ 2477 w 2575"/>
                <a:gd name="T5" fmla="*/ 22 h 394"/>
                <a:gd name="T6" fmla="*/ 2278 w 2575"/>
                <a:gd name="T7" fmla="*/ 47 h 394"/>
                <a:gd name="T8" fmla="*/ 1713 w 2575"/>
                <a:gd name="T9" fmla="*/ 111 h 394"/>
                <a:gd name="T10" fmla="*/ 1248 w 2575"/>
                <a:gd name="T11" fmla="*/ 152 h 394"/>
                <a:gd name="T12" fmla="*/ 649 w 2575"/>
                <a:gd name="T13" fmla="*/ 207 h 394"/>
                <a:gd name="T14" fmla="*/ 107 w 2575"/>
                <a:gd name="T15" fmla="*/ 272 h 394"/>
                <a:gd name="T16" fmla="*/ 20 w 2575"/>
                <a:gd name="T17" fmla="*/ 296 h 394"/>
                <a:gd name="T18" fmla="*/ 2 w 2575"/>
                <a:gd name="T19" fmla="*/ 318 h 394"/>
                <a:gd name="T20" fmla="*/ 20 w 2575"/>
                <a:gd name="T21" fmla="*/ 335 h 394"/>
                <a:gd name="T22" fmla="*/ 53 w 2575"/>
                <a:gd name="T23" fmla="*/ 352 h 394"/>
                <a:gd name="T24" fmla="*/ 122 w 2575"/>
                <a:gd name="T25" fmla="*/ 385 h 394"/>
                <a:gd name="T26" fmla="*/ 500 w 2575"/>
                <a:gd name="T27" fmla="*/ 352 h 394"/>
                <a:gd name="T28" fmla="*/ 1185 w 2575"/>
                <a:gd name="T29" fmla="*/ 267 h 394"/>
                <a:gd name="T30" fmla="*/ 1483 w 2575"/>
                <a:gd name="T31" fmla="*/ 239 h 394"/>
                <a:gd name="T32" fmla="*/ 2021 w 2575"/>
                <a:gd name="T33" fmla="*/ 171 h 394"/>
                <a:gd name="T34" fmla="*/ 2075 w 2575"/>
                <a:gd name="T35" fmla="*/ 162 h 394"/>
                <a:gd name="T36" fmla="*/ 2134 w 2575"/>
                <a:gd name="T37" fmla="*/ 157 h 394"/>
                <a:gd name="T38" fmla="*/ 2172 w 2575"/>
                <a:gd name="T39" fmla="*/ 150 h 394"/>
                <a:gd name="T40" fmla="*/ 2206 w 2575"/>
                <a:gd name="T41" fmla="*/ 149 h 394"/>
                <a:gd name="T42" fmla="*/ 2234 w 2575"/>
                <a:gd name="T43" fmla="*/ 135 h 394"/>
                <a:gd name="T44" fmla="*/ 2258 w 2575"/>
                <a:gd name="T45" fmla="*/ 128 h 394"/>
                <a:gd name="T46" fmla="*/ 2416 w 2575"/>
                <a:gd name="T47" fmla="*/ 94 h 394"/>
                <a:gd name="T48" fmla="*/ 2448 w 2575"/>
                <a:gd name="T49" fmla="*/ 72 h 394"/>
                <a:gd name="T50" fmla="*/ 2450 w 2575"/>
                <a:gd name="T51" fmla="*/ 71 h 394"/>
                <a:gd name="T52" fmla="*/ 2453 w 2575"/>
                <a:gd name="T53" fmla="*/ 71 h 394"/>
                <a:gd name="T54" fmla="*/ 2475 w 2575"/>
                <a:gd name="T55" fmla="*/ 69 h 394"/>
                <a:gd name="T56" fmla="*/ 2475 w 2575"/>
                <a:gd name="T57" fmla="*/ 63 h 394"/>
                <a:gd name="T58" fmla="*/ 2455 w 2575"/>
                <a:gd name="T59" fmla="*/ 67 h 394"/>
                <a:gd name="T60" fmla="*/ 2463 w 2575"/>
                <a:gd name="T61" fmla="*/ 49 h 394"/>
                <a:gd name="T62" fmla="*/ 2471 w 2575"/>
                <a:gd name="T63" fmla="*/ 50 h 394"/>
                <a:gd name="T64" fmla="*/ 2471 w 2575"/>
                <a:gd name="T65" fmla="*/ 50 h 394"/>
                <a:gd name="T66" fmla="*/ 2516 w 2575"/>
                <a:gd name="T67" fmla="*/ 36 h 394"/>
                <a:gd name="T68" fmla="*/ 2575 w 2575"/>
                <a:gd name="T69" fmla="*/ 15 h 394"/>
                <a:gd name="T70" fmla="*/ 2501 w 2575"/>
                <a:gd name="T71" fmla="*/ 20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75" h="394">
                  <a:moveTo>
                    <a:pt x="2501" y="20"/>
                  </a:moveTo>
                  <a:cubicBezTo>
                    <a:pt x="2499" y="21"/>
                    <a:pt x="2496" y="21"/>
                    <a:pt x="2494" y="22"/>
                  </a:cubicBezTo>
                  <a:cubicBezTo>
                    <a:pt x="2488" y="22"/>
                    <a:pt x="2483" y="22"/>
                    <a:pt x="2477" y="22"/>
                  </a:cubicBezTo>
                  <a:cubicBezTo>
                    <a:pt x="2409" y="18"/>
                    <a:pt x="2344" y="37"/>
                    <a:pt x="2278" y="47"/>
                  </a:cubicBezTo>
                  <a:cubicBezTo>
                    <a:pt x="2091" y="74"/>
                    <a:pt x="1902" y="89"/>
                    <a:pt x="1713" y="111"/>
                  </a:cubicBezTo>
                  <a:cubicBezTo>
                    <a:pt x="1559" y="128"/>
                    <a:pt x="1403" y="134"/>
                    <a:pt x="1248" y="152"/>
                  </a:cubicBezTo>
                  <a:cubicBezTo>
                    <a:pt x="1049" y="174"/>
                    <a:pt x="849" y="186"/>
                    <a:pt x="649" y="207"/>
                  </a:cubicBezTo>
                  <a:cubicBezTo>
                    <a:pt x="468" y="227"/>
                    <a:pt x="287" y="244"/>
                    <a:pt x="107" y="272"/>
                  </a:cubicBezTo>
                  <a:cubicBezTo>
                    <a:pt x="77" y="277"/>
                    <a:pt x="47" y="283"/>
                    <a:pt x="20" y="296"/>
                  </a:cubicBezTo>
                  <a:cubicBezTo>
                    <a:pt x="11" y="301"/>
                    <a:pt x="0" y="306"/>
                    <a:pt x="2" y="318"/>
                  </a:cubicBezTo>
                  <a:cubicBezTo>
                    <a:pt x="3" y="328"/>
                    <a:pt x="12" y="331"/>
                    <a:pt x="20" y="335"/>
                  </a:cubicBezTo>
                  <a:cubicBezTo>
                    <a:pt x="32" y="340"/>
                    <a:pt x="50" y="340"/>
                    <a:pt x="53" y="352"/>
                  </a:cubicBezTo>
                  <a:cubicBezTo>
                    <a:pt x="63" y="394"/>
                    <a:pt x="96" y="387"/>
                    <a:pt x="122" y="385"/>
                  </a:cubicBezTo>
                  <a:cubicBezTo>
                    <a:pt x="248" y="376"/>
                    <a:pt x="374" y="366"/>
                    <a:pt x="500" y="352"/>
                  </a:cubicBezTo>
                  <a:cubicBezTo>
                    <a:pt x="729" y="326"/>
                    <a:pt x="955" y="282"/>
                    <a:pt x="1185" y="267"/>
                  </a:cubicBezTo>
                  <a:cubicBezTo>
                    <a:pt x="1284" y="260"/>
                    <a:pt x="1384" y="251"/>
                    <a:pt x="1483" y="239"/>
                  </a:cubicBezTo>
                  <a:cubicBezTo>
                    <a:pt x="1662" y="218"/>
                    <a:pt x="1842" y="194"/>
                    <a:pt x="2021" y="171"/>
                  </a:cubicBezTo>
                  <a:cubicBezTo>
                    <a:pt x="2039" y="168"/>
                    <a:pt x="2057" y="165"/>
                    <a:pt x="2075" y="162"/>
                  </a:cubicBezTo>
                  <a:cubicBezTo>
                    <a:pt x="2095" y="166"/>
                    <a:pt x="2113" y="148"/>
                    <a:pt x="2134" y="157"/>
                  </a:cubicBezTo>
                  <a:cubicBezTo>
                    <a:pt x="2148" y="161"/>
                    <a:pt x="2162" y="160"/>
                    <a:pt x="2172" y="150"/>
                  </a:cubicBezTo>
                  <a:cubicBezTo>
                    <a:pt x="2184" y="138"/>
                    <a:pt x="2194" y="146"/>
                    <a:pt x="2206" y="149"/>
                  </a:cubicBezTo>
                  <a:cubicBezTo>
                    <a:pt x="2214" y="141"/>
                    <a:pt x="2229" y="150"/>
                    <a:pt x="2234" y="135"/>
                  </a:cubicBezTo>
                  <a:cubicBezTo>
                    <a:pt x="2241" y="129"/>
                    <a:pt x="2256" y="152"/>
                    <a:pt x="2258" y="128"/>
                  </a:cubicBezTo>
                  <a:cubicBezTo>
                    <a:pt x="2310" y="114"/>
                    <a:pt x="2362" y="98"/>
                    <a:pt x="2416" y="94"/>
                  </a:cubicBezTo>
                  <a:cubicBezTo>
                    <a:pt x="2430" y="92"/>
                    <a:pt x="2455" y="105"/>
                    <a:pt x="2448" y="72"/>
                  </a:cubicBezTo>
                  <a:cubicBezTo>
                    <a:pt x="2450" y="71"/>
                    <a:pt x="2450" y="71"/>
                    <a:pt x="2450" y="71"/>
                  </a:cubicBezTo>
                  <a:cubicBezTo>
                    <a:pt x="2453" y="71"/>
                    <a:pt x="2453" y="71"/>
                    <a:pt x="2453" y="71"/>
                  </a:cubicBezTo>
                  <a:cubicBezTo>
                    <a:pt x="2461" y="76"/>
                    <a:pt x="2469" y="77"/>
                    <a:pt x="2475" y="69"/>
                  </a:cubicBezTo>
                  <a:cubicBezTo>
                    <a:pt x="2476" y="68"/>
                    <a:pt x="2476" y="63"/>
                    <a:pt x="2475" y="63"/>
                  </a:cubicBezTo>
                  <a:cubicBezTo>
                    <a:pt x="2468" y="59"/>
                    <a:pt x="2462" y="64"/>
                    <a:pt x="2455" y="67"/>
                  </a:cubicBezTo>
                  <a:cubicBezTo>
                    <a:pt x="2446" y="56"/>
                    <a:pt x="2453" y="52"/>
                    <a:pt x="2463" y="49"/>
                  </a:cubicBezTo>
                  <a:cubicBezTo>
                    <a:pt x="2466" y="50"/>
                    <a:pt x="2468" y="50"/>
                    <a:pt x="2471" y="50"/>
                  </a:cubicBezTo>
                  <a:cubicBezTo>
                    <a:pt x="2471" y="50"/>
                    <a:pt x="2471" y="50"/>
                    <a:pt x="2471" y="50"/>
                  </a:cubicBezTo>
                  <a:cubicBezTo>
                    <a:pt x="2487" y="50"/>
                    <a:pt x="2504" y="50"/>
                    <a:pt x="2516" y="36"/>
                  </a:cubicBezTo>
                  <a:cubicBezTo>
                    <a:pt x="2538" y="36"/>
                    <a:pt x="2551" y="11"/>
                    <a:pt x="2575" y="15"/>
                  </a:cubicBezTo>
                  <a:cubicBezTo>
                    <a:pt x="2549" y="0"/>
                    <a:pt x="2525" y="12"/>
                    <a:pt x="2501" y="2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7" name="Freeform: Shape 1596">
              <a:extLst>
                <a:ext uri="{FF2B5EF4-FFF2-40B4-BE49-F238E27FC236}">
                  <a16:creationId xmlns:a16="http://schemas.microsoft.com/office/drawing/2014/main" id="{7B4F5116-9ACA-491C-881D-C5B5EE2B360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29063" y="6350"/>
              <a:ext cx="1911350" cy="1619250"/>
            </a:xfrm>
            <a:custGeom>
              <a:avLst/>
              <a:gdLst>
                <a:gd name="T0" fmla="*/ 47 w 1018"/>
                <a:gd name="T1" fmla="*/ 358 h 862"/>
                <a:gd name="T2" fmla="*/ 51 w 1018"/>
                <a:gd name="T3" fmla="*/ 449 h 862"/>
                <a:gd name="T4" fmla="*/ 70 w 1018"/>
                <a:gd name="T5" fmla="*/ 534 h 862"/>
                <a:gd name="T6" fmla="*/ 182 w 1018"/>
                <a:gd name="T7" fmla="*/ 591 h 862"/>
                <a:gd name="T8" fmla="*/ 210 w 1018"/>
                <a:gd name="T9" fmla="*/ 513 h 862"/>
                <a:gd name="T10" fmla="*/ 403 w 1018"/>
                <a:gd name="T11" fmla="*/ 371 h 862"/>
                <a:gd name="T12" fmla="*/ 332 w 1018"/>
                <a:gd name="T13" fmla="*/ 844 h 862"/>
                <a:gd name="T14" fmla="*/ 395 w 1018"/>
                <a:gd name="T15" fmla="*/ 829 h 862"/>
                <a:gd name="T16" fmla="*/ 514 w 1018"/>
                <a:gd name="T17" fmla="*/ 372 h 862"/>
                <a:gd name="T18" fmla="*/ 586 w 1018"/>
                <a:gd name="T19" fmla="*/ 338 h 862"/>
                <a:gd name="T20" fmla="*/ 588 w 1018"/>
                <a:gd name="T21" fmla="*/ 631 h 862"/>
                <a:gd name="T22" fmla="*/ 588 w 1018"/>
                <a:gd name="T23" fmla="*/ 631 h 862"/>
                <a:gd name="T24" fmla="*/ 609 w 1018"/>
                <a:gd name="T25" fmla="*/ 631 h 862"/>
                <a:gd name="T26" fmla="*/ 609 w 1018"/>
                <a:gd name="T27" fmla="*/ 631 h 862"/>
                <a:gd name="T28" fmla="*/ 692 w 1018"/>
                <a:gd name="T29" fmla="*/ 481 h 862"/>
                <a:gd name="T30" fmla="*/ 843 w 1018"/>
                <a:gd name="T31" fmla="*/ 477 h 862"/>
                <a:gd name="T32" fmla="*/ 978 w 1018"/>
                <a:gd name="T33" fmla="*/ 679 h 862"/>
                <a:gd name="T34" fmla="*/ 996 w 1018"/>
                <a:gd name="T35" fmla="*/ 573 h 862"/>
                <a:gd name="T36" fmla="*/ 946 w 1018"/>
                <a:gd name="T37" fmla="*/ 385 h 862"/>
                <a:gd name="T38" fmla="*/ 907 w 1018"/>
                <a:gd name="T39" fmla="*/ 334 h 862"/>
                <a:gd name="T40" fmla="*/ 753 w 1018"/>
                <a:gd name="T41" fmla="*/ 48 h 862"/>
                <a:gd name="T42" fmla="*/ 666 w 1018"/>
                <a:gd name="T43" fmla="*/ 83 h 862"/>
                <a:gd name="T44" fmla="*/ 673 w 1018"/>
                <a:gd name="T45" fmla="*/ 161 h 862"/>
                <a:gd name="T46" fmla="*/ 582 w 1018"/>
                <a:gd name="T47" fmla="*/ 89 h 862"/>
                <a:gd name="T48" fmla="*/ 486 w 1018"/>
                <a:gd name="T49" fmla="*/ 48 h 862"/>
                <a:gd name="T50" fmla="*/ 426 w 1018"/>
                <a:gd name="T51" fmla="*/ 250 h 862"/>
                <a:gd name="T52" fmla="*/ 276 w 1018"/>
                <a:gd name="T53" fmla="*/ 318 h 862"/>
                <a:gd name="T54" fmla="*/ 281 w 1018"/>
                <a:gd name="T55" fmla="*/ 191 h 862"/>
                <a:gd name="T56" fmla="*/ 279 w 1018"/>
                <a:gd name="T57" fmla="*/ 76 h 862"/>
                <a:gd name="T58" fmla="*/ 171 w 1018"/>
                <a:gd name="T59" fmla="*/ 100 h 862"/>
                <a:gd name="T60" fmla="*/ 59 w 1018"/>
                <a:gd name="T61" fmla="*/ 358 h 862"/>
                <a:gd name="T62" fmla="*/ 725 w 1018"/>
                <a:gd name="T63" fmla="*/ 232 h 862"/>
                <a:gd name="T64" fmla="*/ 779 w 1018"/>
                <a:gd name="T65" fmla="*/ 382 h 862"/>
                <a:gd name="T66" fmla="*/ 697 w 1018"/>
                <a:gd name="T67" fmla="*/ 28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018" h="862">
                  <a:moveTo>
                    <a:pt x="59" y="358"/>
                  </a:moveTo>
                  <a:cubicBezTo>
                    <a:pt x="55" y="358"/>
                    <a:pt x="51" y="357"/>
                    <a:pt x="47" y="358"/>
                  </a:cubicBezTo>
                  <a:cubicBezTo>
                    <a:pt x="29" y="362"/>
                    <a:pt x="8" y="362"/>
                    <a:pt x="2" y="386"/>
                  </a:cubicBezTo>
                  <a:cubicBezTo>
                    <a:pt x="0" y="398"/>
                    <a:pt x="40" y="448"/>
                    <a:pt x="51" y="449"/>
                  </a:cubicBezTo>
                  <a:cubicBezTo>
                    <a:pt x="97" y="456"/>
                    <a:pt x="97" y="456"/>
                    <a:pt x="79" y="502"/>
                  </a:cubicBezTo>
                  <a:cubicBezTo>
                    <a:pt x="75" y="512"/>
                    <a:pt x="70" y="523"/>
                    <a:pt x="70" y="534"/>
                  </a:cubicBezTo>
                  <a:cubicBezTo>
                    <a:pt x="69" y="550"/>
                    <a:pt x="60" y="573"/>
                    <a:pt x="83" y="580"/>
                  </a:cubicBezTo>
                  <a:cubicBezTo>
                    <a:pt x="115" y="590"/>
                    <a:pt x="149" y="598"/>
                    <a:pt x="182" y="591"/>
                  </a:cubicBezTo>
                  <a:cubicBezTo>
                    <a:pt x="196" y="589"/>
                    <a:pt x="208" y="578"/>
                    <a:pt x="208" y="559"/>
                  </a:cubicBezTo>
                  <a:cubicBezTo>
                    <a:pt x="208" y="544"/>
                    <a:pt x="209" y="528"/>
                    <a:pt x="210" y="513"/>
                  </a:cubicBezTo>
                  <a:cubicBezTo>
                    <a:pt x="211" y="482"/>
                    <a:pt x="210" y="443"/>
                    <a:pt x="238" y="427"/>
                  </a:cubicBezTo>
                  <a:cubicBezTo>
                    <a:pt x="286" y="398"/>
                    <a:pt x="343" y="388"/>
                    <a:pt x="403" y="371"/>
                  </a:cubicBezTo>
                  <a:cubicBezTo>
                    <a:pt x="386" y="444"/>
                    <a:pt x="369" y="509"/>
                    <a:pt x="354" y="576"/>
                  </a:cubicBezTo>
                  <a:cubicBezTo>
                    <a:pt x="333" y="664"/>
                    <a:pt x="320" y="753"/>
                    <a:pt x="332" y="844"/>
                  </a:cubicBezTo>
                  <a:cubicBezTo>
                    <a:pt x="334" y="862"/>
                    <a:pt x="350" y="858"/>
                    <a:pt x="351" y="858"/>
                  </a:cubicBezTo>
                  <a:cubicBezTo>
                    <a:pt x="365" y="846"/>
                    <a:pt x="386" y="841"/>
                    <a:pt x="395" y="829"/>
                  </a:cubicBezTo>
                  <a:cubicBezTo>
                    <a:pt x="410" y="808"/>
                    <a:pt x="418" y="781"/>
                    <a:pt x="426" y="756"/>
                  </a:cubicBezTo>
                  <a:cubicBezTo>
                    <a:pt x="463" y="630"/>
                    <a:pt x="490" y="501"/>
                    <a:pt x="514" y="372"/>
                  </a:cubicBezTo>
                  <a:cubicBezTo>
                    <a:pt x="524" y="323"/>
                    <a:pt x="547" y="297"/>
                    <a:pt x="593" y="285"/>
                  </a:cubicBezTo>
                  <a:cubicBezTo>
                    <a:pt x="596" y="304"/>
                    <a:pt x="591" y="322"/>
                    <a:pt x="586" y="338"/>
                  </a:cubicBezTo>
                  <a:cubicBezTo>
                    <a:pt x="566" y="401"/>
                    <a:pt x="553" y="465"/>
                    <a:pt x="558" y="530"/>
                  </a:cubicBezTo>
                  <a:cubicBezTo>
                    <a:pt x="560" y="563"/>
                    <a:pt x="546" y="607"/>
                    <a:pt x="588" y="631"/>
                  </a:cubicBezTo>
                  <a:cubicBezTo>
                    <a:pt x="588" y="631"/>
                    <a:pt x="588" y="631"/>
                    <a:pt x="588" y="631"/>
                  </a:cubicBezTo>
                  <a:cubicBezTo>
                    <a:pt x="588" y="631"/>
                    <a:pt x="588" y="631"/>
                    <a:pt x="588" y="631"/>
                  </a:cubicBezTo>
                  <a:cubicBezTo>
                    <a:pt x="591" y="641"/>
                    <a:pt x="594" y="650"/>
                    <a:pt x="598" y="661"/>
                  </a:cubicBezTo>
                  <a:cubicBezTo>
                    <a:pt x="607" y="651"/>
                    <a:pt x="609" y="642"/>
                    <a:pt x="609" y="631"/>
                  </a:cubicBezTo>
                  <a:cubicBezTo>
                    <a:pt x="607" y="629"/>
                    <a:pt x="604" y="627"/>
                    <a:pt x="602" y="626"/>
                  </a:cubicBezTo>
                  <a:cubicBezTo>
                    <a:pt x="604" y="625"/>
                    <a:pt x="607" y="626"/>
                    <a:pt x="609" y="631"/>
                  </a:cubicBezTo>
                  <a:cubicBezTo>
                    <a:pt x="624" y="577"/>
                    <a:pt x="623" y="519"/>
                    <a:pt x="642" y="463"/>
                  </a:cubicBezTo>
                  <a:cubicBezTo>
                    <a:pt x="658" y="474"/>
                    <a:pt x="674" y="479"/>
                    <a:pt x="692" y="481"/>
                  </a:cubicBezTo>
                  <a:cubicBezTo>
                    <a:pt x="733" y="487"/>
                    <a:pt x="770" y="466"/>
                    <a:pt x="810" y="461"/>
                  </a:cubicBezTo>
                  <a:cubicBezTo>
                    <a:pt x="830" y="459"/>
                    <a:pt x="836" y="462"/>
                    <a:pt x="843" y="477"/>
                  </a:cubicBezTo>
                  <a:cubicBezTo>
                    <a:pt x="865" y="521"/>
                    <a:pt x="881" y="567"/>
                    <a:pt x="890" y="617"/>
                  </a:cubicBezTo>
                  <a:cubicBezTo>
                    <a:pt x="902" y="691"/>
                    <a:pt x="905" y="690"/>
                    <a:pt x="978" y="679"/>
                  </a:cubicBezTo>
                  <a:cubicBezTo>
                    <a:pt x="1013" y="674"/>
                    <a:pt x="1018" y="655"/>
                    <a:pt x="1013" y="627"/>
                  </a:cubicBezTo>
                  <a:cubicBezTo>
                    <a:pt x="1010" y="609"/>
                    <a:pt x="1005" y="590"/>
                    <a:pt x="996" y="573"/>
                  </a:cubicBezTo>
                  <a:cubicBezTo>
                    <a:pt x="971" y="523"/>
                    <a:pt x="959" y="469"/>
                    <a:pt x="943" y="416"/>
                  </a:cubicBezTo>
                  <a:cubicBezTo>
                    <a:pt x="939" y="404"/>
                    <a:pt x="941" y="394"/>
                    <a:pt x="946" y="385"/>
                  </a:cubicBezTo>
                  <a:cubicBezTo>
                    <a:pt x="958" y="363"/>
                    <a:pt x="952" y="345"/>
                    <a:pt x="929" y="342"/>
                  </a:cubicBezTo>
                  <a:cubicBezTo>
                    <a:pt x="920" y="341"/>
                    <a:pt x="913" y="345"/>
                    <a:pt x="907" y="334"/>
                  </a:cubicBezTo>
                  <a:cubicBezTo>
                    <a:pt x="880" y="282"/>
                    <a:pt x="848" y="233"/>
                    <a:pt x="825" y="180"/>
                  </a:cubicBezTo>
                  <a:cubicBezTo>
                    <a:pt x="805" y="134"/>
                    <a:pt x="781" y="90"/>
                    <a:pt x="753" y="48"/>
                  </a:cubicBezTo>
                  <a:cubicBezTo>
                    <a:pt x="749" y="41"/>
                    <a:pt x="743" y="28"/>
                    <a:pt x="735" y="32"/>
                  </a:cubicBezTo>
                  <a:cubicBezTo>
                    <a:pt x="710" y="45"/>
                    <a:pt x="684" y="60"/>
                    <a:pt x="666" y="83"/>
                  </a:cubicBezTo>
                  <a:cubicBezTo>
                    <a:pt x="653" y="100"/>
                    <a:pt x="673" y="112"/>
                    <a:pt x="676" y="127"/>
                  </a:cubicBezTo>
                  <a:cubicBezTo>
                    <a:pt x="678" y="139"/>
                    <a:pt x="696" y="150"/>
                    <a:pt x="673" y="161"/>
                  </a:cubicBezTo>
                  <a:cubicBezTo>
                    <a:pt x="636" y="178"/>
                    <a:pt x="601" y="201"/>
                    <a:pt x="557" y="213"/>
                  </a:cubicBezTo>
                  <a:cubicBezTo>
                    <a:pt x="566" y="170"/>
                    <a:pt x="573" y="129"/>
                    <a:pt x="582" y="89"/>
                  </a:cubicBezTo>
                  <a:cubicBezTo>
                    <a:pt x="592" y="45"/>
                    <a:pt x="584" y="29"/>
                    <a:pt x="539" y="12"/>
                  </a:cubicBezTo>
                  <a:cubicBezTo>
                    <a:pt x="506" y="0"/>
                    <a:pt x="499" y="30"/>
                    <a:pt x="486" y="48"/>
                  </a:cubicBezTo>
                  <a:cubicBezTo>
                    <a:pt x="474" y="64"/>
                    <a:pt x="466" y="83"/>
                    <a:pt x="462" y="103"/>
                  </a:cubicBezTo>
                  <a:cubicBezTo>
                    <a:pt x="450" y="152"/>
                    <a:pt x="438" y="201"/>
                    <a:pt x="426" y="250"/>
                  </a:cubicBezTo>
                  <a:cubicBezTo>
                    <a:pt x="423" y="263"/>
                    <a:pt x="421" y="275"/>
                    <a:pt x="406" y="280"/>
                  </a:cubicBezTo>
                  <a:cubicBezTo>
                    <a:pt x="363" y="292"/>
                    <a:pt x="319" y="305"/>
                    <a:pt x="276" y="318"/>
                  </a:cubicBezTo>
                  <a:cubicBezTo>
                    <a:pt x="255" y="324"/>
                    <a:pt x="252" y="314"/>
                    <a:pt x="255" y="297"/>
                  </a:cubicBezTo>
                  <a:cubicBezTo>
                    <a:pt x="261" y="261"/>
                    <a:pt x="266" y="225"/>
                    <a:pt x="281" y="191"/>
                  </a:cubicBezTo>
                  <a:cubicBezTo>
                    <a:pt x="294" y="161"/>
                    <a:pt x="298" y="130"/>
                    <a:pt x="300" y="99"/>
                  </a:cubicBezTo>
                  <a:cubicBezTo>
                    <a:pt x="301" y="83"/>
                    <a:pt x="297" y="76"/>
                    <a:pt x="279" y="76"/>
                  </a:cubicBezTo>
                  <a:cubicBezTo>
                    <a:pt x="261" y="75"/>
                    <a:pt x="242" y="71"/>
                    <a:pt x="224" y="66"/>
                  </a:cubicBezTo>
                  <a:cubicBezTo>
                    <a:pt x="192" y="57"/>
                    <a:pt x="183" y="72"/>
                    <a:pt x="171" y="100"/>
                  </a:cubicBezTo>
                  <a:cubicBezTo>
                    <a:pt x="143" y="164"/>
                    <a:pt x="145" y="233"/>
                    <a:pt x="126" y="298"/>
                  </a:cubicBezTo>
                  <a:cubicBezTo>
                    <a:pt x="114" y="341"/>
                    <a:pt x="97" y="356"/>
                    <a:pt x="59" y="358"/>
                  </a:cubicBezTo>
                  <a:close/>
                  <a:moveTo>
                    <a:pt x="697" y="282"/>
                  </a:moveTo>
                  <a:cubicBezTo>
                    <a:pt x="703" y="265"/>
                    <a:pt x="715" y="249"/>
                    <a:pt x="725" y="232"/>
                  </a:cubicBezTo>
                  <a:cubicBezTo>
                    <a:pt x="757" y="273"/>
                    <a:pt x="777" y="314"/>
                    <a:pt x="794" y="358"/>
                  </a:cubicBezTo>
                  <a:cubicBezTo>
                    <a:pt x="802" y="378"/>
                    <a:pt x="797" y="383"/>
                    <a:pt x="779" y="382"/>
                  </a:cubicBezTo>
                  <a:cubicBezTo>
                    <a:pt x="774" y="382"/>
                    <a:pt x="769" y="383"/>
                    <a:pt x="764" y="383"/>
                  </a:cubicBezTo>
                  <a:cubicBezTo>
                    <a:pt x="618" y="393"/>
                    <a:pt x="664" y="384"/>
                    <a:pt x="697" y="28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8" name="Freeform: Shape 1597">
              <a:extLst>
                <a:ext uri="{FF2B5EF4-FFF2-40B4-BE49-F238E27FC236}">
                  <a16:creationId xmlns:a16="http://schemas.microsoft.com/office/drawing/2014/main" id="{5FF4E931-9083-418F-9A0F-5634E36456A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92888" y="-477838"/>
              <a:ext cx="1638300" cy="1947863"/>
            </a:xfrm>
            <a:custGeom>
              <a:avLst/>
              <a:gdLst>
                <a:gd name="T0" fmla="*/ 14 w 873"/>
                <a:gd name="T1" fmla="*/ 1009 h 1036"/>
                <a:gd name="T2" fmla="*/ 20 w 873"/>
                <a:gd name="T3" fmla="*/ 1026 h 1036"/>
                <a:gd name="T4" fmla="*/ 44 w 873"/>
                <a:gd name="T5" fmla="*/ 1024 h 1036"/>
                <a:gd name="T6" fmla="*/ 118 w 873"/>
                <a:gd name="T7" fmla="*/ 878 h 1036"/>
                <a:gd name="T8" fmla="*/ 151 w 873"/>
                <a:gd name="T9" fmla="*/ 746 h 1036"/>
                <a:gd name="T10" fmla="*/ 167 w 873"/>
                <a:gd name="T11" fmla="*/ 764 h 1036"/>
                <a:gd name="T12" fmla="*/ 280 w 873"/>
                <a:gd name="T13" fmla="*/ 911 h 1036"/>
                <a:gd name="T14" fmla="*/ 435 w 873"/>
                <a:gd name="T15" fmla="*/ 964 h 1036"/>
                <a:gd name="T16" fmla="*/ 466 w 873"/>
                <a:gd name="T17" fmla="*/ 913 h 1036"/>
                <a:gd name="T18" fmla="*/ 696 w 873"/>
                <a:gd name="T19" fmla="*/ 846 h 1036"/>
                <a:gd name="T20" fmla="*/ 762 w 873"/>
                <a:gd name="T21" fmla="*/ 639 h 1036"/>
                <a:gd name="T22" fmla="*/ 639 w 873"/>
                <a:gd name="T23" fmla="*/ 496 h 1036"/>
                <a:gd name="T24" fmla="*/ 650 w 873"/>
                <a:gd name="T25" fmla="*/ 490 h 1036"/>
                <a:gd name="T26" fmla="*/ 676 w 873"/>
                <a:gd name="T27" fmla="*/ 443 h 1036"/>
                <a:gd name="T28" fmla="*/ 650 w 873"/>
                <a:gd name="T29" fmla="*/ 416 h 1036"/>
                <a:gd name="T30" fmla="*/ 650 w 873"/>
                <a:gd name="T31" fmla="*/ 401 h 1036"/>
                <a:gd name="T32" fmla="*/ 766 w 873"/>
                <a:gd name="T33" fmla="*/ 311 h 1036"/>
                <a:gd name="T34" fmla="*/ 837 w 873"/>
                <a:gd name="T35" fmla="*/ 325 h 1036"/>
                <a:gd name="T36" fmla="*/ 837 w 873"/>
                <a:gd name="T37" fmla="*/ 325 h 1036"/>
                <a:gd name="T38" fmla="*/ 863 w 873"/>
                <a:gd name="T39" fmla="*/ 362 h 1036"/>
                <a:gd name="T40" fmla="*/ 858 w 873"/>
                <a:gd name="T41" fmla="*/ 317 h 1036"/>
                <a:gd name="T42" fmla="*/ 861 w 873"/>
                <a:gd name="T43" fmla="*/ 281 h 1036"/>
                <a:gd name="T44" fmla="*/ 677 w 873"/>
                <a:gd name="T45" fmla="*/ 218 h 1036"/>
                <a:gd name="T46" fmla="*/ 613 w 873"/>
                <a:gd name="T47" fmla="*/ 265 h 1036"/>
                <a:gd name="T48" fmla="*/ 474 w 873"/>
                <a:gd name="T49" fmla="*/ 462 h 1036"/>
                <a:gd name="T50" fmla="*/ 446 w 873"/>
                <a:gd name="T51" fmla="*/ 482 h 1036"/>
                <a:gd name="T52" fmla="*/ 227 w 873"/>
                <a:gd name="T53" fmla="*/ 529 h 1036"/>
                <a:gd name="T54" fmla="*/ 204 w 873"/>
                <a:gd name="T55" fmla="*/ 507 h 1036"/>
                <a:gd name="T56" fmla="*/ 256 w 873"/>
                <a:gd name="T57" fmla="*/ 298 h 1036"/>
                <a:gd name="T58" fmla="*/ 306 w 873"/>
                <a:gd name="T59" fmla="*/ 72 h 1036"/>
                <a:gd name="T60" fmla="*/ 256 w 873"/>
                <a:gd name="T61" fmla="*/ 12 h 1036"/>
                <a:gd name="T62" fmla="*/ 217 w 873"/>
                <a:gd name="T63" fmla="*/ 37 h 1036"/>
                <a:gd name="T64" fmla="*/ 173 w 873"/>
                <a:gd name="T65" fmla="*/ 140 h 1036"/>
                <a:gd name="T66" fmla="*/ 88 w 873"/>
                <a:gd name="T67" fmla="*/ 513 h 1036"/>
                <a:gd name="T68" fmla="*/ 57 w 873"/>
                <a:gd name="T69" fmla="*/ 633 h 1036"/>
                <a:gd name="T70" fmla="*/ 14 w 873"/>
                <a:gd name="T71" fmla="*/ 1009 h 1036"/>
                <a:gd name="T72" fmla="*/ 431 w 873"/>
                <a:gd name="T73" fmla="*/ 585 h 1036"/>
                <a:gd name="T74" fmla="*/ 442 w 873"/>
                <a:gd name="T75" fmla="*/ 583 h 1036"/>
                <a:gd name="T76" fmla="*/ 566 w 873"/>
                <a:gd name="T77" fmla="*/ 617 h 1036"/>
                <a:gd name="T78" fmla="*/ 617 w 873"/>
                <a:gd name="T79" fmla="*/ 656 h 1036"/>
                <a:gd name="T80" fmla="*/ 629 w 873"/>
                <a:gd name="T81" fmla="*/ 754 h 1036"/>
                <a:gd name="T82" fmla="*/ 521 w 873"/>
                <a:gd name="T83" fmla="*/ 826 h 1036"/>
                <a:gd name="T84" fmla="*/ 469 w 873"/>
                <a:gd name="T85" fmla="*/ 873 h 1036"/>
                <a:gd name="T86" fmla="*/ 456 w 873"/>
                <a:gd name="T87" fmla="*/ 875 h 1036"/>
                <a:gd name="T88" fmla="*/ 440 w 873"/>
                <a:gd name="T89" fmla="*/ 881 h 1036"/>
                <a:gd name="T90" fmla="*/ 440 w 873"/>
                <a:gd name="T91" fmla="*/ 881 h 1036"/>
                <a:gd name="T92" fmla="*/ 440 w 873"/>
                <a:gd name="T93" fmla="*/ 881 h 1036"/>
                <a:gd name="T94" fmla="*/ 370 w 873"/>
                <a:gd name="T95" fmla="*/ 820 h 1036"/>
                <a:gd name="T96" fmla="*/ 313 w 873"/>
                <a:gd name="T97" fmla="*/ 762 h 1036"/>
                <a:gd name="T98" fmla="*/ 205 w 873"/>
                <a:gd name="T99" fmla="*/ 650 h 1036"/>
                <a:gd name="T100" fmla="*/ 431 w 873"/>
                <a:gd name="T101" fmla="*/ 585 h 10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873" h="1036">
                  <a:moveTo>
                    <a:pt x="14" y="1009"/>
                  </a:moveTo>
                  <a:cubicBezTo>
                    <a:pt x="14" y="1015"/>
                    <a:pt x="9" y="1032"/>
                    <a:pt x="20" y="1026"/>
                  </a:cubicBezTo>
                  <a:cubicBezTo>
                    <a:pt x="29" y="1021"/>
                    <a:pt x="33" y="1036"/>
                    <a:pt x="44" y="1024"/>
                  </a:cubicBezTo>
                  <a:cubicBezTo>
                    <a:pt x="83" y="982"/>
                    <a:pt x="105" y="933"/>
                    <a:pt x="118" y="878"/>
                  </a:cubicBezTo>
                  <a:cubicBezTo>
                    <a:pt x="129" y="836"/>
                    <a:pt x="139" y="793"/>
                    <a:pt x="151" y="746"/>
                  </a:cubicBezTo>
                  <a:cubicBezTo>
                    <a:pt x="159" y="755"/>
                    <a:pt x="164" y="759"/>
                    <a:pt x="167" y="764"/>
                  </a:cubicBezTo>
                  <a:cubicBezTo>
                    <a:pt x="205" y="813"/>
                    <a:pt x="243" y="862"/>
                    <a:pt x="280" y="911"/>
                  </a:cubicBezTo>
                  <a:cubicBezTo>
                    <a:pt x="320" y="964"/>
                    <a:pt x="374" y="978"/>
                    <a:pt x="435" y="964"/>
                  </a:cubicBezTo>
                  <a:cubicBezTo>
                    <a:pt x="460" y="959"/>
                    <a:pt x="488" y="949"/>
                    <a:pt x="466" y="913"/>
                  </a:cubicBezTo>
                  <a:cubicBezTo>
                    <a:pt x="550" y="909"/>
                    <a:pt x="628" y="898"/>
                    <a:pt x="696" y="846"/>
                  </a:cubicBezTo>
                  <a:cubicBezTo>
                    <a:pt x="763" y="796"/>
                    <a:pt x="789" y="719"/>
                    <a:pt x="762" y="639"/>
                  </a:cubicBezTo>
                  <a:cubicBezTo>
                    <a:pt x="741" y="574"/>
                    <a:pt x="691" y="535"/>
                    <a:pt x="639" y="496"/>
                  </a:cubicBezTo>
                  <a:cubicBezTo>
                    <a:pt x="644" y="494"/>
                    <a:pt x="647" y="492"/>
                    <a:pt x="650" y="490"/>
                  </a:cubicBezTo>
                  <a:cubicBezTo>
                    <a:pt x="665" y="478"/>
                    <a:pt x="673" y="460"/>
                    <a:pt x="676" y="443"/>
                  </a:cubicBezTo>
                  <a:cubicBezTo>
                    <a:pt x="679" y="429"/>
                    <a:pt x="671" y="415"/>
                    <a:pt x="650" y="416"/>
                  </a:cubicBezTo>
                  <a:cubicBezTo>
                    <a:pt x="643" y="416"/>
                    <a:pt x="646" y="404"/>
                    <a:pt x="650" y="401"/>
                  </a:cubicBezTo>
                  <a:cubicBezTo>
                    <a:pt x="689" y="371"/>
                    <a:pt x="702" y="310"/>
                    <a:pt x="766" y="311"/>
                  </a:cubicBezTo>
                  <a:cubicBezTo>
                    <a:pt x="791" y="312"/>
                    <a:pt x="813" y="322"/>
                    <a:pt x="837" y="325"/>
                  </a:cubicBezTo>
                  <a:cubicBezTo>
                    <a:pt x="837" y="325"/>
                    <a:pt x="837" y="325"/>
                    <a:pt x="837" y="325"/>
                  </a:cubicBezTo>
                  <a:cubicBezTo>
                    <a:pt x="840" y="341"/>
                    <a:pt x="860" y="345"/>
                    <a:pt x="863" y="362"/>
                  </a:cubicBezTo>
                  <a:cubicBezTo>
                    <a:pt x="870" y="345"/>
                    <a:pt x="868" y="331"/>
                    <a:pt x="858" y="317"/>
                  </a:cubicBezTo>
                  <a:cubicBezTo>
                    <a:pt x="873" y="306"/>
                    <a:pt x="868" y="294"/>
                    <a:pt x="861" y="281"/>
                  </a:cubicBezTo>
                  <a:cubicBezTo>
                    <a:pt x="835" y="230"/>
                    <a:pt x="755" y="177"/>
                    <a:pt x="677" y="218"/>
                  </a:cubicBezTo>
                  <a:cubicBezTo>
                    <a:pt x="653" y="231"/>
                    <a:pt x="632" y="246"/>
                    <a:pt x="613" y="265"/>
                  </a:cubicBezTo>
                  <a:cubicBezTo>
                    <a:pt x="555" y="322"/>
                    <a:pt x="490" y="375"/>
                    <a:pt x="474" y="462"/>
                  </a:cubicBezTo>
                  <a:cubicBezTo>
                    <a:pt x="470" y="480"/>
                    <a:pt x="457" y="478"/>
                    <a:pt x="446" y="482"/>
                  </a:cubicBezTo>
                  <a:cubicBezTo>
                    <a:pt x="374" y="504"/>
                    <a:pt x="301" y="514"/>
                    <a:pt x="227" y="529"/>
                  </a:cubicBezTo>
                  <a:cubicBezTo>
                    <a:pt x="205" y="533"/>
                    <a:pt x="200" y="526"/>
                    <a:pt x="204" y="507"/>
                  </a:cubicBezTo>
                  <a:cubicBezTo>
                    <a:pt x="221" y="437"/>
                    <a:pt x="236" y="367"/>
                    <a:pt x="256" y="298"/>
                  </a:cubicBezTo>
                  <a:cubicBezTo>
                    <a:pt x="277" y="223"/>
                    <a:pt x="288" y="147"/>
                    <a:pt x="306" y="72"/>
                  </a:cubicBezTo>
                  <a:cubicBezTo>
                    <a:pt x="315" y="32"/>
                    <a:pt x="281" y="24"/>
                    <a:pt x="256" y="12"/>
                  </a:cubicBezTo>
                  <a:cubicBezTo>
                    <a:pt x="233" y="0"/>
                    <a:pt x="226" y="24"/>
                    <a:pt x="217" y="37"/>
                  </a:cubicBezTo>
                  <a:cubicBezTo>
                    <a:pt x="194" y="68"/>
                    <a:pt x="181" y="103"/>
                    <a:pt x="173" y="140"/>
                  </a:cubicBezTo>
                  <a:cubicBezTo>
                    <a:pt x="145" y="265"/>
                    <a:pt x="120" y="390"/>
                    <a:pt x="88" y="513"/>
                  </a:cubicBezTo>
                  <a:cubicBezTo>
                    <a:pt x="77" y="553"/>
                    <a:pt x="64" y="591"/>
                    <a:pt x="57" y="633"/>
                  </a:cubicBezTo>
                  <a:cubicBezTo>
                    <a:pt x="35" y="758"/>
                    <a:pt x="0" y="881"/>
                    <a:pt x="14" y="1009"/>
                  </a:cubicBezTo>
                  <a:close/>
                  <a:moveTo>
                    <a:pt x="431" y="585"/>
                  </a:moveTo>
                  <a:cubicBezTo>
                    <a:pt x="435" y="585"/>
                    <a:pt x="439" y="585"/>
                    <a:pt x="442" y="583"/>
                  </a:cubicBezTo>
                  <a:cubicBezTo>
                    <a:pt x="498" y="542"/>
                    <a:pt x="531" y="579"/>
                    <a:pt x="566" y="617"/>
                  </a:cubicBezTo>
                  <a:cubicBezTo>
                    <a:pt x="580" y="633"/>
                    <a:pt x="598" y="647"/>
                    <a:pt x="617" y="656"/>
                  </a:cubicBezTo>
                  <a:cubicBezTo>
                    <a:pt x="666" y="679"/>
                    <a:pt x="659" y="719"/>
                    <a:pt x="629" y="754"/>
                  </a:cubicBezTo>
                  <a:cubicBezTo>
                    <a:pt x="601" y="788"/>
                    <a:pt x="559" y="807"/>
                    <a:pt x="521" y="826"/>
                  </a:cubicBezTo>
                  <a:cubicBezTo>
                    <a:pt x="497" y="838"/>
                    <a:pt x="475" y="843"/>
                    <a:pt x="469" y="873"/>
                  </a:cubicBezTo>
                  <a:cubicBezTo>
                    <a:pt x="469" y="874"/>
                    <a:pt x="461" y="874"/>
                    <a:pt x="456" y="875"/>
                  </a:cubicBezTo>
                  <a:cubicBezTo>
                    <a:pt x="451" y="877"/>
                    <a:pt x="445" y="879"/>
                    <a:pt x="440" y="881"/>
                  </a:cubicBezTo>
                  <a:cubicBezTo>
                    <a:pt x="440" y="881"/>
                    <a:pt x="440" y="881"/>
                    <a:pt x="440" y="881"/>
                  </a:cubicBezTo>
                  <a:cubicBezTo>
                    <a:pt x="440" y="881"/>
                    <a:pt x="440" y="881"/>
                    <a:pt x="440" y="881"/>
                  </a:cubicBezTo>
                  <a:cubicBezTo>
                    <a:pt x="428" y="848"/>
                    <a:pt x="393" y="841"/>
                    <a:pt x="370" y="820"/>
                  </a:cubicBezTo>
                  <a:cubicBezTo>
                    <a:pt x="350" y="802"/>
                    <a:pt x="331" y="783"/>
                    <a:pt x="313" y="762"/>
                  </a:cubicBezTo>
                  <a:cubicBezTo>
                    <a:pt x="280" y="723"/>
                    <a:pt x="241" y="688"/>
                    <a:pt x="205" y="650"/>
                  </a:cubicBezTo>
                  <a:cubicBezTo>
                    <a:pt x="278" y="625"/>
                    <a:pt x="353" y="599"/>
                    <a:pt x="431" y="58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176800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57FE64D-B6B2-6026-B03E-E67CC1C09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1356D8-6EEA-79A0-9669-32265A9AA9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BE655F-F951-7C5A-E5CB-8672F14459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96027D-8D44-44DA-9733-57C2DBDD52AD}" type="datetimeFigureOut">
              <a:rPr lang="zh-CN" altLang="en-US" smtClean="0"/>
              <a:t>2026/6/6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B532DC5-7D61-7E45-6BE1-DA4A417B14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E2E88D-CF29-00CB-8057-C4D310A7E0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1105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669924" y="1028700"/>
            <a:ext cx="10850563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4388434-9949-479C-A9C3-67A953F6A9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01732" y="6240463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B696027D-8D44-44DA-9733-57C2DBDD52AD}" type="datetimeFigureOut">
              <a:rPr lang="zh-CN" altLang="en-US" smtClean="0"/>
              <a:t>2026/6/6</a:t>
            </a:fld>
            <a:endParaRPr lang="zh-CN" alt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0A5656E-7A33-4865-A262-1F96263BAA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9924" y="624046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BF52F79-380E-4278-8B67-588AFE5840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599" y="6240463"/>
            <a:ext cx="290988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9216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22">
          <p15:clr>
            <a:srgbClr val="F26B43"/>
          </p15:clr>
        </p15:guide>
        <p15:guide id="2" pos="7257">
          <p15:clr>
            <a:srgbClr val="F26B43"/>
          </p15:clr>
        </p15:guide>
        <p15:guide id="3" orient="horz" pos="648">
          <p15:clr>
            <a:srgbClr val="F26B43"/>
          </p15:clr>
        </p15:guide>
        <p15:guide id="4" orient="horz" pos="712">
          <p15:clr>
            <a:srgbClr val="F26B43"/>
          </p15:clr>
        </p15:guide>
        <p15:guide id="5" orient="horz" pos="3931">
          <p15:clr>
            <a:srgbClr val="F26B43"/>
          </p15:clr>
        </p15:guide>
        <p15:guide id="6" orient="horz" pos="386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VisActor/VChart" TargetMode="External"/><Relationship Id="rId2" Type="http://schemas.openxmlformats.org/officeDocument/2006/relationships/hyperlink" Target="https://www.visactor.com/vchart" TargetMode="Externa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>
            <a:extLst>
              <a:ext uri="{FF2B5EF4-FFF2-40B4-BE49-F238E27FC236}">
                <a16:creationId xmlns:a16="http://schemas.microsoft.com/office/drawing/2014/main" id="{08CDDE5B-5E10-4B9F-F28E-F8449760D1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2184" y="4673072"/>
            <a:ext cx="5579403" cy="558799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讲师：小林</a:t>
            </a:r>
            <a:endParaRPr lang="en-US" altLang="zh-CN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标题 2">
            <a:extLst>
              <a:ext uri="{FF2B5EF4-FFF2-40B4-BE49-F238E27FC236}">
                <a16:creationId xmlns:a16="http://schemas.microsoft.com/office/drawing/2014/main" id="{167893B9-016C-7B66-C92D-EAC30C277D2F}"/>
              </a:ext>
            </a:extLst>
          </p:cNvPr>
          <p:cNvSpPr txBox="1">
            <a:spLocks/>
          </p:cNvSpPr>
          <p:nvPr/>
        </p:nvSpPr>
        <p:spPr>
          <a:xfrm>
            <a:off x="162334" y="3032261"/>
            <a:ext cx="8332349" cy="118996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第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38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课：</a:t>
            </a:r>
            <a:r>
              <a:rPr lang="zh-CN" altLang="zh-CN" dirty="0"/>
              <a:t>Circle Packing</a:t>
            </a:r>
          </a:p>
        </p:txBody>
      </p:sp>
    </p:spTree>
    <p:extLst>
      <p:ext uri="{BB962C8B-B14F-4D97-AF65-F5344CB8AC3E}">
        <p14:creationId xmlns:p14="http://schemas.microsoft.com/office/powerpoint/2010/main" val="1538108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BF3ED4-EAEA-6458-7FD4-948C89DF5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70DE6E-FCA2-403E-F993-620B49F9B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</a:rPr>
              <a:t>介绍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47B0D4F-AF63-5C6F-B09E-32C0EB4C24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362" y="1363662"/>
            <a:ext cx="8905875" cy="521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6050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9AD4AF-1431-D9E9-0982-A706A97E7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D4FB7D-7A45-FCB6-18B7-572E35062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总结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0319DDF-8321-1E95-C392-F1F15926AF12}"/>
              </a:ext>
            </a:extLst>
          </p:cNvPr>
          <p:cNvSpPr txBox="1"/>
          <p:nvPr/>
        </p:nvSpPr>
        <p:spPr>
          <a:xfrm>
            <a:off x="746090" y="1449521"/>
            <a:ext cx="6094324" cy="1306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1200"/>
              </a:spcAft>
              <a:buNone/>
            </a:pPr>
            <a:r>
              <a:rPr lang="zh-CN" altLang="en-US" b="0" i="0" dirty="0">
                <a:solidFill>
                  <a:srgbClr val="424E66"/>
                </a:solidFill>
                <a:effectLst/>
                <a:latin typeface="Nunito for Arco"/>
              </a:rPr>
              <a:t>数据特征</a:t>
            </a:r>
            <a:endParaRPr lang="en-US" altLang="zh-CN" b="0" i="0" dirty="0">
              <a:solidFill>
                <a:srgbClr val="424E66"/>
              </a:solidFill>
              <a:effectLst/>
              <a:latin typeface="Nunito for Arco"/>
            </a:endParaRPr>
          </a:p>
          <a:p>
            <a:pPr algn="l">
              <a:lnSpc>
                <a:spcPts val="2400"/>
              </a:lnSpc>
              <a:spcAft>
                <a:spcPts val="1200"/>
              </a:spcAft>
              <a:buNone/>
            </a:pPr>
            <a:r>
              <a:rPr lang="zh-CN" altLang="en-US" b="0" i="0" dirty="0">
                <a:solidFill>
                  <a:srgbClr val="424E66"/>
                </a:solidFill>
                <a:effectLst/>
                <a:latin typeface="Nunito for Arco"/>
              </a:rPr>
              <a:t>图标构成</a:t>
            </a:r>
            <a:endParaRPr lang="en-US" altLang="zh-CN" b="0" i="0" dirty="0">
              <a:solidFill>
                <a:srgbClr val="424E66"/>
              </a:solidFill>
              <a:effectLst/>
              <a:latin typeface="Nunito for Arco"/>
            </a:endParaRPr>
          </a:p>
          <a:p>
            <a:pPr algn="l">
              <a:lnSpc>
                <a:spcPts val="2400"/>
              </a:lnSpc>
              <a:spcAft>
                <a:spcPts val="1200"/>
              </a:spcAft>
              <a:buNone/>
            </a:pPr>
            <a:r>
              <a:rPr lang="zh-CN" altLang="en-US">
                <a:solidFill>
                  <a:srgbClr val="424E66"/>
                </a:solidFill>
                <a:latin typeface="-apple-system"/>
              </a:rPr>
              <a:t>交互</a:t>
            </a:r>
            <a:endParaRPr lang="en-US" altLang="zh-CN" b="0" i="0" dirty="0">
              <a:solidFill>
                <a:srgbClr val="424E66"/>
              </a:solidFill>
              <a:effectLst/>
              <a:latin typeface="Nunito for Arco"/>
            </a:endParaRPr>
          </a:p>
        </p:txBody>
      </p:sp>
    </p:spTree>
    <p:extLst>
      <p:ext uri="{BB962C8B-B14F-4D97-AF65-F5344CB8AC3E}">
        <p14:creationId xmlns:p14="http://schemas.microsoft.com/office/powerpoint/2010/main" val="29193092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F97DDB-C79F-2A00-2EE5-BE19B00CA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>
                <a:latin typeface="+mn-ea"/>
              </a:rPr>
              <a:t>案例仓库</a:t>
            </a:r>
            <a:r>
              <a:rPr lang="zh-CN" altLang="en-US">
                <a:latin typeface="+mn-ea"/>
              </a:rPr>
              <a:t>和资料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24650117-5BB5-04D0-9704-7B0DB6F47F68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3632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177" lvl="1" indent="0">
              <a:buNone/>
            </a:pPr>
            <a:r>
              <a:rPr lang="en-US" altLang="zh-CN" sz="1800" b="1" dirty="0" err="1">
                <a:latin typeface="+mn-ea"/>
              </a:rPr>
              <a:t>配套实践案例仓库</a:t>
            </a:r>
            <a:r>
              <a:rPr lang="en-US" altLang="zh-CN" sz="1800" b="1" dirty="0">
                <a:latin typeface="+mn-ea"/>
              </a:rPr>
              <a:t>：</a:t>
            </a:r>
            <a:endParaRPr lang="en-US" altLang="zh-CN" sz="1800" b="1" u="sng" dirty="0">
              <a:latin typeface="+mn-ea"/>
            </a:endParaRPr>
          </a:p>
          <a:p>
            <a:pPr lvl="1"/>
            <a:r>
              <a:rPr lang="zh-CN" altLang="en-US" u="sng" dirty="0">
                <a:latin typeface="+mn-ea"/>
              </a:rPr>
              <a:t>码云：   </a:t>
            </a:r>
            <a:r>
              <a:rPr lang="en-US" altLang="zh-CN" u="sng" dirty="0">
                <a:latin typeface="+mn-ea"/>
              </a:rPr>
              <a:t>https://gitee.com/menglin1997/vchart.git</a:t>
            </a:r>
          </a:p>
          <a:p>
            <a:pPr lvl="1"/>
            <a:r>
              <a:rPr lang="en-US" altLang="zh-CN" u="sng" dirty="0" err="1">
                <a:latin typeface="+mn-ea"/>
              </a:rPr>
              <a:t>Github</a:t>
            </a:r>
            <a:r>
              <a:rPr lang="en-US" altLang="zh-CN" u="sng" dirty="0">
                <a:latin typeface="+mn-ea"/>
              </a:rPr>
              <a:t>:   https://github.com/menglin1997/vchartCourse.git</a:t>
            </a:r>
            <a:endParaRPr lang="zh-CN" altLang="zh-CN" dirty="0">
              <a:latin typeface="+mn-ea"/>
            </a:endParaRPr>
          </a:p>
          <a:p>
            <a:endParaRPr lang="zh-CN" altLang="en-US" dirty="0">
              <a:latin typeface="+mn-ea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EA78CED-5845-B8E5-5A5D-4FAD539FBBB9}"/>
              </a:ext>
            </a:extLst>
          </p:cNvPr>
          <p:cNvSpPr txBox="1"/>
          <p:nvPr/>
        </p:nvSpPr>
        <p:spPr>
          <a:xfrm>
            <a:off x="838200" y="3008452"/>
            <a:ext cx="6098720" cy="15034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zh-CN" altLang="en-US" b="1" dirty="0">
                <a:latin typeface="+mn-ea"/>
              </a:rPr>
              <a:t>官方资料：</a:t>
            </a:r>
            <a:endParaRPr lang="en-US" altLang="zh-CN" b="1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官网：</a:t>
            </a:r>
            <a:r>
              <a:rPr lang="en-US" altLang="zh-CN" sz="1600" u="sng" dirty="0" err="1">
                <a:latin typeface="+mn-ea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</a:t>
            </a:r>
            <a:r>
              <a:rPr lang="en-US" altLang="zh-CN" sz="1600" u="sng" dirty="0">
                <a:latin typeface="+mn-ea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://www.visactor.com/vchart</a:t>
            </a:r>
            <a:r>
              <a:rPr lang="en-US" altLang="zh-CN" sz="1600" u="sng" dirty="0">
                <a:latin typeface="+mn-ea"/>
              </a:rPr>
              <a:t> </a:t>
            </a:r>
            <a:endParaRPr lang="zh-CN" altLang="zh-CN" sz="1600" u="sng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GitHub：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</a:t>
            </a:r>
            <a:r>
              <a:rPr lang="en-US" altLang="zh-CN" sz="1600" u="sng" dirty="0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://github.com/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VisActor</a:t>
            </a:r>
            <a:r>
              <a:rPr lang="en-US" altLang="zh-CN" sz="1600" u="sng" dirty="0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VChart</a:t>
            </a:r>
            <a:r>
              <a:rPr lang="en-US" altLang="zh-CN" sz="1600" u="sng" dirty="0">
                <a:latin typeface="+mn-ea"/>
              </a:rPr>
              <a:t> </a:t>
            </a:r>
            <a:endParaRPr lang="zh-CN" altLang="zh-CN" sz="1600" u="sng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微信</a:t>
            </a:r>
            <a:r>
              <a:rPr lang="zh-CN" altLang="en-US" sz="1600" u="sng" dirty="0">
                <a:latin typeface="+mn-ea"/>
              </a:rPr>
              <a:t>公众号</a:t>
            </a:r>
            <a:r>
              <a:rPr lang="en-US" altLang="zh-CN" sz="1600" u="sng" dirty="0">
                <a:latin typeface="+mn-ea"/>
              </a:rPr>
              <a:t>：</a:t>
            </a:r>
            <a:r>
              <a:rPr lang="en-US" altLang="zh-CN" sz="1600" u="sng" dirty="0" err="1">
                <a:latin typeface="+mn-ea"/>
              </a:rPr>
              <a:t>VisActor</a:t>
            </a:r>
            <a:r>
              <a:rPr lang="en-US" altLang="zh-CN" sz="1600" u="sng" dirty="0">
                <a:latin typeface="+mn-ea"/>
              </a:rPr>
              <a:t> 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zh-CN" altLang="zh-CN" dirty="0">
              <a:latin typeface="+mn-ea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4508B13-EE38-8F23-87BB-843600E859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3019" y="2290947"/>
            <a:ext cx="1897468" cy="1948446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9F6BC153-0BFB-D61A-CC38-273E49A4520C}"/>
              </a:ext>
            </a:extLst>
          </p:cNvPr>
          <p:cNvSpPr txBox="1"/>
          <p:nvPr/>
        </p:nvSpPr>
        <p:spPr>
          <a:xfrm>
            <a:off x="8880028" y="4419529"/>
            <a:ext cx="2855421" cy="618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zh-CN" altLang="en-US" u="sng" dirty="0">
                <a:latin typeface="+mn-ea"/>
              </a:rPr>
              <a:t>公众号</a:t>
            </a:r>
            <a:r>
              <a:rPr lang="en-US" altLang="zh-CN" u="sng" dirty="0">
                <a:latin typeface="+mn-ea"/>
              </a:rPr>
              <a:t>：</a:t>
            </a:r>
            <a:r>
              <a:rPr lang="en-US" altLang="zh-CN" u="sng" dirty="0" err="1">
                <a:latin typeface="+mn-ea"/>
              </a:rPr>
              <a:t>VisActor</a:t>
            </a:r>
            <a:r>
              <a:rPr lang="en-US" altLang="zh-CN" u="sng" dirty="0">
                <a:latin typeface="+mn-ea"/>
              </a:rPr>
              <a:t> 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zh-CN" altLang="zh-CN" dirty="0">
              <a:latin typeface="+mn-ea"/>
            </a:endParaRPr>
          </a:p>
        </p:txBody>
      </p:sp>
      <p:pic>
        <p:nvPicPr>
          <p:cNvPr id="8" name="图片 7" descr="QR 代码&#10;&#10;AI 生成的内容可能不正确。">
            <a:extLst>
              <a:ext uri="{FF2B5EF4-FFF2-40B4-BE49-F238E27FC236}">
                <a16:creationId xmlns:a16="http://schemas.microsoft.com/office/drawing/2014/main" id="{4BC5A303-5DB3-5205-5B22-BB506EC589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5877" y="1675605"/>
            <a:ext cx="1947142" cy="2752551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8A10B264-B5D3-ED22-0CAB-A678DD03360B}"/>
              </a:ext>
            </a:extLst>
          </p:cNvPr>
          <p:cNvSpPr txBox="1"/>
          <p:nvPr/>
        </p:nvSpPr>
        <p:spPr>
          <a:xfrm>
            <a:off x="7211240" y="4461194"/>
            <a:ext cx="2855421" cy="341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zh-CN" altLang="en-US" u="sng" dirty="0">
                <a:latin typeface="+mn-ea"/>
              </a:rPr>
              <a:t>讲师微信</a:t>
            </a:r>
            <a:endParaRPr lang="zh-CN" altLang="zh-CN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735517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C27E049-6D0C-3CB1-30FB-E6D1C33754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感谢观看，我们下节课再见！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783128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PLUS-V2-ee79b56c-44bf-4999-8350-9727f0739207">
  <a:themeElements>
    <a:clrScheme name="房利美">
      <a:dk1>
        <a:srgbClr val="000000"/>
      </a:dk1>
      <a:lt1>
        <a:srgbClr val="FFFFFF"/>
      </a:lt1>
      <a:dk2>
        <a:srgbClr val="18390F"/>
      </a:dk2>
      <a:lt2>
        <a:srgbClr val="FFFFFF"/>
      </a:lt2>
      <a:accent1>
        <a:srgbClr val="259978"/>
      </a:accent1>
      <a:accent2>
        <a:srgbClr val="8CBE4D"/>
      </a:accent2>
      <a:accent3>
        <a:srgbClr val="3EAECC"/>
      </a:accent3>
      <a:accent4>
        <a:srgbClr val="2370A7"/>
      </a:accent4>
      <a:accent5>
        <a:srgbClr val="B54922"/>
      </a:accent5>
      <a:accent6>
        <a:srgbClr val="EFA136"/>
      </a:accent6>
      <a:hlink>
        <a:srgbClr val="4276AA"/>
      </a:hlink>
      <a:folHlink>
        <a:srgbClr val="BFBFBF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PLUS-V2-ee79b56c-44bf-4999-8350-9727f0739207" id="{1742F8D8-CAA7-4A0B-B18B-C5E704394310}" vid="{A85DD181-7F12-4255-982F-4CC128619427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1991</TotalTime>
  <Words>93</Words>
  <Application>Microsoft Office PowerPoint</Application>
  <PresentationFormat>宽屏</PresentationFormat>
  <Paragraphs>18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5</vt:i4>
      </vt:variant>
    </vt:vector>
  </HeadingPairs>
  <TitlesOfParts>
    <vt:vector size="12" baseType="lpstr">
      <vt:lpstr>-apple-system</vt:lpstr>
      <vt:lpstr>Nunito for Arco</vt:lpstr>
      <vt:lpstr>等线</vt:lpstr>
      <vt:lpstr>Arial</vt:lpstr>
      <vt:lpstr>Impact</vt:lpstr>
      <vt:lpstr>1_Office 主题​​</vt:lpstr>
      <vt:lpstr>OfficePLUS-V2-ee79b56c-44bf-4999-8350-9727f0739207</vt:lpstr>
      <vt:lpstr>PowerPoint 演示文稿</vt:lpstr>
      <vt:lpstr>介绍</vt:lpstr>
      <vt:lpstr>总结</vt:lpstr>
      <vt:lpstr>案例仓库和资料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 ml</dc:creator>
  <cp:lastModifiedBy>i y</cp:lastModifiedBy>
  <cp:revision>705</cp:revision>
  <dcterms:created xsi:type="dcterms:W3CDTF">2025-10-28T10:07:16Z</dcterms:created>
  <dcterms:modified xsi:type="dcterms:W3CDTF">2026-06-06T14:05:23Z</dcterms:modified>
</cp:coreProperties>
</file>