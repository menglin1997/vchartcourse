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3"/>
  </p:notesMasterIdLst>
  <p:sldIdLst>
    <p:sldId id="262" r:id="rId3"/>
    <p:sldId id="286" r:id="rId4"/>
    <p:sldId id="303" r:id="rId5"/>
    <p:sldId id="305" r:id="rId6"/>
    <p:sldId id="309" r:id="rId7"/>
    <p:sldId id="310" r:id="rId8"/>
    <p:sldId id="306" r:id="rId9"/>
    <p:sldId id="308" r:id="rId10"/>
    <p:sldId id="283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课：散点</a:t>
            </a:r>
            <a:r>
              <a:rPr lang="zh-CN" altLang="en-US" dirty="0"/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散点图简介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7ABB85-61C9-4D7F-EB10-746107A285CF}"/>
              </a:ext>
            </a:extLst>
          </p:cNvPr>
          <p:cNvSpPr txBox="1"/>
          <p:nvPr/>
        </p:nvSpPr>
        <p:spPr>
          <a:xfrm>
            <a:off x="669923" y="12712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什么是散点图？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C0ABB3-D8BA-7F3A-9F65-E36F86465037}"/>
              </a:ext>
            </a:extLst>
          </p:cNvPr>
          <p:cNvSpPr txBox="1"/>
          <p:nvPr/>
        </p:nvSpPr>
        <p:spPr>
          <a:xfrm>
            <a:off x="1101212" y="1883048"/>
            <a:ext cx="4493343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用于表示两个变量之间关系的图形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平面直角坐标系中绘制一系列点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点的坐标代表两个变量的值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可观察：线性关系、趋势、异常点等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点的大小或颜色可区分类别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4C3549-2F23-F553-1F20-FF33425A2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031" y="1742673"/>
            <a:ext cx="6275228" cy="287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散点图的构成与核心配置项</a:t>
            </a:r>
            <a:endParaRPr lang="zh-CN" altLang="zh-CN" dirty="0">
              <a:effectLst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42B291-D4AB-5202-EB27-BD625881030C}"/>
              </a:ext>
            </a:extLst>
          </p:cNvPr>
          <p:cNvSpPr txBox="1"/>
          <p:nvPr/>
        </p:nvSpPr>
        <p:spPr>
          <a:xfrm>
            <a:off x="669923" y="1581357"/>
            <a:ext cx="6096000" cy="28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图表类型：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scatterChart.type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: 'scatter'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数据源：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scatterChart.data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轴字段：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scatterChart.xField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Y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轴字段：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scatterChart.yField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大小字段：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scatterChart.sizeField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（气泡图）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可选组件：坐标轴（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axes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）、提示信息（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tooltip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）等</a:t>
            </a:r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5DEF-6006-4D8D-FF9B-26798257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12E89-F309-8CC1-73AD-CB27D611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图元样式控制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3DB275-48BE-2040-5C04-F5C1DAED379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220055-A869-6A52-127E-57C80A2051DC}"/>
              </a:ext>
            </a:extLst>
          </p:cNvPr>
          <p:cNvSpPr txBox="1"/>
          <p:nvPr/>
        </p:nvSpPr>
        <p:spPr>
          <a:xfrm>
            <a:off x="669923" y="14474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图元样式：形状与大小的映射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9F29D4-0FFB-5C5E-6386-1EE84B74E2EE}"/>
              </a:ext>
            </a:extLst>
          </p:cNvPr>
          <p:cNvSpPr txBox="1"/>
          <p:nvPr/>
        </p:nvSpPr>
        <p:spPr>
          <a:xfrm>
            <a:off x="766916" y="2019043"/>
            <a:ext cx="6420464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示例数据：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{ product: 'Data Cable', sales: 200, count: 20, type: 'Digital' }, { product: 'Tissue', sales: 500, count: 100, type: 'daily necessities' },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3FE3D3-7135-DD77-F67D-55B8CF7E75F8}"/>
              </a:ext>
            </a:extLst>
          </p:cNvPr>
          <p:cNvSpPr txBox="1"/>
          <p:nvPr/>
        </p:nvSpPr>
        <p:spPr>
          <a:xfrm>
            <a:off x="766916" y="3957407"/>
            <a:ext cx="609600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映射关系：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xField</a:t>
            </a:r>
            <a:r>
              <a:rPr lang="en-US" altLang="zh-CN" dirty="0"/>
              <a:t> → product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yField</a:t>
            </a:r>
            <a:r>
              <a:rPr lang="en-US" altLang="zh-CN" dirty="0"/>
              <a:t> → sales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sizeField</a:t>
            </a:r>
            <a:r>
              <a:rPr lang="en-US" altLang="zh-CN" dirty="0"/>
              <a:t> → count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shapeField</a:t>
            </a:r>
            <a:r>
              <a:rPr lang="en-US" altLang="zh-CN" dirty="0"/>
              <a:t> → type</a:t>
            </a:r>
          </a:p>
        </p:txBody>
      </p:sp>
    </p:spTree>
    <p:extLst>
      <p:ext uri="{BB962C8B-B14F-4D97-AF65-F5344CB8AC3E}">
        <p14:creationId xmlns:p14="http://schemas.microsoft.com/office/powerpoint/2010/main" val="128119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8D4F-6257-078E-E13E-0EA38496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2299B-E80B-BEF3-62A3-2CD5D3CC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图元样式控制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1BC4EE2-0EF2-5A88-D7D9-385343A03EF6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A7125E-875C-1BC7-D8D5-CC4D07B5F045}"/>
              </a:ext>
            </a:extLst>
          </p:cNvPr>
          <p:cNvSpPr txBox="1"/>
          <p:nvPr/>
        </p:nvSpPr>
        <p:spPr>
          <a:xfrm>
            <a:off x="669923" y="1512098"/>
            <a:ext cx="6096000" cy="263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形状控制：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shapeField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：字段映射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shape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：映射范围或回调函数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大小控制：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sizeField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：字段映射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size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：线性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序数映射或回调函数</a:t>
            </a:r>
          </a:p>
        </p:txBody>
      </p:sp>
    </p:spTree>
    <p:extLst>
      <p:ext uri="{BB962C8B-B14F-4D97-AF65-F5344CB8AC3E}">
        <p14:creationId xmlns:p14="http://schemas.microsoft.com/office/powerpoint/2010/main" val="182714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0879-F2C3-AB38-5BB3-E7AF9572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04CE9-B567-093F-80C9-BD25B5E0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坐标轴与提示信息配置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921F6C-6CFE-7B3F-912A-4B3ACD66DCEC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47ED15-5651-DC9B-4F9C-04C99FB3C984}"/>
              </a:ext>
            </a:extLst>
          </p:cNvPr>
          <p:cNvSpPr txBox="1"/>
          <p:nvPr/>
        </p:nvSpPr>
        <p:spPr>
          <a:xfrm>
            <a:off x="757084" y="1689054"/>
            <a:ext cx="609600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坐标轴：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axes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配置项，支持自定义标题、刻度、范围等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提示信息：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tooltip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配置项，支持自定义内容、样式、触发方式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更多组件：图例、标题、动画等</a:t>
            </a:r>
          </a:p>
        </p:txBody>
      </p:sp>
    </p:spTree>
    <p:extLst>
      <p:ext uri="{BB962C8B-B14F-4D97-AF65-F5344CB8AC3E}">
        <p14:creationId xmlns:p14="http://schemas.microsoft.com/office/powerpoint/2010/main" val="404108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967F-F23B-E8B3-F419-DB66659B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1BE7F-E816-7AC1-6D8F-2051BC69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散点图的特性总结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DECE907-5785-2B9C-BC52-C34460030F1A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CA3766-083B-93ED-C872-B950F309E684}"/>
              </a:ext>
            </a:extLst>
          </p:cNvPr>
          <p:cNvSpPr txBox="1"/>
          <p:nvPr/>
        </p:nvSpPr>
        <p:spPr>
          <a:xfrm>
            <a:off x="669923" y="14474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散点图的核心特性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F30060-7053-9A1D-4DE4-A3FA85EE5E0A}"/>
              </a:ext>
            </a:extLst>
          </p:cNvPr>
          <p:cNvSpPr txBox="1"/>
          <p:nvPr/>
        </p:nvSpPr>
        <p:spPr>
          <a:xfrm>
            <a:off x="776748" y="2161461"/>
            <a:ext cx="6096000" cy="323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一个离散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数值字段 →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一个离散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数值字段 →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Y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可选：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一个数值字段 → 点大小（气泡图）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一个离散字段 → 点形状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支持多维度数据映射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支持丰富的样式自定义</a:t>
            </a:r>
          </a:p>
        </p:txBody>
      </p:sp>
    </p:spTree>
    <p:extLst>
      <p:ext uri="{BB962C8B-B14F-4D97-AF65-F5344CB8AC3E}">
        <p14:creationId xmlns:p14="http://schemas.microsoft.com/office/powerpoint/2010/main" val="164058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250F-C1FA-64FC-DFEF-3EAE125A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B2DA4-D2CC-91A2-A9D9-BD1A90634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3" y="0"/>
            <a:ext cx="10850563" cy="1028699"/>
          </a:xfrm>
        </p:spPr>
        <p:txBody>
          <a:bodyPr>
            <a:normAutofit/>
          </a:bodyPr>
          <a:lstStyle/>
          <a:p>
            <a:r>
              <a:rPr lang="zh-CN" altLang="en-US" dirty="0"/>
              <a:t>建议和快速上手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C3D4952-BC95-209D-E319-6885A94270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3F6893-73A1-B966-6660-8D8B2911355E}"/>
              </a:ext>
            </a:extLst>
          </p:cNvPr>
          <p:cNvSpPr txBox="1"/>
          <p:nvPr/>
        </p:nvSpPr>
        <p:spPr>
          <a:xfrm>
            <a:off x="669923" y="1601866"/>
            <a:ext cx="6096000" cy="2459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建议：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数据量适中时使用散点图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适当调整点的大小和透明度避免遮挡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配合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tooltip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提升信息传达效率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065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417</Words>
  <Application>Microsoft Office PowerPoint</Application>
  <PresentationFormat>宽屏</PresentationFormat>
  <Paragraphs>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quote-cjk-patch</vt:lpstr>
      <vt:lpstr>var(--ds-font-family-code)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散点图简介</vt:lpstr>
      <vt:lpstr>散点图的构成与核心配置项</vt:lpstr>
      <vt:lpstr>图元样式控制</vt:lpstr>
      <vt:lpstr>图元样式控制</vt:lpstr>
      <vt:lpstr>坐标轴与提示信息配置</vt:lpstr>
      <vt:lpstr>散点图的特性总结</vt:lpstr>
      <vt:lpstr>建议和快速上手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522</cp:revision>
  <dcterms:created xsi:type="dcterms:W3CDTF">2025-10-28T10:07:16Z</dcterms:created>
  <dcterms:modified xsi:type="dcterms:W3CDTF">2026-03-29T14:55:50Z</dcterms:modified>
</cp:coreProperties>
</file>