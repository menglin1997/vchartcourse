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6" r:id="rId2"/>
  </p:sldMasterIdLst>
  <p:notesMasterIdLst>
    <p:notesMasterId r:id="rId8"/>
  </p:notesMasterIdLst>
  <p:sldIdLst>
    <p:sldId id="262" r:id="rId3"/>
    <p:sldId id="285" r:id="rId4"/>
    <p:sldId id="286" r:id="rId5"/>
    <p:sldId id="283" r:id="rId6"/>
    <p:sldId id="265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45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184" y="4673072"/>
            <a:ext cx="5579403" cy="55879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162334" y="3032261"/>
            <a:ext cx="8332349" cy="1189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40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课：旭日</a:t>
            </a:r>
            <a:r>
              <a:rPr lang="zh-CN" altLang="en-US" dirty="0"/>
              <a:t>图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F3ED4-EAEA-6458-7FD4-948C89DF5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70DE6E-FCA2-403E-F993-620B49F9B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介绍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468D5A8-450E-56CF-9FB8-C7DF9A5E4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0820" y="1365250"/>
            <a:ext cx="5932932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605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AD4AF-1431-D9E9-0982-A706A97E7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D4FB7D-7A45-FCB6-18B7-572E35062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总结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0319DDF-8321-1E95-C392-F1F15926AF12}"/>
              </a:ext>
            </a:extLst>
          </p:cNvPr>
          <p:cNvSpPr txBox="1"/>
          <p:nvPr/>
        </p:nvSpPr>
        <p:spPr>
          <a:xfrm>
            <a:off x="746090" y="1449521"/>
            <a:ext cx="6094324" cy="844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zh-CN" altLang="en-US" b="0" i="0">
                <a:solidFill>
                  <a:srgbClr val="424E66"/>
                </a:solidFill>
                <a:effectLst/>
                <a:latin typeface="Nunito for Arco"/>
              </a:rPr>
              <a:t>布局（位置、角度范围、内外半径、层级间隔、标签布局）</a:t>
            </a:r>
            <a:endParaRPr lang="en-US" altLang="zh-CN" b="0" i="0" dirty="0">
              <a:solidFill>
                <a:srgbClr val="424E66"/>
              </a:solidFill>
              <a:effectLst/>
              <a:latin typeface="Nunito for Arco"/>
            </a:endParaRPr>
          </a:p>
          <a:p>
            <a:pPr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zh-CN" altLang="en-US" dirty="0">
                <a:solidFill>
                  <a:srgbClr val="424E66"/>
                </a:solidFill>
                <a:latin typeface="Nunito for Arco"/>
              </a:rPr>
              <a:t>交互</a:t>
            </a:r>
            <a:endParaRPr lang="en-US" altLang="zh-CN" b="0" i="0" dirty="0">
              <a:solidFill>
                <a:srgbClr val="424E66"/>
              </a:solidFill>
              <a:effectLst/>
              <a:latin typeface="Nunito for Arco"/>
            </a:endParaRPr>
          </a:p>
        </p:txBody>
      </p:sp>
    </p:spTree>
    <p:extLst>
      <p:ext uri="{BB962C8B-B14F-4D97-AF65-F5344CB8AC3E}">
        <p14:creationId xmlns:p14="http://schemas.microsoft.com/office/powerpoint/2010/main" val="2919309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A78CED-5845-B8E5-5A5D-4FAD539FBBB9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508B13-EE38-8F23-87BB-843600E85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3019" y="2290947"/>
            <a:ext cx="1897468" cy="194844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6BC153-0BFB-D61A-CC38-273E49A4520C}"/>
              </a:ext>
            </a:extLst>
          </p:cNvPr>
          <p:cNvSpPr txBox="1"/>
          <p:nvPr/>
        </p:nvSpPr>
        <p:spPr>
          <a:xfrm>
            <a:off x="8880028" y="4419529"/>
            <a:ext cx="2855421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8" name="图片 7" descr="QR 代码&#10;&#10;AI 生成的内容可能不正确。">
            <a:extLst>
              <a:ext uri="{FF2B5EF4-FFF2-40B4-BE49-F238E27FC236}">
                <a16:creationId xmlns:a16="http://schemas.microsoft.com/office/drawing/2014/main" id="{4BC5A303-5DB3-5205-5B22-BB506EC58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5877" y="1675605"/>
            <a:ext cx="1947142" cy="275255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A10B264-B5D3-ED22-0CAB-A678DD03360B}"/>
              </a:ext>
            </a:extLst>
          </p:cNvPr>
          <p:cNvSpPr txBox="1"/>
          <p:nvPr/>
        </p:nvSpPr>
        <p:spPr>
          <a:xfrm>
            <a:off x="7211240" y="4461194"/>
            <a:ext cx="285542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讲师微信</a:t>
            </a: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3551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2015</TotalTime>
  <Words>105</Words>
  <Application>Microsoft Office PowerPoint</Application>
  <PresentationFormat>宽屏</PresentationFormat>
  <Paragraphs>17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Nunito for Arco</vt:lpstr>
      <vt:lpstr>等线</vt:lpstr>
      <vt:lpstr>Arial</vt:lpstr>
      <vt:lpstr>Impact</vt:lpstr>
      <vt:lpstr>1_Office 主题​​</vt:lpstr>
      <vt:lpstr>OfficePLUS-V2-ee79b56c-44bf-4999-8350-9727f0739207</vt:lpstr>
      <vt:lpstr>PowerPoint 演示文稿</vt:lpstr>
      <vt:lpstr>介绍</vt:lpstr>
      <vt:lpstr>总结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i y</cp:lastModifiedBy>
  <cp:revision>713</cp:revision>
  <dcterms:created xsi:type="dcterms:W3CDTF">2025-10-28T10:07:16Z</dcterms:created>
  <dcterms:modified xsi:type="dcterms:W3CDTF">2026-06-14T06:23:15Z</dcterms:modified>
</cp:coreProperties>
</file>