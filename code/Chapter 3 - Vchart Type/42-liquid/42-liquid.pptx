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2026/6/21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课：水波图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53A574-E7C9-5314-45F3-AB23962E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665" y="1372985"/>
            <a:ext cx="2989175" cy="456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/>
              <a:t>水波</a:t>
            </a:r>
            <a:r>
              <a:rPr lang="zh-CN" altLang="zh-CN"/>
              <a:t>图</a:t>
            </a:r>
            <a:r>
              <a:rPr lang="zh-CN" altLang="en-US" dirty="0"/>
              <a:t>配置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91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725</cp:revision>
  <dcterms:created xsi:type="dcterms:W3CDTF">2025-10-28T10:07:16Z</dcterms:created>
  <dcterms:modified xsi:type="dcterms:W3CDTF">2026-06-21T06:34:48Z</dcterms:modified>
</cp:coreProperties>
</file>