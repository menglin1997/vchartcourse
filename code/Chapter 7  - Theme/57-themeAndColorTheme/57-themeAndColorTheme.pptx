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6"/>
  </p:notesMasterIdLst>
  <p:sldIdLst>
    <p:sldId id="262" r:id="rId3"/>
    <p:sldId id="284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课：主题配置和色板配置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0D44-1B56-3B3D-D5DD-A541AC95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C017A-2B68-F967-9B6A-7D0BA61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0041FD5-9533-3A6C-B689-1762683309D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B06D26-0131-BEDB-9FF9-A4267E4DD328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754DB3-414C-190E-E188-C059F1F36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46CC56-D54F-5724-5845-DE93F566DF62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D69B7B79-1920-B6BB-01EB-82663A54A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0F30FFB-C40A-2960-D892-67C0E7A2FAD5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943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106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857</cp:revision>
  <dcterms:created xsi:type="dcterms:W3CDTF">2025-10-28T10:07:16Z</dcterms:created>
  <dcterms:modified xsi:type="dcterms:W3CDTF">2026-09-26T08:42:49Z</dcterms:modified>
</cp:coreProperties>
</file>