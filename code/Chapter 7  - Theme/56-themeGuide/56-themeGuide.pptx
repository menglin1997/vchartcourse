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6"/>
  </p:notesMasterIdLst>
  <p:sldIdLst>
    <p:sldId id="262" r:id="rId3"/>
    <p:sldId id="283" r:id="rId4"/>
    <p:sldId id="26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主题应用指南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2387</TotalTime>
  <Words>103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854</cp:revision>
  <dcterms:created xsi:type="dcterms:W3CDTF">2025-10-28T10:07:16Z</dcterms:created>
  <dcterms:modified xsi:type="dcterms:W3CDTF">2026-09-26T07:42:42Z</dcterms:modified>
</cp:coreProperties>
</file>