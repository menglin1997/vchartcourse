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2"/>
  </p:notesMasterIdLst>
  <p:sldIdLst>
    <p:sldId id="262" r:id="rId3"/>
    <p:sldId id="291" r:id="rId4"/>
    <p:sldId id="292" r:id="rId5"/>
    <p:sldId id="293" r:id="rId6"/>
    <p:sldId id="294" r:id="rId7"/>
    <p:sldId id="295" r:id="rId8"/>
    <p:sldId id="286" r:id="rId9"/>
    <p:sldId id="28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课：布局策略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简介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AFF47B-3A1B-46AD-A0C6-C6CD78FE9159}"/>
              </a:ext>
            </a:extLst>
          </p:cNvPr>
          <p:cNvSpPr txBox="1"/>
          <p:nvPr/>
        </p:nvSpPr>
        <p:spPr>
          <a:xfrm>
            <a:off x="669924" y="1326363"/>
            <a:ext cx="6097136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zh-CN" dirty="0"/>
              <a:t>基于占位的布局</a:t>
            </a:r>
            <a:endParaRPr lang="zh-CN" altLang="zh-CN" sz="1050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6DE304-ED37-63D9-08CA-2648403DE571}"/>
              </a:ext>
            </a:extLst>
          </p:cNvPr>
          <p:cNvSpPr txBox="1"/>
          <p:nvPr/>
        </p:nvSpPr>
        <p:spPr>
          <a:xfrm>
            <a:off x="669924" y="1815424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424E66"/>
                </a:solidFill>
                <a:latin typeface="Nunito for Arco"/>
              </a:rPr>
              <a:t>基于 grid 的布局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9CA-9B0B-B758-9576-DD324CA5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5FAB-2D98-5613-4537-FC740247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图表的布局元素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528952-3DA0-70F8-42BF-289E1814209F}"/>
              </a:ext>
            </a:extLst>
          </p:cNvPr>
          <p:cNvSpPr txBox="1"/>
          <p:nvPr/>
        </p:nvSpPr>
        <p:spPr>
          <a:xfrm>
            <a:off x="619267" y="1369487"/>
            <a:ext cx="8708977" cy="1794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图表的布局元素主要有以下几种：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region 也就是系列的容器，可以理解为图表的一个区域，一个图表可以有多个 region，每个 region 可以有一个或多个系列。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component 也就是组件，一个图表可以有多个组件。比如轴，图例，标题等等。</a:t>
            </a:r>
          </a:p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因为系列的容器 region 已经参与布局，所以系列本身不再参与布局，只需要指定系列在哪一个 region 中。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A0BC46-C34A-F9EF-87A5-BDB11DB4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4" y="3429000"/>
            <a:ext cx="6131245" cy="28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9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0DEE-71DF-FDFD-EF5F-9292A09A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AC91C-7D04-9B5B-C552-B43B2277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基于占位的布局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4F0E30-9588-924C-2604-90BB430EFB65}"/>
              </a:ext>
            </a:extLst>
          </p:cNvPr>
          <p:cNvSpPr txBox="1"/>
          <p:nvPr/>
        </p:nvSpPr>
        <p:spPr>
          <a:xfrm>
            <a:off x="686978" y="1098590"/>
            <a:ext cx="9951452" cy="216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占位的布局中，图表布局元素被分为几种不同的类型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normal 普通布局元素，比如标题，图例，会在最开始按照顺序进行占位布局。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region-relative 与 region 元素位置有绑定关系的元素。会在布局开始时计算一次大小，进行位置估算，之后按照先水平，后垂直的顺序进行二次布局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region 系列容器，在 region-relative 元素布局完成后，会根据剩余空间大小，对 region 元素布局。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absolute 元素，忽略其他元素的位置，以图表画布原点为基础，按照布局配置进行位置布局。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F72222-FB3C-5DB4-A044-22E3836F8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78" y="3478630"/>
            <a:ext cx="4780959" cy="270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2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AFD3C-A667-0178-AC0F-73535B45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E86A4-1E74-4E96-3903-572A197E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基于 grid 的布局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835F8F-50C8-74B0-F387-666EFB11EA99}"/>
              </a:ext>
            </a:extLst>
          </p:cNvPr>
          <p:cNvSpPr txBox="1"/>
          <p:nvPr/>
        </p:nvSpPr>
        <p:spPr>
          <a:xfrm>
            <a:off x="669924" y="1328787"/>
            <a:ext cx="8351246" cy="3025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 grid 布局，除了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absolute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 元素外，其他元素统一作为布局的基础元素，需要在布局配置中，为这些布局模块指定布局信息。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modelId 布局模块的 id 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col 元素在第几列。从左向右，从 0 开始计数。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row 元素在第几行。从上向下，从 0 开始计数。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colSpan 列方向，当前元素占几列，默认值为 1。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rowSpan 行方向，当前元素占几行，默认值为 1。</a:t>
            </a:r>
          </a:p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注意，所有的布局元素此时都将独立的座位布局元素处理，轴，与 region 不在有位置上的关联关系，需要各自独立配置</a:t>
            </a:r>
          </a:p>
        </p:txBody>
      </p:sp>
    </p:spTree>
    <p:extLst>
      <p:ext uri="{BB962C8B-B14F-4D97-AF65-F5344CB8AC3E}">
        <p14:creationId xmlns:p14="http://schemas.microsoft.com/office/powerpoint/2010/main" val="93483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D7AD-F3C6-951F-4FAB-461CF0DF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FF6BE-08A1-A9BD-1FDD-BE4AC9C3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基于 grid 的布局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00E0EC-177A-D1B0-D40A-327075E3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4" y="1312954"/>
            <a:ext cx="6033899" cy="34621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40EDEAE-3FDE-E761-2978-8BE9B1AE0094}"/>
              </a:ext>
            </a:extLst>
          </p:cNvPr>
          <p:cNvSpPr txBox="1"/>
          <p:nvPr/>
        </p:nvSpPr>
        <p:spPr>
          <a:xfrm>
            <a:off x="7014949" y="1755795"/>
            <a:ext cx="4123329" cy="257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在</a:t>
            </a:r>
            <a:r>
              <a:rPr lang="zh-CN" altLang="en-US" sz="1050" b="0" i="0" dirty="0">
                <a:solidFill>
                  <a:srgbClr val="424E66"/>
                </a:solidFill>
                <a:effectLst/>
                <a:latin typeface="Nunito for Arco"/>
              </a:rPr>
              <a:t>左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图中，总计 2 列，4 行。各元素的位置信息如下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legend 图例布局位置起点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(0,0)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，占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行，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2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列。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pie-region 饼图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region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，布局位置起点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(1,0)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，占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行，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2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列。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axis-left 左轴，布局位置起点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(2,0)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，占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行，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列。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line-region 线图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region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，布局位置起点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(2,1)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，占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行，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列。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axis-bottom 右轴，布局位置起点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(3,1)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，占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行，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1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列。</a:t>
            </a:r>
          </a:p>
        </p:txBody>
      </p:sp>
    </p:spTree>
    <p:extLst>
      <p:ext uri="{BB962C8B-B14F-4D97-AF65-F5344CB8AC3E}">
        <p14:creationId xmlns:p14="http://schemas.microsoft.com/office/powerpoint/2010/main" val="212930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669924" y="1328871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latin typeface="Nunito for Arco"/>
              </a:rPr>
              <a:t>图表布局元素</a:t>
            </a:r>
            <a:endParaRPr lang="en-US" altLang="zh-CN" b="0" i="0" dirty="0">
              <a:effectLst/>
              <a:latin typeface="Nunito for Arco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921E9-7FD5-67A5-0DA3-7B8770DF6B92}"/>
              </a:ext>
            </a:extLst>
          </p:cNvPr>
          <p:cNvSpPr txBox="1"/>
          <p:nvPr/>
        </p:nvSpPr>
        <p:spPr>
          <a:xfrm>
            <a:off x="669924" y="1897527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latin typeface="Nunito for Arco"/>
              </a:rPr>
              <a:t>基于占位的布局</a:t>
            </a:r>
            <a:endParaRPr lang="en-US" altLang="zh-CN" b="0" i="0" dirty="0">
              <a:effectLst/>
              <a:latin typeface="Nunito for Arco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A79F3-14BB-1ADB-71FC-98044BDA356D}"/>
              </a:ext>
            </a:extLst>
          </p:cNvPr>
          <p:cNvSpPr txBox="1"/>
          <p:nvPr/>
        </p:nvSpPr>
        <p:spPr>
          <a:xfrm>
            <a:off x="669924" y="2474466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latin typeface="Nunito for Arco"/>
              </a:rPr>
              <a:t>基于</a:t>
            </a:r>
            <a:r>
              <a:rPr lang="en-US" altLang="zh-CN" dirty="0">
                <a:latin typeface="Nunito for Arco"/>
              </a:rPr>
              <a:t>grid</a:t>
            </a:r>
            <a:r>
              <a:rPr lang="zh-CN" altLang="en-US" dirty="0">
                <a:latin typeface="Nunito for Arco"/>
              </a:rPr>
              <a:t>的布局</a:t>
            </a:r>
            <a:endParaRPr lang="en-US" altLang="zh-CN" b="0" i="0" dirty="0"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995</Words>
  <Application>Microsoft Office PowerPoint</Application>
  <PresentationFormat>宽屏</PresentationFormat>
  <Paragraphs>46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-apple-system</vt:lpstr>
      <vt:lpstr>Nunito for Arco</vt:lpstr>
      <vt:lpstr>ui-monospace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简介</vt:lpstr>
      <vt:lpstr>图表的布局元素</vt:lpstr>
      <vt:lpstr>基于占位的布局</vt:lpstr>
      <vt:lpstr>基于 grid 的布局</vt:lpstr>
      <vt:lpstr>基于 grid 的布局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800</cp:revision>
  <dcterms:created xsi:type="dcterms:W3CDTF">2025-10-28T10:07:16Z</dcterms:created>
  <dcterms:modified xsi:type="dcterms:W3CDTF">2026-08-16T15:13:50Z</dcterms:modified>
</cp:coreProperties>
</file>