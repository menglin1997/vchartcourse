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9"/>
  </p:notesMasterIdLst>
  <p:sldIdLst>
    <p:sldId id="262" r:id="rId3"/>
    <p:sldId id="291" r:id="rId4"/>
    <p:sldId id="293" r:id="rId5"/>
    <p:sldId id="292" r:id="rId6"/>
    <p:sldId id="283" r:id="rId7"/>
    <p:sldId id="26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0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课：自定义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mark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9F62-4F11-A3B1-7633-1EB263A9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C732-E578-6499-38EE-3B0BCC27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简介</a:t>
            </a:r>
            <a:endParaRPr lang="zh-CN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C0C4D1-815C-D76B-3D37-4183EBC76077}"/>
              </a:ext>
            </a:extLst>
          </p:cNvPr>
          <p:cNvSpPr txBox="1"/>
          <p:nvPr/>
        </p:nvSpPr>
        <p:spPr>
          <a:xfrm>
            <a:off x="669924" y="1851579"/>
            <a:ext cx="6097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图表的自定义 mark 功能，可以让用户在图表上添加自定义的标记，比如添加一些文本、图片、线段等。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38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0EC5F-49D0-258F-B9F3-C6519FCE9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FA228-EFE4-90F8-2A4F-26ED35B1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配置接口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7B074A-FC18-798C-BEF8-8254DF290A90}"/>
              </a:ext>
            </a:extLst>
          </p:cNvPr>
          <p:cNvSpPr txBox="1"/>
          <p:nvPr/>
        </p:nvSpPr>
        <p:spPr>
          <a:xfrm>
            <a:off x="839548" y="1452875"/>
            <a:ext cx="9267404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在正式看代码之前，先搞清楚两个概念的区别：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1800" b="0" spc="0" dirty="0">
                <a:solidFill>
                  <a:schemeClr val="tx1"/>
                </a:solidFill>
                <a:effectLst/>
                <a:latin typeface="+mn-lt"/>
              </a:rPr>
              <a:t>customMark：独立的自定义标记。它有自己的数据源，通过 dataId 绑定，不依附于图表中已有的任何图元。它就像是你手动在图表画布上"贴"了一个新元素。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1800" b="0" spc="0" dirty="0">
                <a:solidFill>
                  <a:schemeClr val="tx1"/>
                </a:solidFill>
                <a:effectLst/>
                <a:latin typeface="+mn-lt"/>
              </a:rPr>
              <a:t>extensionMark：依附型的扩展标记。它附着在图表已有的图元上（比如每根柱子、每个折线点），可以跟着宿主图元一起变化。适合做"给每根柱子加一个光晕"这类需求。</a:t>
            </a:r>
          </a:p>
          <a:p>
            <a:pPr marL="0" marR="0" indent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一句话总结：</a:t>
            </a: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</a:rPr>
              <a:t>customMark 是独立画上去的，extensionMark 是长在已有图元上的</a:t>
            </a: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。</a:t>
            </a:r>
            <a:endParaRPr lang="zh-CN" altLang="zh-CN" sz="1050" b="0" dirty="0">
              <a:solidFill>
                <a:srgbClr val="A1A1A1"/>
              </a:solidFill>
              <a:effectLst/>
              <a:latin typeface="SF Pro Text"/>
            </a:endParaRPr>
          </a:p>
        </p:txBody>
      </p:sp>
    </p:spTree>
    <p:extLst>
      <p:ext uri="{BB962C8B-B14F-4D97-AF65-F5344CB8AC3E}">
        <p14:creationId xmlns:p14="http://schemas.microsoft.com/office/powerpoint/2010/main" val="299833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C9CA-9B0B-B758-9576-DD324CA5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5FAB-2D98-5613-4537-FC740247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配置接口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0EC929-EB5E-5440-4964-9B04D9C2FB3C}"/>
              </a:ext>
            </a:extLst>
          </p:cNvPr>
          <p:cNvSpPr txBox="1"/>
          <p:nvPr/>
        </p:nvSpPr>
        <p:spPr>
          <a:xfrm>
            <a:off x="669924" y="1103404"/>
            <a:ext cx="10850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自定义 mark 的配置，在 spec 的最上层，通过 mark 字段进行配置。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B9E7FC-E595-2F01-9E3A-33AFC8FE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82" y="1547440"/>
            <a:ext cx="5236637" cy="45634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B1D8EB-D1C9-6475-0152-FEB6767A1450}"/>
              </a:ext>
            </a:extLst>
          </p:cNvPr>
          <p:cNvSpPr txBox="1"/>
          <p:nvPr/>
        </p:nvSpPr>
        <p:spPr>
          <a:xfrm>
            <a:off x="6095999" y="1547440"/>
            <a:ext cx="5424487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除了需要配置 mark 的类型，以及可选的数据外，其他的配置项与系列的 mark 没有区别。</a:t>
            </a:r>
          </a:p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目前支持的 mark 类型如下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symbol 点图形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rule 一个线段，需要指定起点和终点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text 文本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rect 矩形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path 路径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arc 扇区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polygon 多边形</a:t>
            </a:r>
          </a:p>
          <a:p>
            <a:pPr marL="342900" marR="0" lvl="0" indent="-342900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group 组，可以将其他 mark 放到组下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3419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</TotalTime>
  <Words>556</Words>
  <Application>Microsoft Office PowerPoint</Application>
  <PresentationFormat>宽屏</PresentationFormat>
  <Paragraphs>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-apple-system</vt:lpstr>
      <vt:lpstr>SF Pro Text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简介</vt:lpstr>
      <vt:lpstr>配置接口</vt:lpstr>
      <vt:lpstr>配置接口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835</cp:revision>
  <dcterms:created xsi:type="dcterms:W3CDTF">2025-10-28T10:07:16Z</dcterms:created>
  <dcterms:modified xsi:type="dcterms:W3CDTF">2026-09-16T12:06:00Z</dcterms:modified>
</cp:coreProperties>
</file>