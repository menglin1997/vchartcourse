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1"/>
  </p:notesMasterIdLst>
  <p:sldIdLst>
    <p:sldId id="262" r:id="rId3"/>
    <p:sldId id="291" r:id="rId4"/>
    <p:sldId id="292" r:id="rId5"/>
    <p:sldId id="296" r:id="rId6"/>
    <p:sldId id="297" r:id="rId7"/>
    <p:sldId id="293" r:id="rId8"/>
    <p:sldId id="283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课：自定义布局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9F62-4F11-A3B1-7633-1EB263A9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732-E578-6499-38EE-3B0BCC27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简介</a:t>
            </a:r>
            <a:endParaRPr lang="zh-C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6DE304-ED37-63D9-08CA-2648403DE571}"/>
              </a:ext>
            </a:extLst>
          </p:cNvPr>
          <p:cNvSpPr txBox="1"/>
          <p:nvPr/>
        </p:nvSpPr>
        <p:spPr>
          <a:xfrm>
            <a:off x="669924" y="1351874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自定义布局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8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C9CA-9B0B-B758-9576-DD324CA5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5FAB-2D98-5613-4537-FC740247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</a:t>
            </a:r>
            <a:r>
              <a:rPr lang="zh-CN" altLang="en-US" dirty="0"/>
              <a:t>布局元素</a:t>
            </a:r>
            <a:endParaRPr lang="zh-C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0EC929-EB5E-5440-4964-9B04D9C2FB3C}"/>
              </a:ext>
            </a:extLst>
          </p:cNvPr>
          <p:cNvSpPr txBox="1"/>
          <p:nvPr/>
        </p:nvSpPr>
        <p:spPr>
          <a:xfrm>
            <a:off x="669924" y="1103404"/>
            <a:ext cx="10850563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在布局过程中 ，图表会调用上方传入的自定义布局函数，传入一个 LayoutItem[] 数组，数组中的每个元素都是一个布局元素，它的类型定义如下</a:t>
            </a:r>
          </a:p>
          <a:p>
            <a:br>
              <a:rPr lang="zh-CN" altLang="zh-CN" dirty="0"/>
            </a:b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9C9362-D020-14D0-8932-E2F678250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06" y="1889918"/>
            <a:ext cx="5263994" cy="432673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27EB9BC-EE0E-90D9-5F27-C489C3675235}"/>
              </a:ext>
            </a:extLst>
          </p:cNvPr>
          <p:cNvSpPr txBox="1"/>
          <p:nvPr/>
        </p:nvSpPr>
        <p:spPr>
          <a:xfrm>
            <a:off x="6258082" y="2561578"/>
            <a:ext cx="55275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在布局过程中，可以使用这些方法对布局元素进行操作。</a:t>
            </a:r>
          </a:p>
          <a:p>
            <a:pPr marL="0" marR="0" indent="0" algn="l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注意，在对布局元素操作完成后，请调用 updateLayoutAttribute 方法，通知元素按照布局信息，更新元素的具体属性。</a:t>
            </a:r>
            <a:endParaRPr lang="zh-CN" altLang="zh-CN" sz="1050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03419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7E70-94D2-051B-CD3A-97E526A5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0F388-60CB-7FE7-69FB-F33217A0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</a:t>
            </a:r>
            <a:r>
              <a:rPr lang="zh-CN" altLang="en-US" dirty="0"/>
              <a:t>布局元素</a:t>
            </a:r>
            <a:endParaRPr lang="zh-CN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1B7C5A-8B4A-2538-37FE-EB10E7A91CB7}"/>
              </a:ext>
            </a:extLst>
          </p:cNvPr>
          <p:cNvSpPr txBox="1"/>
          <p:nvPr/>
        </p:nvSpPr>
        <p:spPr>
          <a:xfrm>
            <a:off x="669924" y="1590344"/>
            <a:ext cx="8583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chemeClr val="tx1"/>
                </a:solidFill>
                <a:effectLst/>
                <a:latin typeface="+mn-lt"/>
              </a:rPr>
              <a:t>基本用法：</a:t>
            </a:r>
            <a:br>
              <a:rPr lang="en-US" altLang="zh-CN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const vchart = new VChart(spec, { dom: "chart", layout: (chart, item, chartLayoutRect, chartViewBox) =&gt; { // 你的自定义布局逻辑 }, });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0298B6D-E527-4532-8195-C03499CF9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952507"/>
              </p:ext>
            </p:extLst>
          </p:nvPr>
        </p:nvGraphicFramePr>
        <p:xfrm>
          <a:off x="798339" y="2562984"/>
          <a:ext cx="4274820" cy="3058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4940">
                  <a:extLst>
                    <a:ext uri="{9D8B030D-6E8A-4147-A177-3AD203B41FA5}">
                      <a16:colId xmlns:a16="http://schemas.microsoft.com/office/drawing/2014/main" val="2730842307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4064648350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3289286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9048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参数</a:t>
                      </a:r>
                      <a:endParaRPr lang="zh-CN" sz="1050" b="1" i="0">
                        <a:solidFill>
                          <a:srgbClr val="E5E5E5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9048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类型</a:t>
                      </a:r>
                      <a:endParaRPr lang="zh-CN" sz="1050" b="1" i="0">
                        <a:solidFill>
                          <a:srgbClr val="E5E5E5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9048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说明</a:t>
                      </a:r>
                      <a:endParaRPr lang="zh-CN" sz="1050" b="1" i="0">
                        <a:solidFill>
                          <a:srgbClr val="E5E5E5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86272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chart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IChart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图表实例对象，可访问所有图表信息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756205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item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ILayoutItem[]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所有参与布局的元素数组，每个元素都是 ILayoutItem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387353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chartLayoutRect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{ width, height }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减去 padding 后的可用布局空间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268162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chartViewBox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IBoundsLike</a:t>
                      </a:r>
                      <a:endParaRPr lang="zh-CN" sz="1050" b="0" i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952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图表在画布中的位置（包含 padding）</a:t>
                      </a:r>
                      <a:endParaRPr lang="zh-CN" sz="1050" b="0" i="0" dirty="0">
                        <a:solidFill>
                          <a:srgbClr val="A1A1A1"/>
                        </a:solidFill>
                        <a:effectLst/>
                        <a:latin typeface="SF Pro Text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77650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13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35DC6-F7AB-7072-BE9B-9C44CBF3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37543-DB78-710D-74A0-897676FA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总结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ED40AF-8822-7274-5A52-9814FB194CE6}"/>
              </a:ext>
            </a:extLst>
          </p:cNvPr>
          <p:cNvSpPr txBox="1"/>
          <p:nvPr/>
        </p:nvSpPr>
        <p:spPr>
          <a:xfrm>
            <a:off x="669924" y="1507278"/>
            <a:ext cx="60971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1. spec 中定义多个 region + series（type: "common"）</a:t>
            </a:r>
          </a:p>
          <a:p>
            <a:r>
              <a:rPr lang="zh-CN" altLang="en-US" dirty="0"/>
              <a:t>         ↓</a:t>
            </a:r>
          </a:p>
          <a:p>
            <a:r>
              <a:rPr lang="zh-CN" altLang="en-US" dirty="0"/>
              <a:t>2. new VChart(spec, { dom, layout: fn })</a:t>
            </a:r>
          </a:p>
          <a:p>
            <a:r>
              <a:rPr lang="zh-CN" altLang="en-US" dirty="0"/>
              <a:t>         ↓</a:t>
            </a:r>
          </a:p>
          <a:p>
            <a:r>
              <a:rPr lang="zh-CN" altLang="en-US" dirty="0"/>
              <a:t>3. layout 回调中遍历 item 数组</a:t>
            </a:r>
          </a:p>
          <a:p>
            <a:r>
              <a:rPr lang="zh-CN" altLang="en-US" dirty="0"/>
              <a:t>         ↓</a:t>
            </a:r>
          </a:p>
          <a:p>
            <a:r>
              <a:rPr lang="zh-CN" altLang="en-US" dirty="0"/>
              <a:t>4. 对每个 ILayoutItem 调用：</a:t>
            </a:r>
          </a:p>
          <a:p>
            <a:r>
              <a:rPr lang="zh-CN" altLang="en-US" dirty="0"/>
              <a:t>   ├── setLayoutStartPosition({ x, y })  ← 定位置</a:t>
            </a:r>
          </a:p>
          <a:p>
            <a:r>
              <a:rPr lang="zh-CN" altLang="en-US" dirty="0"/>
              <a:t>   ├── setLayoutRect({ width, height })  ← 定大小</a:t>
            </a:r>
          </a:p>
          <a:p>
            <a:r>
              <a:rPr lang="zh-CN" altLang="en-US" dirty="0"/>
              <a:t>   └── updateLayoutAttribute()           ← 应用到渲染（必须！）</a:t>
            </a:r>
          </a:p>
          <a:p>
            <a:r>
              <a:rPr lang="zh-CN" altLang="en-US" dirty="0"/>
              <a:t>         ↓</a:t>
            </a:r>
          </a:p>
          <a:p>
            <a:r>
              <a:rPr lang="zh-CN" altLang="en-US" dirty="0"/>
              <a:t>5. vchart.renderSync() 渲染</a:t>
            </a:r>
          </a:p>
        </p:txBody>
      </p:sp>
    </p:spTree>
    <p:extLst>
      <p:ext uri="{BB962C8B-B14F-4D97-AF65-F5344CB8AC3E}">
        <p14:creationId xmlns:p14="http://schemas.microsoft.com/office/powerpoint/2010/main" val="19623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0DEE-71DF-FDFD-EF5F-9292A09A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AC91C-7D04-9B5B-C552-B43B2277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自定义动画类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1CBE98-BFD0-253D-2A88-6EEB16A117C4}"/>
              </a:ext>
            </a:extLst>
          </p:cNvPr>
          <p:cNvSpPr txBox="1"/>
          <p:nvPr/>
        </p:nvSpPr>
        <p:spPr>
          <a:xfrm>
            <a:off x="669924" y="1162092"/>
            <a:ext cx="1018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自定义动画是通过实现 ICustomAnimate 接口来完成的。以下是 ICustomAnimate 接口的定义：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122C93-4F6C-3B9C-8C8C-61907643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80" y="1664816"/>
            <a:ext cx="6552619" cy="469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2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877</Words>
  <Application>Microsoft Office PowerPoint</Application>
  <PresentationFormat>宽屏</PresentationFormat>
  <Paragraphs>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-apple-system</vt:lpstr>
      <vt:lpstr>Nunito for Arco</vt:lpstr>
      <vt:lpstr>SF Pro Text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简介</vt:lpstr>
      <vt:lpstr>自定义布局元素</vt:lpstr>
      <vt:lpstr>自定义布局元素</vt:lpstr>
      <vt:lpstr>总结</vt:lpstr>
      <vt:lpstr>自定义动画类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830</cp:revision>
  <dcterms:created xsi:type="dcterms:W3CDTF">2025-10-28T10:07:16Z</dcterms:created>
  <dcterms:modified xsi:type="dcterms:W3CDTF">2026-09-06T12:07:22Z</dcterms:modified>
</cp:coreProperties>
</file>