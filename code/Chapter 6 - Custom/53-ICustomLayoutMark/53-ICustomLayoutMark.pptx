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10"/>
  </p:notesMasterIdLst>
  <p:sldIdLst>
    <p:sldId id="262" r:id="rId3"/>
    <p:sldId id="291" r:id="rId4"/>
    <p:sldId id="292" r:id="rId5"/>
    <p:sldId id="293" r:id="rId6"/>
    <p:sldId id="295" r:id="rId7"/>
    <p:sldId id="283" r:id="rId8"/>
    <p:sldId id="265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53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课：自定义布局、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mark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39F62-4F11-A3B1-7633-1EB263A92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6EC732-E578-6499-38EE-3B0BCC276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简介</a:t>
            </a:r>
            <a:endParaRPr lang="zh-CN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86DE304-ED37-63D9-08CA-2648403DE571}"/>
              </a:ext>
            </a:extLst>
          </p:cNvPr>
          <p:cNvSpPr txBox="1"/>
          <p:nvPr/>
        </p:nvSpPr>
        <p:spPr>
          <a:xfrm>
            <a:off x="669924" y="1351874"/>
            <a:ext cx="6097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424E66"/>
                </a:solidFill>
                <a:latin typeface="Nunito for Arco"/>
              </a:rPr>
              <a:t>自定义布局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EC0C4D1-815C-D76B-3D37-4183EBC76077}"/>
              </a:ext>
            </a:extLst>
          </p:cNvPr>
          <p:cNvSpPr txBox="1"/>
          <p:nvPr/>
        </p:nvSpPr>
        <p:spPr>
          <a:xfrm>
            <a:off x="669924" y="1851579"/>
            <a:ext cx="6097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424E66"/>
                </a:solidFill>
                <a:latin typeface="Nunito for Arco"/>
              </a:rPr>
              <a:t>自定义</a:t>
            </a:r>
            <a:r>
              <a:rPr lang="en-US" altLang="zh-CN" dirty="0">
                <a:solidFill>
                  <a:srgbClr val="424E66"/>
                </a:solidFill>
                <a:latin typeface="Nunito for Arco"/>
              </a:rPr>
              <a:t>mark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138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7C9CA-9B0B-B758-9576-DD324CA5E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BC5FAB-2D98-5613-4537-FC740247A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自定义</a:t>
            </a:r>
            <a:r>
              <a:rPr lang="zh-CN" altLang="en-US" dirty="0"/>
              <a:t>布局元素</a:t>
            </a:r>
            <a:endParaRPr lang="zh-CN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00EC929-EB5E-5440-4964-9B04D9C2FB3C}"/>
              </a:ext>
            </a:extLst>
          </p:cNvPr>
          <p:cNvSpPr txBox="1"/>
          <p:nvPr/>
        </p:nvSpPr>
        <p:spPr>
          <a:xfrm>
            <a:off x="669924" y="1103404"/>
            <a:ext cx="10850563" cy="108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在布局过程中 ，图表会调用上方传入的自定义布局函数，传入一个 LayoutItem[] 数组，数组中的每个元素都是一个布局元素，它的类型定义如下</a:t>
            </a:r>
          </a:p>
          <a:p>
            <a:br>
              <a:rPr lang="zh-CN" altLang="zh-CN" dirty="0"/>
            </a:br>
            <a:endParaRPr lang="zh-CN" altLang="zh-CN" sz="1050" b="0" i="0" dirty="0">
              <a:solidFill>
                <a:srgbClr val="424E66"/>
              </a:solidFill>
              <a:effectLst/>
              <a:latin typeface="-apple-system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09C9362-D020-14D0-8932-E2F678250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006" y="1889918"/>
            <a:ext cx="5263994" cy="432673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27EB9BC-EE0E-90D9-5F27-C489C3675235}"/>
              </a:ext>
            </a:extLst>
          </p:cNvPr>
          <p:cNvSpPr txBox="1"/>
          <p:nvPr/>
        </p:nvSpPr>
        <p:spPr>
          <a:xfrm>
            <a:off x="6258082" y="2561578"/>
            <a:ext cx="552751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在布局过程中，可以使用这些方法对布局元素进行操作。</a:t>
            </a:r>
          </a:p>
          <a:p>
            <a:pPr marL="0" marR="0" indent="0" algn="l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注意，在对布局元素操作完成后，请调用 updateLayoutAttribute 方法，通知元素按照布局信息，更新元素的具体属性。</a:t>
            </a:r>
            <a:endParaRPr lang="zh-CN" altLang="zh-CN" sz="1050" b="0" i="0" dirty="0">
              <a:solidFill>
                <a:srgbClr val="424E66"/>
              </a:solidFill>
              <a:effectLst/>
              <a:latin typeface="Nunito for Arco"/>
            </a:endParaRPr>
          </a:p>
        </p:txBody>
      </p:sp>
    </p:spTree>
    <p:extLst>
      <p:ext uri="{BB962C8B-B14F-4D97-AF65-F5344CB8AC3E}">
        <p14:creationId xmlns:p14="http://schemas.microsoft.com/office/powerpoint/2010/main" val="2034190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A0DEE-71DF-FDFD-EF5F-9292A09A0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4AC91C-7D04-9B5B-C552-B43B22777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自定义动画类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D1CBE98-BFD0-253D-2A88-6EEB16A117C4}"/>
              </a:ext>
            </a:extLst>
          </p:cNvPr>
          <p:cNvSpPr txBox="1"/>
          <p:nvPr/>
        </p:nvSpPr>
        <p:spPr>
          <a:xfrm>
            <a:off x="669924" y="1162092"/>
            <a:ext cx="10182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自定义动画是通过实现 ICustomAnimate 接口来完成的。以下是 ICustomAnimate 接口的定义：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B122C93-4F6C-3B9C-8C8C-61907643D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280" y="1664816"/>
            <a:ext cx="6552619" cy="469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620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8D7AD-F3C6-951F-4FAB-461CF0DFE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FF6BE-08A1-A9BD-1FDD-BE4AC9C33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自定义</a:t>
            </a:r>
            <a:r>
              <a:rPr lang="en-US" altLang="zh-CN" dirty="0"/>
              <a:t>mark</a:t>
            </a:r>
            <a:endParaRPr lang="zh-CN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16D02BD-F8FA-97D9-6C6F-AAA8D877BFAF}"/>
              </a:ext>
            </a:extLst>
          </p:cNvPr>
          <p:cNvSpPr txBox="1"/>
          <p:nvPr/>
        </p:nvSpPr>
        <p:spPr>
          <a:xfrm>
            <a:off x="669924" y="1167216"/>
            <a:ext cx="81089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自定义 mark 的配置，在 spec 的最上层，通过 mark 字段进行配置。</a:t>
            </a:r>
          </a:p>
          <a:p>
            <a:pPr>
              <a:buNone/>
            </a:pPr>
            <a:b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</a:b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38A5C73-6642-8ABC-7815-0A538601B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102" y="1758950"/>
            <a:ext cx="5108144" cy="46101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2D3C4C3-228E-2290-3EC9-F0F6D27E6F9F}"/>
              </a:ext>
            </a:extLst>
          </p:cNvPr>
          <p:cNvSpPr txBox="1"/>
          <p:nvPr/>
        </p:nvSpPr>
        <p:spPr>
          <a:xfrm>
            <a:off x="6627854" y="1917952"/>
            <a:ext cx="479004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目前支持的 mark 类型如下</a:t>
            </a:r>
          </a:p>
          <a:p>
            <a:pPr marL="342900" marR="0" lvl="0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symbol 点图形</a:t>
            </a:r>
          </a:p>
          <a:p>
            <a:pPr marL="342900" marR="0" lvl="0" indent="-342900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rule 一个线段，需要指定起点和终点</a:t>
            </a:r>
          </a:p>
          <a:p>
            <a:pPr marL="342900" marR="0" lvl="0" indent="-342900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text 文本</a:t>
            </a:r>
          </a:p>
          <a:p>
            <a:pPr marL="342900" marR="0" lvl="0" indent="-342900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rect 矩形</a:t>
            </a:r>
          </a:p>
          <a:p>
            <a:pPr marL="342900" marR="0" lvl="0" indent="-342900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path 路径</a:t>
            </a:r>
          </a:p>
          <a:p>
            <a:pPr marL="342900" marR="0" lvl="0" indent="-342900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arc 扇区</a:t>
            </a:r>
          </a:p>
          <a:p>
            <a:pPr marL="342900" marR="0" lvl="0" indent="-342900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polygon 多边形</a:t>
            </a:r>
          </a:p>
          <a:p>
            <a:pPr marL="342900" marR="0" lvl="0" indent="-342900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group 组，可以将其他 mark 放到组下</a:t>
            </a:r>
            <a:endParaRPr lang="zh-CN" altLang="zh-CN" sz="1050" b="0" i="0" dirty="0">
              <a:solidFill>
                <a:srgbClr val="424E66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129303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4BC5A303-5DB3-5205-5B22-BB506EC58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10B264-B5D3-ED22-0CAB-A678DD03360B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2206</TotalTime>
  <Words>472</Words>
  <Application>Microsoft Office PowerPoint</Application>
  <PresentationFormat>宽屏</PresentationFormat>
  <Paragraphs>35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-apple-system</vt:lpstr>
      <vt:lpstr>Nunito for Arco</vt:lpstr>
      <vt:lpstr>等线</vt:lpstr>
      <vt:lpstr>微软雅黑</vt:lpstr>
      <vt:lpstr>Arial</vt:lpstr>
      <vt:lpstr>Impact</vt:lpstr>
      <vt:lpstr>1_Office 主题​​</vt:lpstr>
      <vt:lpstr>OfficePLUS-V2-ee79b56c-44bf-4999-8350-9727f0739207</vt:lpstr>
      <vt:lpstr>PowerPoint 演示文稿</vt:lpstr>
      <vt:lpstr>简介</vt:lpstr>
      <vt:lpstr>自定义布局元素</vt:lpstr>
      <vt:lpstr>自定义动画类</vt:lpstr>
      <vt:lpstr>自定义mark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822</cp:revision>
  <dcterms:created xsi:type="dcterms:W3CDTF">2025-10-28T10:07:16Z</dcterms:created>
  <dcterms:modified xsi:type="dcterms:W3CDTF">2026-09-01T15:17:18Z</dcterms:modified>
</cp:coreProperties>
</file>