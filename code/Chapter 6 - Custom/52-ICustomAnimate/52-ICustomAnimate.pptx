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2"/>
  </p:notesMasterIdLst>
  <p:sldIdLst>
    <p:sldId id="262" r:id="rId3"/>
    <p:sldId id="291" r:id="rId4"/>
    <p:sldId id="292" r:id="rId5"/>
    <p:sldId id="293" r:id="rId6"/>
    <p:sldId id="295" r:id="rId7"/>
    <p:sldId id="296" r:id="rId8"/>
    <p:sldId id="286" r:id="rId9"/>
    <p:sldId id="283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4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52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课：自定义动画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9F62-4F11-A3B1-7633-1EB263A92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EC732-E578-6499-38EE-3B0BCC276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简介</a:t>
            </a:r>
            <a:endParaRPr lang="zh-CN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AFF47B-3A1B-46AD-A0C6-C6CD78FE9159}"/>
              </a:ext>
            </a:extLst>
          </p:cNvPr>
          <p:cNvSpPr txBox="1"/>
          <p:nvPr/>
        </p:nvSpPr>
        <p:spPr>
          <a:xfrm>
            <a:off x="669924" y="1326363"/>
            <a:ext cx="6097136" cy="382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 dirty="0"/>
              <a:t>动画属性插值函数</a:t>
            </a:r>
            <a:endParaRPr lang="zh-CN" altLang="zh-CN" sz="1050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6DE304-ED37-63D9-08CA-2648403DE571}"/>
              </a:ext>
            </a:extLst>
          </p:cNvPr>
          <p:cNvSpPr txBox="1"/>
          <p:nvPr/>
        </p:nvSpPr>
        <p:spPr>
          <a:xfrm>
            <a:off x="669924" y="1815424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24E66"/>
                </a:solidFill>
                <a:latin typeface="Nunito for Arco"/>
              </a:rPr>
              <a:t>自定义动画类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138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7C9CA-9B0B-B758-9576-DD324CA5E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5FAB-2D98-5613-4537-FC740247A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自定义动画属性插值函数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0EC929-EB5E-5440-4964-9B04D9C2FB3C}"/>
              </a:ext>
            </a:extLst>
          </p:cNvPr>
          <p:cNvSpPr txBox="1"/>
          <p:nvPr/>
        </p:nvSpPr>
        <p:spPr>
          <a:xfrm>
            <a:off x="669924" y="1439954"/>
            <a:ext cx="879475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需要创建一个实现 IAnimationChannelInterpolator 类型的动画函数，函数参数如下：</a:t>
            </a:r>
          </a:p>
          <a:p>
            <a:pPr marL="342900" marR="0" lvl="0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ratio：动画进行的进度比例，值为 0 到 1 之间的小数。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from：动画开始时图元的视觉通道属性。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to：动画开始时图元的视觉通道属性。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nextAttributes：下一帧的属性值，可以在函数里进行计算和修改。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datum：与当前图形元素相关的原始数据。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element：当前图形元素。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parameters：自定义动画参数，可以在创建动画时传递。</a:t>
            </a:r>
            <a:endParaRPr lang="zh-CN" altLang="zh-CN" sz="1050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034190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A0DEE-71DF-FDFD-EF5F-9292A09A0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AC91C-7D04-9B5B-C552-B43B22777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自定义动画类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1CBE98-BFD0-253D-2A88-6EEB16A117C4}"/>
              </a:ext>
            </a:extLst>
          </p:cNvPr>
          <p:cNvSpPr txBox="1"/>
          <p:nvPr/>
        </p:nvSpPr>
        <p:spPr>
          <a:xfrm>
            <a:off x="669924" y="1162092"/>
            <a:ext cx="10182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自定义动画是通过实现 ICustomAnimate 接口来完成的。以下是 ICustomAnimate 接口的定义：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B122C93-4F6C-3B9C-8C8C-61907643D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80" y="1664816"/>
            <a:ext cx="6552619" cy="469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20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8D7AD-F3C6-951F-4FAB-461CF0DF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FF6BE-08A1-A9BD-1FDD-BE4AC9C33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编写自己的自定义动画类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DD075A-B121-560E-5AC1-E38355A8DFCF}"/>
              </a:ext>
            </a:extLst>
          </p:cNvPr>
          <p:cNvSpPr txBox="1"/>
          <p:nvPr/>
        </p:nvSpPr>
        <p:spPr>
          <a:xfrm>
            <a:off x="669924" y="1320842"/>
            <a:ext cx="871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在 VChart 中，可以继承ACustomAnimate类来实现编写自己的自定义动画类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9303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CBEAB-71A7-E28E-CC0D-909323E5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7E9567-C50E-0BB9-2361-30BA75764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0" dirty="0"/>
              <a:t> animationAppear 和 animationNormal 的区别</a:t>
            </a:r>
            <a:endParaRPr lang="zh-CN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9EC429-7AF1-ED68-863B-50E1DAC6CB48}"/>
              </a:ext>
            </a:extLst>
          </p:cNvPr>
          <p:cNvSpPr txBox="1"/>
          <p:nvPr/>
        </p:nvSpPr>
        <p:spPr>
          <a:xfrm>
            <a:off x="669924" y="1320842"/>
            <a:ext cx="8712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/>
              <a:t>核心区别：触发时机不同</a:t>
            </a:r>
          </a:p>
          <a:p>
            <a:br>
              <a:rPr lang="zh-CN" altLang="zh-CN"/>
            </a:b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D6FB8F-54AA-8199-E994-18EC36CBA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72" y="2096708"/>
            <a:ext cx="589597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503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BD7824-AE20-0CA0-38D7-AFBED0832B28}"/>
              </a:ext>
            </a:extLst>
          </p:cNvPr>
          <p:cNvSpPr txBox="1"/>
          <p:nvPr/>
        </p:nvSpPr>
        <p:spPr>
          <a:xfrm>
            <a:off x="669924" y="1326363"/>
            <a:ext cx="6097136" cy="382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 dirty="0"/>
              <a:t>动画属性插值函数</a:t>
            </a:r>
            <a:endParaRPr lang="zh-CN" altLang="zh-CN" sz="1050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799F62-8D82-D5EF-3D15-3090457E06BA}"/>
              </a:ext>
            </a:extLst>
          </p:cNvPr>
          <p:cNvSpPr txBox="1"/>
          <p:nvPr/>
        </p:nvSpPr>
        <p:spPr>
          <a:xfrm>
            <a:off x="669924" y="1815424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24E66"/>
                </a:solidFill>
                <a:latin typeface="Nunito for Arco"/>
              </a:rPr>
              <a:t>自定义动画类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2203</TotalTime>
  <Words>525</Words>
  <Application>Microsoft Office PowerPoint</Application>
  <PresentationFormat>宽屏</PresentationFormat>
  <Paragraphs>35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-apple-system</vt:lpstr>
      <vt:lpstr>Nunito for Arco</vt:lpstr>
      <vt:lpstr>等线</vt:lpstr>
      <vt:lpstr>微软雅黑</vt:lpstr>
      <vt:lpstr>Arial</vt:lpstr>
      <vt:lpstr>Impact</vt:lpstr>
      <vt:lpstr>1_Office 主题​​</vt:lpstr>
      <vt:lpstr>OfficePLUS-V2-ee79b56c-44bf-4999-8350-9727f0739207</vt:lpstr>
      <vt:lpstr>PowerPoint 演示文稿</vt:lpstr>
      <vt:lpstr>简介</vt:lpstr>
      <vt:lpstr>自定义动画属性插值函数</vt:lpstr>
      <vt:lpstr>自定义动画类</vt:lpstr>
      <vt:lpstr>编写自己的自定义动画类</vt:lpstr>
      <vt:lpstr> animationAppear 和 animationNormal 的区别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816</cp:revision>
  <dcterms:created xsi:type="dcterms:W3CDTF">2025-10-28T10:07:16Z</dcterms:created>
  <dcterms:modified xsi:type="dcterms:W3CDTF">2026-08-24T13:23:17Z</dcterms:modified>
</cp:coreProperties>
</file>