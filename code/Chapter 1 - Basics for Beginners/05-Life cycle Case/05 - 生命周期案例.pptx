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7"/>
  </p:notesMasterIdLst>
  <p:sldIdLst>
    <p:sldId id="262" r:id="rId3"/>
    <p:sldId id="280" r:id="rId4"/>
    <p:sldId id="281" r:id="rId5"/>
    <p:sldId id="265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673098" y="3821663"/>
            <a:ext cx="5579403" cy="66013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en-US" altLang="zh-CN" dirty="0" err="1">
                <a:latin typeface="Arial" panose="020B0604020202020204" pitchFamily="34" charset="0"/>
                <a:ea typeface="微软雅黑" panose="020B0503020204020204" pitchFamily="34" charset="-122"/>
              </a:rPr>
              <a:t>VChart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生命周期案例</a:t>
            </a:r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40619-B8C1-78EE-99BC-10ACEC6B0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88796A-240C-FD57-5488-25CB02626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实践案例：完整生命周期管理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AC2AE41-B8A0-31E4-95A0-099611C5FCB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创建一个柱状图，展示每周销售额，支持数据更新，并在组件卸载时正确销毁资源</a:t>
            </a:r>
          </a:p>
          <a:p>
            <a:pPr marL="457177" lvl="1" indent="0">
              <a:lnSpc>
                <a:spcPct val="170000"/>
              </a:lnSpc>
              <a:buNone/>
            </a:pPr>
            <a:endParaRPr lang="zh-CN" altLang="en-US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76837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C33EB-9031-74A4-963A-346CDA71F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C68EAD-246F-9797-3F94-D442E9EC8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生命周期管理最佳实践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5DE7066-1924-8336-6795-5BD6D6699CF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在实际开发中，我们需要注意以下几点最佳实践：</a:t>
            </a:r>
          </a:p>
          <a:p>
            <a:r>
              <a:rPr lang="zh-CN" altLang="en-US" dirty="0"/>
              <a:t>及时初始化：在</a:t>
            </a:r>
            <a:r>
              <a:rPr lang="en-US" altLang="zh-CN" dirty="0"/>
              <a:t>DOM</a:t>
            </a:r>
            <a:r>
              <a:rPr lang="zh-CN" altLang="en-US" dirty="0"/>
              <a:t>元素加载完成后再创建图表实例</a:t>
            </a:r>
          </a:p>
          <a:p>
            <a:r>
              <a:rPr lang="zh-CN" altLang="en-US" dirty="0"/>
              <a:t>避免重复创建：确保一个容器只对应一个图表实例</a:t>
            </a:r>
          </a:p>
          <a:p>
            <a:r>
              <a:rPr lang="zh-CN" altLang="en-US" dirty="0"/>
              <a:t>正确销毁：在不需要图表时调用</a:t>
            </a:r>
            <a:r>
              <a:rPr lang="en-US" altLang="zh-CN" dirty="0"/>
              <a:t>release</a:t>
            </a:r>
            <a:r>
              <a:rPr lang="zh-CN" altLang="en-US" dirty="0"/>
              <a:t>方法释放资源</a:t>
            </a:r>
          </a:p>
          <a:p>
            <a:r>
              <a:rPr lang="zh-CN" altLang="en-US" dirty="0"/>
              <a:t>利用生命周期事件：通过事件监听来执行特定时机的逻辑</a:t>
            </a:r>
          </a:p>
          <a:p>
            <a:r>
              <a:rPr lang="zh-CN" altLang="en-US" dirty="0"/>
              <a:t>优化更新：尽量使用局部更新（如</a:t>
            </a:r>
            <a:r>
              <a:rPr lang="en-US" altLang="zh-CN" dirty="0" err="1"/>
              <a:t>updateData</a:t>
            </a:r>
            <a:r>
              <a:rPr lang="zh-CN" altLang="en-US" dirty="0"/>
              <a:t>）而非完全重建</a:t>
            </a:r>
            <a:endParaRPr lang="zh-CN" alt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46868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134</Words>
  <Application>Microsoft Office PowerPoint</Application>
  <PresentationFormat>宽屏</PresentationFormat>
  <Paragraphs>12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实践案例：完整生命周期管理</vt:lpstr>
      <vt:lpstr>生命周期管理最佳实践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yabao guo</cp:lastModifiedBy>
  <cp:revision>105</cp:revision>
  <dcterms:created xsi:type="dcterms:W3CDTF">2025-10-28T10:07:16Z</dcterms:created>
  <dcterms:modified xsi:type="dcterms:W3CDTF">2025-11-09T13:59:28Z</dcterms:modified>
</cp:coreProperties>
</file>