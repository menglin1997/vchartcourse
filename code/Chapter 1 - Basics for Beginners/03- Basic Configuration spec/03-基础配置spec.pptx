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7"/>
  </p:notesMasterIdLst>
  <p:sldIdLst>
    <p:sldId id="262" r:id="rId4"/>
    <p:sldId id="263" r:id="rId5"/>
    <p:sldId id="2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BF2E5EB-C231-D8D1-08E4-FE0506F8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97" y="3938461"/>
            <a:ext cx="5579403" cy="558799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配置</a:t>
            </a: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6" y="327832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课：基础配置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主要内容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08703" y="1343844"/>
            <a:ext cx="103632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配置图表类型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数据源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数据映射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系列配置</a:t>
            </a:r>
            <a:endParaRPr lang="en-US" altLang="zh-CN" sz="1800" dirty="0">
              <a:latin typeface="+mn-ea"/>
            </a:endParaRPr>
          </a:p>
          <a:p>
            <a:pPr marL="1257253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图元样式配置</a:t>
            </a:r>
          </a:p>
          <a:p>
            <a:pPr marL="1257253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图元标签配置</a:t>
            </a:r>
            <a:endParaRPr lang="en-US" altLang="zh-CN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组件配置</a:t>
            </a:r>
            <a:endParaRPr lang="en-US" altLang="zh-CN" sz="1800" dirty="0">
              <a:latin typeface="+mn-ea"/>
            </a:endParaRPr>
          </a:p>
          <a:p>
            <a:pPr marL="1257253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配置图例</a:t>
            </a:r>
          </a:p>
          <a:p>
            <a:pPr marL="1257253" lvl="2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+mn-ea"/>
              </a:rPr>
              <a:t>配置 </a:t>
            </a:r>
            <a:r>
              <a:rPr lang="en-US" altLang="zh-CN" dirty="0">
                <a:latin typeface="+mn-ea"/>
              </a:rPr>
              <a:t>crosshair</a:t>
            </a: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实践案例</a:t>
            </a:r>
            <a:endParaRPr lang="en-US" altLang="zh-CN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08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0042-20AE-284F-B0EA-1EDB28ED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FF20D7F-76DA-03FF-E023-9A6D419E8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E5D7EA-F3E5-2EB9-F811-59A1A07E37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 algn="ctr">
              <a:lnSpc>
                <a:spcPct val="150000"/>
              </a:lnSpc>
              <a:buNone/>
            </a:pP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11535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44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Arial</vt:lpstr>
      <vt:lpstr>Impact</vt:lpstr>
      <vt:lpstr>1_Office 主题​​</vt:lpstr>
      <vt:lpstr>5_OfficePLUS-V2-ee79b56c-44bf-4999-8350-9727f0739207</vt:lpstr>
      <vt:lpstr>OfficePLUS-V2-ee79b56c-44bf-4999-8350-9727f0739207</vt:lpstr>
      <vt:lpstr>Vchart配置</vt:lpstr>
      <vt:lpstr>主要内容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114</cp:revision>
  <dcterms:created xsi:type="dcterms:W3CDTF">2025-10-28T10:07:16Z</dcterms:created>
  <dcterms:modified xsi:type="dcterms:W3CDTF">2025-11-02T15:43:04Z</dcterms:modified>
</cp:coreProperties>
</file>