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7"/>
  </p:notesMasterIdLst>
  <p:sldIdLst>
    <p:sldId id="262" r:id="rId3"/>
    <p:sldId id="285" r:id="rId4"/>
    <p:sldId id="287" r:id="rId5"/>
    <p:sldId id="292" r:id="rId6"/>
    <p:sldId id="295" r:id="rId7"/>
    <p:sldId id="293" r:id="rId8"/>
    <p:sldId id="294" r:id="rId9"/>
    <p:sldId id="288" r:id="rId10"/>
    <p:sldId id="289" r:id="rId11"/>
    <p:sldId id="290" r:id="rId12"/>
    <p:sldId id="291" r:id="rId13"/>
    <p:sldId id="286" r:id="rId14"/>
    <p:sldId id="283" r:id="rId15"/>
    <p:sldId id="265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isactor.com/vchart/guide/tutorial_docs/extend/custom_animation" TargetMode="Externa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50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课：复杂动画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0" dirty="0"/>
              <a:t>图元动画配置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9AA60D-EF02-5375-E1B7-0D2EE0F44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6" y="1346774"/>
            <a:ext cx="9197264" cy="545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97FB-2A80-6196-99C5-7F332FE9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390A9-7745-303E-F232-345A73A8A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内置动画类型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FCFE4A-485B-8F71-3A86-E0F32E040A4C}"/>
              </a:ext>
            </a:extLst>
          </p:cNvPr>
          <p:cNvSpPr txBox="1"/>
          <p:nvPr/>
        </p:nvSpPr>
        <p:spPr>
          <a:xfrm>
            <a:off x="669923" y="1270368"/>
            <a:ext cx="8815271" cy="2576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在 VChart 中，内置了一些通用的动画类型。这些动画类型可以直接在配置中使用，实现常见的图元动画效果。通用的内置动画类型包括：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fadeIn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fadeOut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渐入渐出动画。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scaleIn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scaleOut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缩放动画。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moveIn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moveOut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移入移出动画。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rotateIn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rotateOut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旋转动画。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update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更新动画，通常用于图元更新动画（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animationUpdate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75051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BDA43-1785-5CB4-8ED5-11C58F6E9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AF1E2-4241-A544-1499-DBA6376B7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矩形图元内置动画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08E3A1-B290-EE75-CEDC-6F556CBC55EE}"/>
              </a:ext>
            </a:extLst>
          </p:cNvPr>
          <p:cNvSpPr txBox="1"/>
          <p:nvPr/>
        </p:nvSpPr>
        <p:spPr>
          <a:xfrm>
            <a:off x="669924" y="1329657"/>
            <a:ext cx="6097136" cy="1755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矩形图元通常用于柱状图、直方图中，矩形图元支持以下额外的动画类型：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growHeightIn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growHeightOut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高度生长动画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growWidthIn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growWidthOut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宽度生长动画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growCenterIn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growCenterOut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中心生长动画</a:t>
            </a:r>
          </a:p>
        </p:txBody>
      </p:sp>
    </p:spTree>
    <p:extLst>
      <p:ext uri="{BB962C8B-B14F-4D97-AF65-F5344CB8AC3E}">
        <p14:creationId xmlns:p14="http://schemas.microsoft.com/office/powerpoint/2010/main" val="146434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70F5-D11C-61A5-CC21-9C6ED077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08340-C924-645E-48B7-5BBA7B1B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arc 图元内置动画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B9B170-A6E3-98F3-F53D-3640DED20559}"/>
              </a:ext>
            </a:extLst>
          </p:cNvPr>
          <p:cNvSpPr txBox="1"/>
          <p:nvPr/>
        </p:nvSpPr>
        <p:spPr>
          <a:xfrm>
            <a:off x="669924" y="1336948"/>
            <a:ext cx="6097136" cy="134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arc 图元通常用于饼图、玫瑰图、环形进度图中， 图元支持以下额外的动画类型：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growRadiusIn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growRadiusOut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半径生长动画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growAngleIn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growAngleOut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角度生长动画</a:t>
            </a:r>
          </a:p>
        </p:txBody>
      </p:sp>
    </p:spTree>
    <p:extLst>
      <p:ext uri="{BB962C8B-B14F-4D97-AF65-F5344CB8AC3E}">
        <p14:creationId xmlns:p14="http://schemas.microsoft.com/office/powerpoint/2010/main" val="69893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94AA9-9BA2-16DE-ABFD-2D595F4C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5DD8E-DC38-23A1-6DAD-6CDFA5870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线图元内置动画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52EADF-5AD4-66AF-71C6-5BE19AA0AF2C}"/>
              </a:ext>
            </a:extLst>
          </p:cNvPr>
          <p:cNvSpPr txBox="1"/>
          <p:nvPr/>
        </p:nvSpPr>
        <p:spPr>
          <a:xfrm>
            <a:off x="669924" y="1336012"/>
            <a:ext cx="6097136" cy="2166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线图元通常用于折线图、面积图中， 图元支持以下额外的动画类型：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点生长动画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growPointsXIn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growPointsXOut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X 方向点生长动画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growPointsYIn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growPointsYOut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Y 方向点生长动画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clipIn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clipOut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 裁剪动画</a:t>
            </a:r>
          </a:p>
        </p:txBody>
      </p:sp>
    </p:spTree>
    <p:extLst>
      <p:ext uri="{BB962C8B-B14F-4D97-AF65-F5344CB8AC3E}">
        <p14:creationId xmlns:p14="http://schemas.microsoft.com/office/powerpoint/2010/main" val="3945892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2EC2-7C76-422F-F6D2-113FA377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FB6CD-DCB0-68F9-1C7B-D69E4783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视觉通道动画配置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3FA2F5-943B-68CF-91D5-BA237646BF90}"/>
              </a:ext>
            </a:extLst>
          </p:cNvPr>
          <p:cNvSpPr txBox="1"/>
          <p:nvPr/>
        </p:nvSpPr>
        <p:spPr>
          <a:xfrm>
            <a:off x="669923" y="1261864"/>
            <a:ext cx="9217879" cy="3554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如果需要指定图元在动画执行前后具体变化效果，例如，设置图元的颜色透明度（fillOpacity）在动画过程中从 1 变化 0.3。视觉通道动画配置示例如下：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{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"animationAppear"：{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  "bar"：{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      "channel": {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        "fillOpacity": { "from": 0.3, "to": 0.3 }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    }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  }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  }</a:t>
            </a:r>
          </a:p>
          <a:p>
            <a:pPr marL="0" marR="0" indent="0" algn="l" latinLnBrk="0">
              <a:spcAft>
                <a:spcPts val="1200"/>
              </a:spcAft>
              <a:buNone/>
            </a:pPr>
            <a:r>
              <a:rPr lang="zh-CN" altLang="zh-CN" sz="975" b="0" i="0" dirty="0">
                <a:solidFill>
                  <a:srgbClr val="24292F"/>
                </a:solidFill>
                <a:effectLst/>
                <a:latin typeface="Menlo"/>
              </a:rPr>
              <a:t>}</a:t>
            </a:r>
          </a:p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channel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 配置和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type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二选其一，不能同时配置，当配置了内置动画类型（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type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）时，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channel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 配置将不会生效。</a:t>
            </a:r>
          </a:p>
        </p:txBody>
      </p:sp>
    </p:spTree>
    <p:extLst>
      <p:ext uri="{BB962C8B-B14F-4D97-AF65-F5344CB8AC3E}">
        <p14:creationId xmlns:p14="http://schemas.microsoft.com/office/powerpoint/2010/main" val="191030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88D2-3158-2CFE-EAC0-83B541BA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9CA1B2-FFBE-434A-D4C2-6010D331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时间线（Timeline）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2CF913-20E5-1221-F882-C4F021741909}"/>
              </a:ext>
            </a:extLst>
          </p:cNvPr>
          <p:cNvSpPr txBox="1"/>
          <p:nvPr/>
        </p:nvSpPr>
        <p:spPr>
          <a:xfrm>
            <a:off x="669924" y="1238138"/>
            <a:ext cx="6097136" cy="4217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时间线的组成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timeslice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：动画的分片，描述了具体的某一段插值动画配置，包含相关的动画效果、动画执行时间等具体动画配置。在一个 timeline 上所有的 timeslice 头衔尾的串联在一起；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startTime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：动画的开始执行时间，描述了当前 timeline 触发执行之后开始执行动画的时间；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totalTime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：动画的总时长；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loop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：一个 timeline 可以被设置为循环，其中包含的所有 timeslice 所描述的动画过程将会被重复的执行；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oneByOne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：动画依次执行的延迟；如果配置为 true 则会在上一个元素动画执行结束后执行下一个元素的动画，默认为 false；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partitioner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：动画分区器，对相应图元中的内容进行筛选，并将动画配置应用到这些筛选的图形元素上；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sort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：对同一时间线上的元素进行排序。</a:t>
            </a:r>
          </a:p>
        </p:txBody>
      </p:sp>
    </p:spTree>
    <p:extLst>
      <p:ext uri="{BB962C8B-B14F-4D97-AF65-F5344CB8AC3E}">
        <p14:creationId xmlns:p14="http://schemas.microsoft.com/office/powerpoint/2010/main" val="266808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3AAA-F721-AF7E-1EF9-72AA3E061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39659-DAD4-B8BE-CD3B-8E37E804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时间片（Timeslice）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6946AF-CC5A-7A65-62C6-0522860D66E0}"/>
              </a:ext>
            </a:extLst>
          </p:cNvPr>
          <p:cNvSpPr txBox="1"/>
          <p:nvPr/>
        </p:nvSpPr>
        <p:spPr>
          <a:xfrm>
            <a:off x="669924" y="1346131"/>
            <a:ext cx="6097136" cy="2268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在一条时间线中，每个时间片是串行执行的，时间片中的构成元素包含：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effect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：动画的具体执行效果，描述了具体的图元视觉通道属性插值计算逻辑。effect 可以是封装好的特定动画效果，或者由开发者配置起始状态以及结尾状态的动画配置，描述了动画的属性插值的计算逻辑。每个 timeSlice 可以配置多个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effect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duration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：动画分片的执行时长；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delay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：动画分片的执行前的等待时间；</a:t>
            </a:r>
          </a:p>
        </p:txBody>
      </p:sp>
    </p:spTree>
    <p:extLst>
      <p:ext uri="{BB962C8B-B14F-4D97-AF65-F5344CB8AC3E}">
        <p14:creationId xmlns:p14="http://schemas.microsoft.com/office/powerpoint/2010/main" val="145664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517F-5FFF-0C35-D2EE-9168EAE0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3165C-171A-57B4-9A11-E572C09E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动画效果（Effect）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605F78-28DE-4D20-BE77-8E53B81F3DA9}"/>
              </a:ext>
            </a:extLst>
          </p:cNvPr>
          <p:cNvSpPr txBox="1"/>
          <p:nvPr/>
        </p:nvSpPr>
        <p:spPr>
          <a:xfrm>
            <a:off x="669924" y="1323301"/>
            <a:ext cx="6097136" cy="134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动画效果（Effect）中的构成元素包含：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channel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：变更的视觉通道属性，描述了插值计算开始以及结尾状态时的视觉通道属性；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easing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：差值计算的缓动策略；</a:t>
            </a:r>
          </a:p>
        </p:txBody>
      </p:sp>
    </p:spTree>
    <p:extLst>
      <p:ext uri="{BB962C8B-B14F-4D97-AF65-F5344CB8AC3E}">
        <p14:creationId xmlns:p14="http://schemas.microsoft.com/office/powerpoint/2010/main" val="3120235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9F62-4F11-A3B1-7633-1EB263A92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EC732-E578-6499-38EE-3B0BCC276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自定义动画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AFF47B-3A1B-46AD-A0C6-C6CD78FE9159}"/>
              </a:ext>
            </a:extLst>
          </p:cNvPr>
          <p:cNvSpPr txBox="1"/>
          <p:nvPr/>
        </p:nvSpPr>
        <p:spPr>
          <a:xfrm>
            <a:off x="669924" y="1326363"/>
            <a:ext cx="6097136" cy="1653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在动画效果（Effect）中的如果简单的 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channel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 配置无法满足你的需要，可以通过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custom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和</a:t>
            </a: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customParameters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Nunito for Arco"/>
              </a:rPr>
              <a:t>来配置自定义动画效果：</a:t>
            </a:r>
          </a:p>
          <a:p>
            <a:pPr marL="342900" marR="0" lvl="0" indent="-34290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custom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：自定义动画；</a:t>
            </a:r>
          </a:p>
          <a:p>
            <a:pPr marL="342900" marR="0" lvl="0" indent="-34290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900" b="0" i="0" dirty="0">
                <a:solidFill>
                  <a:srgbClr val="424E66"/>
                </a:solidFill>
                <a:effectLst/>
                <a:latin typeface="ui-monospace"/>
              </a:rPr>
              <a:t>customParameters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：自定义动画参数； 详细使用可以参考</a:t>
            </a:r>
            <a:r>
              <a:rPr lang="zh-CN" altLang="zh-CN" sz="1050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2"/>
              </a:rPr>
              <a:t>自定义动画</a:t>
            </a:r>
            <a:r>
              <a:rPr lang="zh-CN" altLang="zh-CN" sz="1050" b="0" i="0" dirty="0">
                <a:solidFill>
                  <a:srgbClr val="424E66"/>
                </a:solidFill>
                <a:effectLst/>
                <a:latin typeface="-apple-system"/>
              </a:rPr>
              <a:t>章节。</a:t>
            </a:r>
          </a:p>
        </p:txBody>
      </p:sp>
    </p:spTree>
    <p:extLst>
      <p:ext uri="{BB962C8B-B14F-4D97-AF65-F5344CB8AC3E}">
        <p14:creationId xmlns:p14="http://schemas.microsoft.com/office/powerpoint/2010/main" val="155138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669924" y="1328871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>
                <a:latin typeface="Nunito for Arco"/>
              </a:rPr>
              <a:t>animationAppear</a:t>
            </a:r>
            <a:endParaRPr lang="en-US" altLang="zh-CN" b="0" i="0" dirty="0"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1746</Words>
  <Application>Microsoft Office PowerPoint</Application>
  <PresentationFormat>宽屏</PresentationFormat>
  <Paragraphs>72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-apple-system</vt:lpstr>
      <vt:lpstr>Menlo</vt:lpstr>
      <vt:lpstr>Nunito for Arco</vt:lpstr>
      <vt:lpstr>ui-monospace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图元动画配置</vt:lpstr>
      <vt:lpstr>内置动画类型</vt:lpstr>
      <vt:lpstr>矩形图元内置动画</vt:lpstr>
      <vt:lpstr>arc 图元内置动画</vt:lpstr>
      <vt:lpstr>线图元内置动画</vt:lpstr>
      <vt:lpstr>视觉通道动画配置</vt:lpstr>
      <vt:lpstr>时间线（Timeline）</vt:lpstr>
      <vt:lpstr>时间片（Timeslice）</vt:lpstr>
      <vt:lpstr>动画效果（Effect）</vt:lpstr>
      <vt:lpstr>自定义动画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793</cp:revision>
  <dcterms:created xsi:type="dcterms:W3CDTF">2025-10-28T10:07:16Z</dcterms:created>
  <dcterms:modified xsi:type="dcterms:W3CDTF">2026-08-09T09:57:10Z</dcterms:modified>
</cp:coreProperties>
</file>