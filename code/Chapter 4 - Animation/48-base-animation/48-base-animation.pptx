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课：动画基础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517FA1-A2F7-1B86-13E4-FAE707B6D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25" y="1381125"/>
            <a:ext cx="92392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669924" y="1328871"/>
            <a:ext cx="6094324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b="0" i="0" dirty="0">
                <a:effectLst/>
                <a:latin typeface="Nunito for Arco"/>
              </a:rPr>
              <a:t>入场动画</a:t>
            </a:r>
            <a:br>
              <a:rPr lang="en-US" altLang="zh-CN" b="0" i="0" dirty="0">
                <a:effectLst/>
                <a:latin typeface="Nunito for Arco"/>
              </a:rPr>
            </a:br>
            <a:r>
              <a:rPr lang="zh-CN" altLang="en-US" b="0" i="0" dirty="0">
                <a:effectLst/>
                <a:latin typeface="Nunito for Arco"/>
              </a:rPr>
              <a:t>更新动画</a:t>
            </a:r>
            <a:br>
              <a:rPr lang="en-US" altLang="zh-CN" b="0" i="0" dirty="0">
                <a:effectLst/>
                <a:latin typeface="Nunito for Arco"/>
              </a:rPr>
            </a:br>
            <a:r>
              <a:rPr lang="zh-CN" altLang="en-US" b="0" i="0" dirty="0">
                <a:effectLst/>
                <a:latin typeface="Nunito for Arco"/>
              </a:rPr>
              <a:t>变形动画</a:t>
            </a:r>
            <a:endParaRPr lang="en-US" altLang="zh-CN" b="0" i="0" dirty="0"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96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Nunito for Arco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763</cp:revision>
  <dcterms:created xsi:type="dcterms:W3CDTF">2025-10-28T10:07:16Z</dcterms:created>
  <dcterms:modified xsi:type="dcterms:W3CDTF">2026-08-02T09:49:12Z</dcterms:modified>
</cp:coreProperties>
</file>