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8"/>
  </p:notesMasterIdLst>
  <p:sldIdLst>
    <p:sldId id="262" r:id="rId3"/>
    <p:sldId id="285" r:id="rId4"/>
    <p:sldId id="286" r:id="rId5"/>
    <p:sldId id="283" r:id="rId6"/>
    <p:sldId id="265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49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课：动画属性与配置</a:t>
            </a:r>
            <a:endParaRPr lang="zh-CN" altLang="zh-CN" dirty="0"/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F3ED4-EAEA-6458-7FD4-948C89DF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70DE6E-FCA2-403E-F993-620B49F9B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介绍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7517FA1-A2F7-1B86-13E4-FAE707B6D1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125" y="1381125"/>
            <a:ext cx="9239250" cy="497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60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AD4AF-1431-D9E9-0982-A706A97E7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4FB7D-7A45-FCB6-18B7-572E35062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总结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E6BA475-8C27-0E2B-43D3-9E6334E0B0F1}"/>
              </a:ext>
            </a:extLst>
          </p:cNvPr>
          <p:cNvSpPr txBox="1"/>
          <p:nvPr/>
        </p:nvSpPr>
        <p:spPr>
          <a:xfrm>
            <a:off x="669924" y="1328871"/>
            <a:ext cx="6094324" cy="38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200"/>
              </a:spcAft>
            </a:pPr>
            <a:r>
              <a:rPr lang="en-US" altLang="zh-CN" dirty="0" err="1">
                <a:latin typeface="Nunito for Arco"/>
              </a:rPr>
              <a:t>animationAppear</a:t>
            </a:r>
            <a:endParaRPr lang="en-US" altLang="zh-CN" b="0" i="0" dirty="0">
              <a:effectLst/>
              <a:latin typeface="Nunito for Arco"/>
            </a:endParaRPr>
          </a:p>
        </p:txBody>
      </p:sp>
    </p:spTree>
    <p:extLst>
      <p:ext uri="{BB962C8B-B14F-4D97-AF65-F5344CB8AC3E}">
        <p14:creationId xmlns:p14="http://schemas.microsoft.com/office/powerpoint/2010/main" val="29193092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2130</TotalTime>
  <Words>109</Words>
  <Application>Microsoft Office PowerPoint</Application>
  <PresentationFormat>宽屏</PresentationFormat>
  <Paragraphs>16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Nunito for Arco</vt:lpstr>
      <vt:lpstr>等线</vt:lpstr>
      <vt:lpstr>微软雅黑</vt:lpstr>
      <vt:lpstr>Arial</vt:lpstr>
      <vt:lpstr>Impact</vt:lpstr>
      <vt:lpstr>1_Office 主题​​</vt:lpstr>
      <vt:lpstr>OfficePLUS-V2-ee79b56c-44bf-4999-8350-9727f0739207</vt:lpstr>
      <vt:lpstr>PowerPoint 演示文稿</vt:lpstr>
      <vt:lpstr>介绍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766</cp:revision>
  <dcterms:created xsi:type="dcterms:W3CDTF">2025-10-28T10:07:16Z</dcterms:created>
  <dcterms:modified xsi:type="dcterms:W3CDTF">2026-08-09T08:53:27Z</dcterms:modified>
</cp:coreProperties>
</file>